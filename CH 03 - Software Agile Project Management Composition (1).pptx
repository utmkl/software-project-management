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trictFirstAndLastChars="0" embedTrueTypeFonts="1" saveSubsetFonts="1" autoCompressPictures="0">
  <p:sldMasterIdLst>
    <p:sldMasterId id="2147483648" r:id="rId1"/>
    <p:sldMasterId id="2147483675" r:id="rId2"/>
    <p:sldMasterId id="2147483702" r:id="rId3"/>
  </p:sldMasterIdLst>
  <p:notesMasterIdLst>
    <p:notesMasterId r:id="rId21"/>
  </p:notesMasterIdLst>
  <p:sldIdLst>
    <p:sldId id="256" r:id="rId4"/>
    <p:sldId id="257" r:id="rId5"/>
    <p:sldId id="258" r:id="rId6"/>
    <p:sldId id="300" r:id="rId7"/>
    <p:sldId id="259" r:id="rId8"/>
    <p:sldId id="288" r:id="rId9"/>
    <p:sldId id="287" r:id="rId10"/>
    <p:sldId id="289" r:id="rId11"/>
    <p:sldId id="298" r:id="rId12"/>
    <p:sldId id="305" r:id="rId13"/>
    <p:sldId id="282" r:id="rId14"/>
    <p:sldId id="299" r:id="rId15"/>
    <p:sldId id="301" r:id="rId16"/>
    <p:sldId id="303" r:id="rId17"/>
    <p:sldId id="302" r:id="rId18"/>
    <p:sldId id="304" r:id="rId19"/>
    <p:sldId id="286" r:id="rId20"/>
  </p:sldIdLst>
  <p:sldSz cx="12192000" cy="6858000"/>
  <p:notesSz cx="6858000" cy="9144000"/>
  <p:embeddedFontLst>
    <p:embeddedFont>
      <p:font typeface="Cambria" panose="02040503050406030204" pitchFamily="18" charset="0"/>
      <p:regular r:id="rId22"/>
      <p:bold r:id="rId23"/>
      <p:italic r:id="rId24"/>
      <p:boldItalic r:id="rId25"/>
    </p:embeddedFont>
    <p:embeddedFont>
      <p:font typeface="Lato" panose="020F0502020204030203" pitchFamily="34"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jUjILfRw+R5XNilbR5n/+8rjZV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3447" autoAdjust="0"/>
  </p:normalViewPr>
  <p:slideViewPr>
    <p:cSldViewPr snapToGrid="0">
      <p:cViewPr varScale="1">
        <p:scale>
          <a:sx n="60" d="100"/>
          <a:sy n="60" d="100"/>
        </p:scale>
        <p:origin x="114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21" Type="http://schemas.openxmlformats.org/officeDocument/2006/relationships/notesMaster" Target="notesMasters/notesMaster1.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MY"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7637ed14d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g37637ed14d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E7E7E0AA-596D-65E7-74A9-A975122F2E02}"/>
            </a:ext>
          </a:extLst>
        </p:cNvPr>
        <p:cNvGrpSpPr/>
        <p:nvPr/>
      </p:nvGrpSpPr>
      <p:grpSpPr>
        <a:xfrm>
          <a:off x="0" y="0"/>
          <a:ext cx="0" cy="0"/>
          <a:chOff x="0" y="0"/>
          <a:chExt cx="0" cy="0"/>
        </a:xfrm>
      </p:grpSpPr>
      <p:sp>
        <p:nvSpPr>
          <p:cNvPr id="483" name="Google Shape;483;g37b2d62e5a2_2_156:notes">
            <a:extLst>
              <a:ext uri="{FF2B5EF4-FFF2-40B4-BE49-F238E27FC236}">
                <a16:creationId xmlns:a16="http://schemas.microsoft.com/office/drawing/2014/main" id="{FC2F7378-4295-7336-12E0-A67C3D322D9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7b2d62e5a2_2_156:notes">
            <a:extLst>
              <a:ext uri="{FF2B5EF4-FFF2-40B4-BE49-F238E27FC236}">
                <a16:creationId xmlns:a16="http://schemas.microsoft.com/office/drawing/2014/main" id="{F7B0CDAF-CE9A-8492-78D6-7AEE4D6A88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205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7b2d62e5a2_2_1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7b2d62e5a2_2_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D70686DD-8DE5-062F-A8E7-55F39C866860}"/>
            </a:ext>
          </a:extLst>
        </p:cNvPr>
        <p:cNvGrpSpPr/>
        <p:nvPr/>
      </p:nvGrpSpPr>
      <p:grpSpPr>
        <a:xfrm>
          <a:off x="0" y="0"/>
          <a:ext cx="0" cy="0"/>
          <a:chOff x="0" y="0"/>
          <a:chExt cx="0" cy="0"/>
        </a:xfrm>
      </p:grpSpPr>
      <p:sp>
        <p:nvSpPr>
          <p:cNvPr id="483" name="Google Shape;483;g37b2d62e5a2_2_156:notes">
            <a:extLst>
              <a:ext uri="{FF2B5EF4-FFF2-40B4-BE49-F238E27FC236}">
                <a16:creationId xmlns:a16="http://schemas.microsoft.com/office/drawing/2014/main" id="{A063B961-54A7-B505-69AC-F4914BDA5E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7b2d62e5a2_2_156:notes">
            <a:extLst>
              <a:ext uri="{FF2B5EF4-FFF2-40B4-BE49-F238E27FC236}">
                <a16:creationId xmlns:a16="http://schemas.microsoft.com/office/drawing/2014/main" id="{9505E7F7-6B83-8729-38FC-D7E856441E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48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29451F49-E388-F750-D522-B2B7567F3597}"/>
            </a:ext>
          </a:extLst>
        </p:cNvPr>
        <p:cNvGrpSpPr/>
        <p:nvPr/>
      </p:nvGrpSpPr>
      <p:grpSpPr>
        <a:xfrm>
          <a:off x="0" y="0"/>
          <a:ext cx="0" cy="0"/>
          <a:chOff x="0" y="0"/>
          <a:chExt cx="0" cy="0"/>
        </a:xfrm>
      </p:grpSpPr>
      <p:sp>
        <p:nvSpPr>
          <p:cNvPr id="483" name="Google Shape;483;g37b2d62e5a2_2_156:notes">
            <a:extLst>
              <a:ext uri="{FF2B5EF4-FFF2-40B4-BE49-F238E27FC236}">
                <a16:creationId xmlns:a16="http://schemas.microsoft.com/office/drawing/2014/main" id="{15706B39-903B-1B96-3739-794773E910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7b2d62e5a2_2_156:notes">
            <a:extLst>
              <a:ext uri="{FF2B5EF4-FFF2-40B4-BE49-F238E27FC236}">
                <a16:creationId xmlns:a16="http://schemas.microsoft.com/office/drawing/2014/main" id="{2227CCA3-6132-3199-2B3F-0F94456EEF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46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12771E01-0E11-8D23-6ED3-3EFE9BC999B5}"/>
            </a:ext>
          </a:extLst>
        </p:cNvPr>
        <p:cNvGrpSpPr/>
        <p:nvPr/>
      </p:nvGrpSpPr>
      <p:grpSpPr>
        <a:xfrm>
          <a:off x="0" y="0"/>
          <a:ext cx="0" cy="0"/>
          <a:chOff x="0" y="0"/>
          <a:chExt cx="0" cy="0"/>
        </a:xfrm>
      </p:grpSpPr>
      <p:sp>
        <p:nvSpPr>
          <p:cNvPr id="483" name="Google Shape;483;g37b2d62e5a2_2_156:notes">
            <a:extLst>
              <a:ext uri="{FF2B5EF4-FFF2-40B4-BE49-F238E27FC236}">
                <a16:creationId xmlns:a16="http://schemas.microsoft.com/office/drawing/2014/main" id="{59BE03BA-7D6D-F461-49AF-5F07A972F0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7b2d62e5a2_2_156:notes">
            <a:extLst>
              <a:ext uri="{FF2B5EF4-FFF2-40B4-BE49-F238E27FC236}">
                <a16:creationId xmlns:a16="http://schemas.microsoft.com/office/drawing/2014/main" id="{DBFE2C77-D4B6-0B71-1D5C-3A56CF6819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8491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a:extLst>
            <a:ext uri="{FF2B5EF4-FFF2-40B4-BE49-F238E27FC236}">
              <a16:creationId xmlns:a16="http://schemas.microsoft.com/office/drawing/2014/main" id="{36387526-6603-118E-0F7E-AE2A5B4AE01E}"/>
            </a:ext>
          </a:extLst>
        </p:cNvPr>
        <p:cNvGrpSpPr/>
        <p:nvPr/>
      </p:nvGrpSpPr>
      <p:grpSpPr>
        <a:xfrm>
          <a:off x="0" y="0"/>
          <a:ext cx="0" cy="0"/>
          <a:chOff x="0" y="0"/>
          <a:chExt cx="0" cy="0"/>
        </a:xfrm>
      </p:grpSpPr>
      <p:sp>
        <p:nvSpPr>
          <p:cNvPr id="475" name="Google Shape;475;g37637ed14d2_0_0:notes">
            <a:extLst>
              <a:ext uri="{FF2B5EF4-FFF2-40B4-BE49-F238E27FC236}">
                <a16:creationId xmlns:a16="http://schemas.microsoft.com/office/drawing/2014/main" id="{7DE06FF7-54EA-8FF1-186E-07C3E20BB25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b="1" dirty="0"/>
              <a:t>Business-focused products (Orange):</a:t>
            </a:r>
            <a:endParaRPr lang="en-US" dirty="0"/>
          </a:p>
          <a:p>
            <a:r>
              <a:rPr lang="en-US" b="1" dirty="0"/>
              <a:t>Business Case:</a:t>
            </a:r>
            <a:r>
              <a:rPr lang="en-US" dirty="0"/>
              <a:t> Defines justification and ongoing validity of the project.</a:t>
            </a:r>
          </a:p>
          <a:p>
            <a:r>
              <a:rPr lang="en-US" b="1" dirty="0" err="1"/>
              <a:t>Prioritised</a:t>
            </a:r>
            <a:r>
              <a:rPr lang="en-US" b="1" dirty="0"/>
              <a:t> Requirements List:</a:t>
            </a:r>
            <a:r>
              <a:rPr lang="en-US" dirty="0"/>
              <a:t> Maintains evolving business needs, ordered by priority.</a:t>
            </a:r>
          </a:p>
          <a:p>
            <a:r>
              <a:rPr lang="en-US" b="1" dirty="0"/>
              <a:t>Supporting Materials:</a:t>
            </a:r>
            <a:r>
              <a:rPr lang="en-US" dirty="0"/>
              <a:t> Documents and inputs supporting requirements and design.</a:t>
            </a:r>
          </a:p>
          <a:p>
            <a:r>
              <a:rPr lang="en-US" b="1" dirty="0"/>
              <a:t>Benefits Assessment:</a:t>
            </a:r>
            <a:r>
              <a:rPr lang="en-US" dirty="0"/>
              <a:t> Evaluates whether expected business benefits have been achieved.</a:t>
            </a:r>
          </a:p>
          <a:p>
            <a:r>
              <a:rPr lang="en-US" b="1" dirty="0"/>
              <a:t>Solution-focused products (Green):</a:t>
            </a:r>
            <a:endParaRPr lang="en-US" dirty="0"/>
          </a:p>
          <a:p>
            <a:r>
              <a:rPr lang="en-US" b="1" dirty="0"/>
              <a:t>Solution Architecture Definition:</a:t>
            </a:r>
            <a:r>
              <a:rPr lang="en-US" dirty="0"/>
              <a:t> Outlines high-level structure and design of the solution.</a:t>
            </a:r>
          </a:p>
          <a:p>
            <a:r>
              <a:rPr lang="en-US" b="1" dirty="0"/>
              <a:t>Development Approach Definition:</a:t>
            </a:r>
            <a:r>
              <a:rPr lang="en-US" dirty="0"/>
              <a:t> Defines how the solution will be built and evolved.</a:t>
            </a:r>
          </a:p>
          <a:p>
            <a:r>
              <a:rPr lang="en-US" b="1" dirty="0"/>
              <a:t>Evolving Solution:</a:t>
            </a:r>
            <a:r>
              <a:rPr lang="en-US" dirty="0"/>
              <a:t> The core deliverable, refined through iterations.</a:t>
            </a:r>
          </a:p>
          <a:p>
            <a:r>
              <a:rPr lang="en-US" b="1" dirty="0"/>
              <a:t>Prototypes / Models / Testing &amp; Assurance:</a:t>
            </a:r>
            <a:r>
              <a:rPr lang="en-US" dirty="0"/>
              <a:t> Artefacts supporting solution exploration and validation.</a:t>
            </a:r>
          </a:p>
          <a:p>
            <a:r>
              <a:rPr lang="en-US" b="1" dirty="0"/>
              <a:t>Solution Increment / Deployed Solution:</a:t>
            </a:r>
            <a:r>
              <a:rPr lang="en-US" dirty="0"/>
              <a:t> Completed parts delivered into use.</a:t>
            </a:r>
          </a:p>
          <a:p>
            <a:r>
              <a:rPr lang="en-US" b="1" dirty="0"/>
              <a:t>Management/control products (Blue):</a:t>
            </a:r>
            <a:endParaRPr lang="en-US" dirty="0"/>
          </a:p>
          <a:p>
            <a:r>
              <a:rPr lang="en-US" b="1" dirty="0"/>
              <a:t>Delivery Plan:</a:t>
            </a:r>
            <a:r>
              <a:rPr lang="en-US" dirty="0"/>
              <a:t> High-level schedule for delivering the solution.</a:t>
            </a:r>
          </a:p>
          <a:p>
            <a:r>
              <a:rPr lang="en-US" b="1" dirty="0"/>
              <a:t>Management Approach Definition:</a:t>
            </a:r>
            <a:r>
              <a:rPr lang="en-US" dirty="0"/>
              <a:t> Describes governance, monitoring, and reporting.</a:t>
            </a:r>
          </a:p>
          <a:p>
            <a:r>
              <a:rPr lang="en-US" b="1" dirty="0"/>
              <a:t>Timebox Plan &amp; Review Records:</a:t>
            </a:r>
            <a:r>
              <a:rPr lang="en-US" dirty="0"/>
              <a:t> Short-cycle plans and progress records.</a:t>
            </a:r>
          </a:p>
          <a:p>
            <a:r>
              <a:rPr lang="en-US" b="1" dirty="0"/>
              <a:t>Feasibility Assessment / Foundations Summary:</a:t>
            </a:r>
            <a:r>
              <a:rPr lang="en-US" dirty="0"/>
              <a:t> Early justification and baseline understanding.</a:t>
            </a:r>
          </a:p>
          <a:p>
            <a:r>
              <a:rPr lang="en-US" b="1" dirty="0"/>
              <a:t>Project Review Report:</a:t>
            </a:r>
            <a:r>
              <a:rPr lang="en-US" dirty="0"/>
              <a:t> Captures performance and lessons learned.</a:t>
            </a:r>
          </a:p>
          <a:p>
            <a:r>
              <a:rPr lang="en-US" b="1" dirty="0"/>
              <a:t>Governance Products (marked "G"):</a:t>
            </a:r>
            <a:endParaRPr lang="en-US" dirty="0"/>
          </a:p>
          <a:p>
            <a:r>
              <a:rPr lang="en-US" dirty="0"/>
              <a:t>Used for approval gateways, compliance, and demonstrating alignment with corporate/regulatory standards.</a:t>
            </a:r>
          </a:p>
          <a:p>
            <a:pPr marL="0" lvl="0" indent="0" algn="l" rtl="0">
              <a:spcBef>
                <a:spcPts val="0"/>
              </a:spcBef>
              <a:spcAft>
                <a:spcPts val="0"/>
              </a:spcAft>
              <a:buNone/>
            </a:pPr>
            <a:endParaRPr dirty="0"/>
          </a:p>
        </p:txBody>
      </p:sp>
      <p:sp>
        <p:nvSpPr>
          <p:cNvPr id="476" name="Google Shape;476;g37637ed14d2_0_0:notes">
            <a:extLst>
              <a:ext uri="{FF2B5EF4-FFF2-40B4-BE49-F238E27FC236}">
                <a16:creationId xmlns:a16="http://schemas.microsoft.com/office/drawing/2014/main" id="{9E94FE2D-9F43-3C32-431C-ED91B89D7A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9870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37b2d62e5a2_2_3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g37b2d62e5a2_2_3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a:extLst>
            <a:ext uri="{FF2B5EF4-FFF2-40B4-BE49-F238E27FC236}">
              <a16:creationId xmlns:a16="http://schemas.microsoft.com/office/drawing/2014/main" id="{5AE35D5F-87B1-D1C8-093F-0CA83D3823F7}"/>
            </a:ext>
          </a:extLst>
        </p:cNvPr>
        <p:cNvGrpSpPr/>
        <p:nvPr/>
      </p:nvGrpSpPr>
      <p:grpSpPr>
        <a:xfrm>
          <a:off x="0" y="0"/>
          <a:ext cx="0" cy="0"/>
          <a:chOff x="0" y="0"/>
          <a:chExt cx="0" cy="0"/>
        </a:xfrm>
      </p:grpSpPr>
      <p:sp>
        <p:nvSpPr>
          <p:cNvPr id="684" name="Google Shape;684;g37637ed14d2_0_68:notes">
            <a:extLst>
              <a:ext uri="{FF2B5EF4-FFF2-40B4-BE49-F238E27FC236}">
                <a16:creationId xmlns:a16="http://schemas.microsoft.com/office/drawing/2014/main" id="{7231183E-5A9F-3A2B-5349-C1AADD41679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g37637ed14d2_0_68:notes">
            <a:extLst>
              <a:ext uri="{FF2B5EF4-FFF2-40B4-BE49-F238E27FC236}">
                <a16:creationId xmlns:a16="http://schemas.microsoft.com/office/drawing/2014/main" id="{3639D934-F041-313A-1564-214B19A5F2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7192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a:extLst>
            <a:ext uri="{FF2B5EF4-FFF2-40B4-BE49-F238E27FC236}">
              <a16:creationId xmlns:a16="http://schemas.microsoft.com/office/drawing/2014/main" id="{CE8ADE05-5DF7-E883-6F58-B5E555084ADA}"/>
            </a:ext>
          </a:extLst>
        </p:cNvPr>
        <p:cNvGrpSpPr/>
        <p:nvPr/>
      </p:nvGrpSpPr>
      <p:grpSpPr>
        <a:xfrm>
          <a:off x="0" y="0"/>
          <a:ext cx="0" cy="0"/>
          <a:chOff x="0" y="0"/>
          <a:chExt cx="0" cy="0"/>
        </a:xfrm>
      </p:grpSpPr>
      <p:sp>
        <p:nvSpPr>
          <p:cNvPr id="684" name="Google Shape;684;g37637ed14d2_0_68:notes">
            <a:extLst>
              <a:ext uri="{FF2B5EF4-FFF2-40B4-BE49-F238E27FC236}">
                <a16:creationId xmlns:a16="http://schemas.microsoft.com/office/drawing/2014/main" id="{727A05D9-B7E5-F6DE-B2F4-D68DA70C409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g37637ed14d2_0_68:notes">
            <a:extLst>
              <a:ext uri="{FF2B5EF4-FFF2-40B4-BE49-F238E27FC236}">
                <a16:creationId xmlns:a16="http://schemas.microsoft.com/office/drawing/2014/main" id="{F5760F37-CB96-4612-3DD0-4CECC27608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4740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a:extLst>
            <a:ext uri="{FF2B5EF4-FFF2-40B4-BE49-F238E27FC236}">
              <a16:creationId xmlns:a16="http://schemas.microsoft.com/office/drawing/2014/main" id="{E85CA1D5-E752-4E64-7322-3D263C2615BA}"/>
            </a:ext>
          </a:extLst>
        </p:cNvPr>
        <p:cNvGrpSpPr/>
        <p:nvPr/>
      </p:nvGrpSpPr>
      <p:grpSpPr>
        <a:xfrm>
          <a:off x="0" y="0"/>
          <a:ext cx="0" cy="0"/>
          <a:chOff x="0" y="0"/>
          <a:chExt cx="0" cy="0"/>
        </a:xfrm>
      </p:grpSpPr>
      <p:sp>
        <p:nvSpPr>
          <p:cNvPr id="684" name="Google Shape;684;g37637ed14d2_0_68:notes">
            <a:extLst>
              <a:ext uri="{FF2B5EF4-FFF2-40B4-BE49-F238E27FC236}">
                <a16:creationId xmlns:a16="http://schemas.microsoft.com/office/drawing/2014/main" id="{966D2318-C2FA-7A6E-38E0-F5E0FD193CB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g37637ed14d2_0_68:notes">
            <a:extLst>
              <a:ext uri="{FF2B5EF4-FFF2-40B4-BE49-F238E27FC236}">
                <a16:creationId xmlns:a16="http://schemas.microsoft.com/office/drawing/2014/main" id="{3164FA40-A1A5-FD6D-E8B3-CC85A3334C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8693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a:extLst>
            <a:ext uri="{FF2B5EF4-FFF2-40B4-BE49-F238E27FC236}">
              <a16:creationId xmlns:a16="http://schemas.microsoft.com/office/drawing/2014/main" id="{15BFCAF2-39F0-A44D-0A24-2C9794060CA1}"/>
            </a:ext>
          </a:extLst>
        </p:cNvPr>
        <p:cNvGrpSpPr/>
        <p:nvPr/>
      </p:nvGrpSpPr>
      <p:grpSpPr>
        <a:xfrm>
          <a:off x="0" y="0"/>
          <a:ext cx="0" cy="0"/>
          <a:chOff x="0" y="0"/>
          <a:chExt cx="0" cy="0"/>
        </a:xfrm>
      </p:grpSpPr>
      <p:sp>
        <p:nvSpPr>
          <p:cNvPr id="684" name="Google Shape;684;g37637ed14d2_0_68:notes">
            <a:extLst>
              <a:ext uri="{FF2B5EF4-FFF2-40B4-BE49-F238E27FC236}">
                <a16:creationId xmlns:a16="http://schemas.microsoft.com/office/drawing/2014/main" id="{26845CF7-E2B7-4ADA-AB6A-EAEB72EA615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g37637ed14d2_0_68:notes">
            <a:extLst>
              <a:ext uri="{FF2B5EF4-FFF2-40B4-BE49-F238E27FC236}">
                <a16:creationId xmlns:a16="http://schemas.microsoft.com/office/drawing/2014/main" id="{3E8FCE89-189B-DAB9-03D5-814BA6F897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6072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a:extLst>
            <a:ext uri="{FF2B5EF4-FFF2-40B4-BE49-F238E27FC236}">
              <a16:creationId xmlns:a16="http://schemas.microsoft.com/office/drawing/2014/main" id="{25E21ECD-E1C0-1863-8DDE-26B1288DE317}"/>
            </a:ext>
          </a:extLst>
        </p:cNvPr>
        <p:cNvGrpSpPr/>
        <p:nvPr/>
      </p:nvGrpSpPr>
      <p:grpSpPr>
        <a:xfrm>
          <a:off x="0" y="0"/>
          <a:ext cx="0" cy="0"/>
          <a:chOff x="0" y="0"/>
          <a:chExt cx="0" cy="0"/>
        </a:xfrm>
      </p:grpSpPr>
      <p:sp>
        <p:nvSpPr>
          <p:cNvPr id="684" name="Google Shape;684;g37637ed14d2_0_68:notes">
            <a:extLst>
              <a:ext uri="{FF2B5EF4-FFF2-40B4-BE49-F238E27FC236}">
                <a16:creationId xmlns:a16="http://schemas.microsoft.com/office/drawing/2014/main" id="{E8D19829-B812-806B-4B0D-DCED84ADDA5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g37637ed14d2_0_68:notes">
            <a:extLst>
              <a:ext uri="{FF2B5EF4-FFF2-40B4-BE49-F238E27FC236}">
                <a16:creationId xmlns:a16="http://schemas.microsoft.com/office/drawing/2014/main" id="{319D06BA-39FD-CF99-EC8A-60B81D6FB2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498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6" name="Google Shape;7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Layout01">
  <p:cSld name="Layout01">
    <p:spTree>
      <p:nvGrpSpPr>
        <p:cNvPr id="1" name="Shape 19"/>
        <p:cNvGrpSpPr/>
        <p:nvPr/>
      </p:nvGrpSpPr>
      <p:grpSpPr>
        <a:xfrm>
          <a:off x="0" y="0"/>
          <a:ext cx="0" cy="0"/>
          <a:chOff x="0" y="0"/>
          <a:chExt cx="0" cy="0"/>
        </a:xfrm>
      </p:grpSpPr>
      <p:pic>
        <p:nvPicPr>
          <p:cNvPr id="20" name="Google Shape;20;p14" descr="Background pattern&#10;&#10;Description automatically generated"/>
          <p:cNvPicPr preferRelativeResize="0"/>
          <p:nvPr/>
        </p:nvPicPr>
        <p:blipFill rotWithShape="1">
          <a:blip r:embed="rId2">
            <a:alphaModFix amt="63000"/>
          </a:blip>
          <a:srcRect/>
          <a:stretch/>
        </p:blipFill>
        <p:spPr>
          <a:xfrm rot="10800000" flipH="1">
            <a:off x="1390488" y="0"/>
            <a:ext cx="10801512" cy="6858000"/>
          </a:xfrm>
          <a:prstGeom prst="rect">
            <a:avLst/>
          </a:prstGeom>
          <a:noFill/>
          <a:ln>
            <a:noFill/>
          </a:ln>
        </p:spPr>
      </p:pic>
      <p:sp>
        <p:nvSpPr>
          <p:cNvPr id="21" name="Google Shape;21;p14"/>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14"/>
          <p:cNvSpPr/>
          <p:nvPr/>
        </p:nvSpPr>
        <p:spPr>
          <a:xfrm rot="10800000" flipH="1">
            <a:off x="2395148" y="-4501"/>
            <a:ext cx="4843223" cy="6862501"/>
          </a:xfrm>
          <a:custGeom>
            <a:avLst/>
            <a:gdLst/>
            <a:ahLst/>
            <a:cxnLst/>
            <a:rect l="l" t="t" r="r" b="b"/>
            <a:pathLst>
              <a:path w="3347129" h="6834887" extrusionOk="0">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23;p14"/>
          <p:cNvSpPr txBox="1">
            <a:spLocks noGrp="1"/>
          </p:cNvSpPr>
          <p:nvPr>
            <p:ph type="title"/>
          </p:nvPr>
        </p:nvSpPr>
        <p:spPr>
          <a:xfrm>
            <a:off x="584603" y="2120702"/>
            <a:ext cx="4120911" cy="264429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14"/>
          <p:cNvSpPr/>
          <p:nvPr/>
        </p:nvSpPr>
        <p:spPr>
          <a:xfrm rot="5400000">
            <a:off x="-765719" y="3361414"/>
            <a:ext cx="1662113" cy="130676"/>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5" name="Google Shape;25;p14" descr="Logo&#10;&#10;Description automatically generated"/>
          <p:cNvPicPr preferRelativeResize="0"/>
          <p:nvPr/>
        </p:nvPicPr>
        <p:blipFill rotWithShape="1">
          <a:blip r:embed="rId3">
            <a:alphaModFix/>
          </a:blip>
          <a:srcRect/>
          <a:stretch/>
        </p:blipFill>
        <p:spPr>
          <a:xfrm>
            <a:off x="9371467" y="404628"/>
            <a:ext cx="2133841" cy="720849"/>
          </a:xfrm>
          <a:prstGeom prst="rect">
            <a:avLst/>
          </a:prstGeom>
          <a:noFill/>
          <a:ln>
            <a:noFill/>
          </a:ln>
        </p:spPr>
      </p:pic>
      <p:pic>
        <p:nvPicPr>
          <p:cNvPr id="26" name="Google Shape;26;p14"/>
          <p:cNvPicPr preferRelativeResize="0"/>
          <p:nvPr/>
        </p:nvPicPr>
        <p:blipFill rotWithShape="1">
          <a:blip r:embed="rId4">
            <a:alphaModFix/>
          </a:blip>
          <a:srcRect/>
          <a:stretch/>
        </p:blipFill>
        <p:spPr>
          <a:xfrm>
            <a:off x="8044256" y="6511235"/>
            <a:ext cx="3922822" cy="2198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27"/>
        <p:cNvGrpSpPr/>
        <p:nvPr/>
      </p:nvGrpSpPr>
      <p:grpSpPr>
        <a:xfrm>
          <a:off x="0" y="0"/>
          <a:ext cx="0" cy="0"/>
          <a:chOff x="0" y="0"/>
          <a:chExt cx="0" cy="0"/>
        </a:xfrm>
      </p:grpSpPr>
      <p:cxnSp>
        <p:nvCxnSpPr>
          <p:cNvPr id="28" name="Google Shape;28;p15"/>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29" name="Google Shape;29;p15"/>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15"/>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1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2" name="Google Shape;32;p15"/>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33"/>
        <p:cNvGrpSpPr/>
        <p:nvPr/>
      </p:nvGrpSpPr>
      <p:grpSpPr>
        <a:xfrm>
          <a:off x="0" y="0"/>
          <a:ext cx="0" cy="0"/>
          <a:chOff x="0" y="0"/>
          <a:chExt cx="0" cy="0"/>
        </a:xfrm>
      </p:grpSpPr>
      <p:sp>
        <p:nvSpPr>
          <p:cNvPr id="34" name="Google Shape;34;p18"/>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5" name="Google Shape;35;p18"/>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36" name="Google Shape;36;p18"/>
          <p:cNvSpPr>
            <a:spLocks noGrp="1"/>
          </p:cNvSpPr>
          <p:nvPr>
            <p:ph type="pic" idx="2"/>
          </p:nvPr>
        </p:nvSpPr>
        <p:spPr>
          <a:xfrm>
            <a:off x="0" y="0"/>
            <a:ext cx="7645186" cy="6861429"/>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37"/>
        <p:cNvGrpSpPr/>
        <p:nvPr/>
      </p:nvGrpSpPr>
      <p:grpSpPr>
        <a:xfrm>
          <a:off x="0" y="0"/>
          <a:ext cx="0" cy="0"/>
          <a:chOff x="0" y="0"/>
          <a:chExt cx="0" cy="0"/>
        </a:xfrm>
      </p:grpSpPr>
      <p:sp>
        <p:nvSpPr>
          <p:cNvPr id="38" name="Google Shape;38;p1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9" name="Google Shape;39;p19"/>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0" name="Google Shape;40;p19"/>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1" name="Google Shape;41;p19"/>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2" name="Google Shape;4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43"/>
        <p:cNvGrpSpPr/>
        <p:nvPr/>
      </p:nvGrpSpPr>
      <p:grpSpPr>
        <a:xfrm>
          <a:off x="0" y="0"/>
          <a:ext cx="0" cy="0"/>
          <a:chOff x="0" y="0"/>
          <a:chExt cx="0" cy="0"/>
        </a:xfrm>
      </p:grpSpPr>
      <p:sp>
        <p:nvSpPr>
          <p:cNvPr id="44" name="Google Shape;44;p20"/>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 name="Google Shape;45;p2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6" name="Google Shape;46;p20"/>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 name="Google Shape;47;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48"/>
        <p:cNvGrpSpPr/>
        <p:nvPr/>
      </p:nvGrpSpPr>
      <p:grpSpPr>
        <a:xfrm>
          <a:off x="0" y="0"/>
          <a:ext cx="0" cy="0"/>
          <a:chOff x="0" y="0"/>
          <a:chExt cx="0" cy="0"/>
        </a:xfrm>
      </p:grpSpPr>
      <p:sp>
        <p:nvSpPr>
          <p:cNvPr id="49" name="Google Shape;49;p2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50" name="Google Shape;50;p21"/>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 name="Google Shape;51;p21"/>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52"/>
        <p:cNvGrpSpPr/>
        <p:nvPr/>
      </p:nvGrpSpPr>
      <p:grpSpPr>
        <a:xfrm>
          <a:off x="0" y="0"/>
          <a:ext cx="0" cy="0"/>
          <a:chOff x="0" y="0"/>
          <a:chExt cx="0" cy="0"/>
        </a:xfrm>
      </p:grpSpPr>
      <p:cxnSp>
        <p:nvCxnSpPr>
          <p:cNvPr id="53" name="Google Shape;53;p22"/>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54" name="Google Shape;54;p22"/>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5" name="Google Shape;55;p22"/>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22"/>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7" name="Google Shape;57;p22"/>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2"/>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60"/>
        <p:cNvGrpSpPr/>
        <p:nvPr/>
      </p:nvGrpSpPr>
      <p:grpSpPr>
        <a:xfrm>
          <a:off x="0" y="0"/>
          <a:ext cx="0" cy="0"/>
          <a:chOff x="0" y="0"/>
          <a:chExt cx="0" cy="0"/>
        </a:xfrm>
      </p:grpSpPr>
      <p:sp>
        <p:nvSpPr>
          <p:cNvPr id="61" name="Google Shape;61;p23"/>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2" name="Google Shape;62;p2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63" name="Google Shape;6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23"/>
          <p:cNvSpPr>
            <a:spLocks noGrp="1"/>
          </p:cNvSpPr>
          <p:nvPr>
            <p:ph type="pic" idx="2"/>
          </p:nvPr>
        </p:nvSpPr>
        <p:spPr>
          <a:xfrm>
            <a:off x="738551" y="2110157"/>
            <a:ext cx="3681046" cy="3910612"/>
          </a:xfrm>
          <a:prstGeom prst="flowChartInputOutput">
            <a:avLst/>
          </a:prstGeom>
          <a:noFill/>
          <a:ln>
            <a:noFill/>
          </a:ln>
        </p:spPr>
      </p:sp>
      <p:sp>
        <p:nvSpPr>
          <p:cNvPr id="65" name="Google Shape;65;p23"/>
          <p:cNvSpPr>
            <a:spLocks noGrp="1"/>
          </p:cNvSpPr>
          <p:nvPr>
            <p:ph type="pic" idx="3"/>
          </p:nvPr>
        </p:nvSpPr>
        <p:spPr>
          <a:xfrm>
            <a:off x="4112204" y="2110157"/>
            <a:ext cx="3681046" cy="3910612"/>
          </a:xfrm>
          <a:prstGeom prst="flowChartInputOutput">
            <a:avLst/>
          </a:prstGeom>
          <a:noFill/>
          <a:ln>
            <a:noFill/>
          </a:ln>
        </p:spPr>
      </p:sp>
      <p:sp>
        <p:nvSpPr>
          <p:cNvPr id="66" name="Google Shape;66;p23"/>
          <p:cNvSpPr>
            <a:spLocks noGrp="1"/>
          </p:cNvSpPr>
          <p:nvPr>
            <p:ph type="pic" idx="4"/>
          </p:nvPr>
        </p:nvSpPr>
        <p:spPr>
          <a:xfrm>
            <a:off x="7504930" y="2110157"/>
            <a:ext cx="3681046" cy="3910612"/>
          </a:xfrm>
          <a:prstGeom prst="flowChartInputOutpu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67"/>
        <p:cNvGrpSpPr/>
        <p:nvPr/>
      </p:nvGrpSpPr>
      <p:grpSpPr>
        <a:xfrm>
          <a:off x="0" y="0"/>
          <a:ext cx="0" cy="0"/>
          <a:chOff x="0" y="0"/>
          <a:chExt cx="0" cy="0"/>
        </a:xfrm>
      </p:grpSpPr>
      <p:sp>
        <p:nvSpPr>
          <p:cNvPr id="68" name="Google Shape;68;p24"/>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9" name="Google Shape;69;p24"/>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70" name="Google Shape;70;p24"/>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71" name="Google Shape;71;p2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72" name="Google Shape;72;p24"/>
          <p:cNvSpPr>
            <a:spLocks noGrp="1"/>
          </p:cNvSpPr>
          <p:nvPr>
            <p:ph type="pic" idx="2"/>
          </p:nvPr>
        </p:nvSpPr>
        <p:spPr>
          <a:xfrm>
            <a:off x="103240" y="0"/>
            <a:ext cx="5615898" cy="6442797"/>
          </a:xfrm>
          <a:prstGeom prst="flowChartInputOutput">
            <a:avLst/>
          </a:prstGeom>
          <a:noFill/>
          <a:ln>
            <a:noFill/>
          </a:ln>
        </p:spPr>
      </p:sp>
      <p:sp>
        <p:nvSpPr>
          <p:cNvPr id="73" name="Google Shape;73;p24"/>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74"/>
        <p:cNvGrpSpPr/>
        <p:nvPr/>
      </p:nvGrpSpPr>
      <p:grpSpPr>
        <a:xfrm>
          <a:off x="0" y="0"/>
          <a:ext cx="0" cy="0"/>
          <a:chOff x="0" y="0"/>
          <a:chExt cx="0" cy="0"/>
        </a:xfrm>
      </p:grpSpPr>
      <p:sp>
        <p:nvSpPr>
          <p:cNvPr id="75" name="Google Shape;75;p25"/>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6" name="Google Shape;76;p25"/>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7" name="Google Shape;77;p25"/>
          <p:cNvSpPr>
            <a:spLocks noGrp="1"/>
          </p:cNvSpPr>
          <p:nvPr>
            <p:ph type="pic" idx="2"/>
          </p:nvPr>
        </p:nvSpPr>
        <p:spPr>
          <a:xfrm>
            <a:off x="0" y="0"/>
            <a:ext cx="4763924" cy="6356350"/>
          </a:xfrm>
          <a:prstGeom prst="rect">
            <a:avLst/>
          </a:prstGeom>
          <a:noFill/>
          <a:ln>
            <a:noFill/>
          </a:ln>
        </p:spPr>
      </p:sp>
      <p:sp>
        <p:nvSpPr>
          <p:cNvPr id="78" name="Google Shape;78;p25"/>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80"/>
        <p:cNvGrpSpPr/>
        <p:nvPr/>
      </p:nvGrpSpPr>
      <p:grpSpPr>
        <a:xfrm>
          <a:off x="0" y="0"/>
          <a:ext cx="0" cy="0"/>
          <a:chOff x="0" y="0"/>
          <a:chExt cx="0" cy="0"/>
        </a:xfrm>
      </p:grpSpPr>
      <p:sp>
        <p:nvSpPr>
          <p:cNvPr id="81" name="Google Shape;81;p26"/>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2" name="Google Shape;82;p26"/>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3" name="Google Shape;83;p26"/>
          <p:cNvSpPr>
            <a:spLocks noGrp="1"/>
          </p:cNvSpPr>
          <p:nvPr>
            <p:ph type="pic" idx="2"/>
          </p:nvPr>
        </p:nvSpPr>
        <p:spPr>
          <a:xfrm>
            <a:off x="0" y="-13856"/>
            <a:ext cx="7647882" cy="6871856"/>
          </a:xfrm>
          <a:prstGeom prst="parallelogram">
            <a:avLst>
              <a:gd name="adj" fmla="val 33669"/>
            </a:avLst>
          </a:prstGeom>
          <a:noFill/>
          <a:ln>
            <a:noFill/>
          </a:ln>
        </p:spPr>
      </p:sp>
      <p:sp>
        <p:nvSpPr>
          <p:cNvPr id="84" name="Google Shape;84;p2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85" name="Google Shape;85;p26"/>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86"/>
        <p:cNvGrpSpPr/>
        <p:nvPr/>
      </p:nvGrpSpPr>
      <p:grpSpPr>
        <a:xfrm>
          <a:off x="0" y="0"/>
          <a:ext cx="0" cy="0"/>
          <a:chOff x="0" y="0"/>
          <a:chExt cx="0" cy="0"/>
        </a:xfrm>
      </p:grpSpPr>
      <p:sp>
        <p:nvSpPr>
          <p:cNvPr id="87" name="Google Shape;87;p2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88" name="Google Shape;8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89"/>
        <p:cNvGrpSpPr/>
        <p:nvPr/>
      </p:nvGrpSpPr>
      <p:grpSpPr>
        <a:xfrm>
          <a:off x="0" y="0"/>
          <a:ext cx="0" cy="0"/>
          <a:chOff x="0" y="0"/>
          <a:chExt cx="0" cy="0"/>
        </a:xfrm>
      </p:grpSpPr>
      <p:sp>
        <p:nvSpPr>
          <p:cNvPr id="90" name="Google Shape;90;p28"/>
          <p:cNvSpPr>
            <a:spLocks noGrp="1"/>
          </p:cNvSpPr>
          <p:nvPr>
            <p:ph type="pic" idx="2"/>
          </p:nvPr>
        </p:nvSpPr>
        <p:spPr>
          <a:xfrm>
            <a:off x="-1" y="-2358"/>
            <a:ext cx="7753847" cy="6863012"/>
          </a:xfrm>
          <a:prstGeom prst="rect">
            <a:avLst/>
          </a:prstGeom>
          <a:noFill/>
          <a:ln>
            <a:noFill/>
          </a:ln>
        </p:spPr>
      </p:sp>
      <p:sp>
        <p:nvSpPr>
          <p:cNvPr id="91" name="Google Shape;91;p28"/>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2" name="Google Shape;92;p28"/>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28"/>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4" name="Google Shape;94;p2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None/>
              <a:defRPr sz="1200" b="0" i="0" u="none" strike="noStrike" cap="none">
                <a:solidFill>
                  <a:schemeClr val="lt1"/>
                </a:solidFill>
                <a:latin typeface="Roboto"/>
                <a:ea typeface="Roboto"/>
                <a:cs typeface="Roboto"/>
                <a:sym typeface="Roboto"/>
              </a:defRPr>
            </a:lvl1pPr>
            <a:lvl2pPr marL="0" marR="0" lvl="1" indent="0" algn="ctr">
              <a:spcBef>
                <a:spcPts val="0"/>
              </a:spcBef>
              <a:spcAft>
                <a:spcPts val="0"/>
              </a:spcAft>
              <a:buNone/>
              <a:defRPr sz="1200" b="0" i="0" u="none" strike="noStrike" cap="none">
                <a:solidFill>
                  <a:schemeClr val="lt1"/>
                </a:solidFill>
                <a:latin typeface="Roboto"/>
                <a:ea typeface="Roboto"/>
                <a:cs typeface="Roboto"/>
                <a:sym typeface="Roboto"/>
              </a:defRPr>
            </a:lvl2pPr>
            <a:lvl3pPr marL="0" marR="0" lvl="2" indent="0" algn="ctr">
              <a:spcBef>
                <a:spcPts val="0"/>
              </a:spcBef>
              <a:spcAft>
                <a:spcPts val="0"/>
              </a:spcAft>
              <a:buNone/>
              <a:defRPr sz="1200" b="0" i="0" u="none" strike="noStrike" cap="none">
                <a:solidFill>
                  <a:schemeClr val="lt1"/>
                </a:solidFill>
                <a:latin typeface="Roboto"/>
                <a:ea typeface="Roboto"/>
                <a:cs typeface="Roboto"/>
                <a:sym typeface="Roboto"/>
              </a:defRPr>
            </a:lvl3pPr>
            <a:lvl4pPr marL="0" marR="0" lvl="3" indent="0" algn="ctr">
              <a:spcBef>
                <a:spcPts val="0"/>
              </a:spcBef>
              <a:spcAft>
                <a:spcPts val="0"/>
              </a:spcAft>
              <a:buNone/>
              <a:defRPr sz="1200" b="0" i="0" u="none" strike="noStrike" cap="none">
                <a:solidFill>
                  <a:schemeClr val="lt1"/>
                </a:solidFill>
                <a:latin typeface="Roboto"/>
                <a:ea typeface="Roboto"/>
                <a:cs typeface="Roboto"/>
                <a:sym typeface="Roboto"/>
              </a:defRPr>
            </a:lvl4pPr>
            <a:lvl5pPr marL="0" marR="0" lvl="4" indent="0" algn="ctr">
              <a:spcBef>
                <a:spcPts val="0"/>
              </a:spcBef>
              <a:spcAft>
                <a:spcPts val="0"/>
              </a:spcAft>
              <a:buNone/>
              <a:defRPr sz="1200" b="0" i="0" u="none" strike="noStrike" cap="none">
                <a:solidFill>
                  <a:schemeClr val="lt1"/>
                </a:solidFill>
                <a:latin typeface="Roboto"/>
                <a:ea typeface="Roboto"/>
                <a:cs typeface="Roboto"/>
                <a:sym typeface="Roboto"/>
              </a:defRPr>
            </a:lvl5pPr>
            <a:lvl6pPr marL="0" marR="0" lvl="5" indent="0" algn="ctr">
              <a:spcBef>
                <a:spcPts val="0"/>
              </a:spcBef>
              <a:spcAft>
                <a:spcPts val="0"/>
              </a:spcAft>
              <a:buNone/>
              <a:defRPr sz="1200" b="0" i="0" u="none" strike="noStrike" cap="none">
                <a:solidFill>
                  <a:schemeClr val="lt1"/>
                </a:solidFill>
                <a:latin typeface="Roboto"/>
                <a:ea typeface="Roboto"/>
                <a:cs typeface="Roboto"/>
                <a:sym typeface="Roboto"/>
              </a:defRPr>
            </a:lvl6pPr>
            <a:lvl7pPr marL="0" marR="0" lvl="6" indent="0" algn="ctr">
              <a:spcBef>
                <a:spcPts val="0"/>
              </a:spcBef>
              <a:spcAft>
                <a:spcPts val="0"/>
              </a:spcAft>
              <a:buNone/>
              <a:defRPr sz="1200" b="0" i="0" u="none" strike="noStrike" cap="none">
                <a:solidFill>
                  <a:schemeClr val="lt1"/>
                </a:solidFill>
                <a:latin typeface="Roboto"/>
                <a:ea typeface="Roboto"/>
                <a:cs typeface="Roboto"/>
                <a:sym typeface="Roboto"/>
              </a:defRPr>
            </a:lvl7pPr>
            <a:lvl8pPr marL="0" marR="0" lvl="7" indent="0" algn="ctr">
              <a:spcBef>
                <a:spcPts val="0"/>
              </a:spcBef>
              <a:spcAft>
                <a:spcPts val="0"/>
              </a:spcAft>
              <a:buNone/>
              <a:defRPr sz="1200" b="0" i="0" u="none" strike="noStrike" cap="none">
                <a:solidFill>
                  <a:schemeClr val="lt1"/>
                </a:solidFill>
                <a:latin typeface="Roboto"/>
                <a:ea typeface="Roboto"/>
                <a:cs typeface="Roboto"/>
                <a:sym typeface="Roboto"/>
              </a:defRPr>
            </a:lvl8pPr>
            <a:lvl9pPr marL="0" marR="0" lvl="8" indent="0" algn="ctr">
              <a:spcBef>
                <a:spcPts val="0"/>
              </a:spcBef>
              <a:spcAft>
                <a:spcPts val="0"/>
              </a:spcAft>
              <a:buNone/>
              <a:defRPr sz="1200" b="0" i="0" u="none" strike="noStrike" cap="none">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95"/>
        <p:cNvGrpSpPr/>
        <p:nvPr/>
      </p:nvGrpSpPr>
      <p:grpSpPr>
        <a:xfrm>
          <a:off x="0" y="0"/>
          <a:ext cx="0" cy="0"/>
          <a:chOff x="0" y="0"/>
          <a:chExt cx="0" cy="0"/>
        </a:xfrm>
      </p:grpSpPr>
      <p:sp>
        <p:nvSpPr>
          <p:cNvPr id="96" name="Google Shape;96;p29"/>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7" name="Google Shape;97;p29"/>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98" name="Google Shape;98;p29"/>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2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00" name="Google Shape;100;p29"/>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29"/>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2" name="Google Shape;102;p29"/>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103"/>
        <p:cNvGrpSpPr/>
        <p:nvPr/>
      </p:nvGrpSpPr>
      <p:grpSpPr>
        <a:xfrm>
          <a:off x="0" y="0"/>
          <a:ext cx="0" cy="0"/>
          <a:chOff x="0" y="0"/>
          <a:chExt cx="0" cy="0"/>
        </a:xfrm>
      </p:grpSpPr>
      <p:sp>
        <p:nvSpPr>
          <p:cNvPr id="104" name="Google Shape;104;p30"/>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86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3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06" name="Google Shape;10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107"/>
        <p:cNvGrpSpPr/>
        <p:nvPr/>
      </p:nvGrpSpPr>
      <p:grpSpPr>
        <a:xfrm>
          <a:off x="0" y="0"/>
          <a:ext cx="0" cy="0"/>
          <a:chOff x="0" y="0"/>
          <a:chExt cx="0" cy="0"/>
        </a:xfrm>
      </p:grpSpPr>
      <p:sp>
        <p:nvSpPr>
          <p:cNvPr id="108" name="Google Shape;108;p31"/>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3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3725"/>
          </a:srgbClr>
        </a:solidFill>
        <a:effectLst/>
      </p:bgPr>
    </p:bg>
    <p:spTree>
      <p:nvGrpSpPr>
        <p:cNvPr id="1" name="Shape 111"/>
        <p:cNvGrpSpPr/>
        <p:nvPr/>
      </p:nvGrpSpPr>
      <p:grpSpPr>
        <a:xfrm>
          <a:off x="0" y="0"/>
          <a:ext cx="0" cy="0"/>
          <a:chOff x="0" y="0"/>
          <a:chExt cx="0" cy="0"/>
        </a:xfrm>
      </p:grpSpPr>
      <p:sp>
        <p:nvSpPr>
          <p:cNvPr id="112" name="Google Shape;112;p32"/>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32"/>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4" name="Google Shape;114;p32"/>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5" name="Google Shape;115;p3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16" name="Google Shape;116;p32"/>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3725"/>
          </a:srgbClr>
        </a:solidFill>
        <a:effectLst/>
      </p:bgPr>
    </p:bg>
    <p:spTree>
      <p:nvGrpSpPr>
        <p:cNvPr id="1" name="Shape 117"/>
        <p:cNvGrpSpPr/>
        <p:nvPr/>
      </p:nvGrpSpPr>
      <p:grpSpPr>
        <a:xfrm>
          <a:off x="0" y="0"/>
          <a:ext cx="0" cy="0"/>
          <a:chOff x="0" y="0"/>
          <a:chExt cx="0" cy="0"/>
        </a:xfrm>
      </p:grpSpPr>
      <p:sp>
        <p:nvSpPr>
          <p:cNvPr id="118" name="Google Shape;118;p33"/>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19;p33"/>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0" name="Google Shape;120;p33"/>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33"/>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2" name="Google Shape;122;p3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23" name="Google Shape;123;p33"/>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124"/>
        <p:cNvGrpSpPr/>
        <p:nvPr/>
      </p:nvGrpSpPr>
      <p:grpSpPr>
        <a:xfrm>
          <a:off x="0" y="0"/>
          <a:ext cx="0" cy="0"/>
          <a:chOff x="0" y="0"/>
          <a:chExt cx="0" cy="0"/>
        </a:xfrm>
      </p:grpSpPr>
      <p:sp>
        <p:nvSpPr>
          <p:cNvPr id="125" name="Google Shape;125;p34"/>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6" name="Google Shape;126;p34"/>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7" name="Google Shape;127;p3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128"/>
        <p:cNvGrpSpPr/>
        <p:nvPr/>
      </p:nvGrpSpPr>
      <p:grpSpPr>
        <a:xfrm>
          <a:off x="0" y="0"/>
          <a:ext cx="0" cy="0"/>
          <a:chOff x="0" y="0"/>
          <a:chExt cx="0" cy="0"/>
        </a:xfrm>
      </p:grpSpPr>
      <p:sp>
        <p:nvSpPr>
          <p:cNvPr id="129" name="Google Shape;129;p35"/>
          <p:cNvSpPr/>
          <p:nvPr/>
        </p:nvSpPr>
        <p:spPr>
          <a:xfrm>
            <a:off x="0" y="3049589"/>
            <a:ext cx="12192000" cy="3808412"/>
          </a:xfrm>
          <a:prstGeom prst="rect">
            <a:avLst/>
          </a:prstGeom>
          <a:solidFill>
            <a:schemeClr val="lt1">
              <a:alpha val="6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35"/>
          <p:cNvSpPr>
            <a:spLocks noGrp="1"/>
          </p:cNvSpPr>
          <p:nvPr>
            <p:ph type="pic" idx="2"/>
          </p:nvPr>
        </p:nvSpPr>
        <p:spPr>
          <a:xfrm>
            <a:off x="0" y="-11393"/>
            <a:ext cx="12192000" cy="3060981"/>
          </a:xfrm>
          <a:prstGeom prst="rect">
            <a:avLst/>
          </a:prstGeom>
          <a:noFill/>
          <a:ln>
            <a:noFill/>
          </a:ln>
        </p:spPr>
      </p:sp>
      <p:sp>
        <p:nvSpPr>
          <p:cNvPr id="131" name="Google Shape;131;p3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132"/>
        <p:cNvGrpSpPr/>
        <p:nvPr/>
      </p:nvGrpSpPr>
      <p:grpSpPr>
        <a:xfrm>
          <a:off x="0" y="0"/>
          <a:ext cx="0" cy="0"/>
          <a:chOff x="0" y="0"/>
          <a:chExt cx="0" cy="0"/>
        </a:xfrm>
      </p:grpSpPr>
      <p:sp>
        <p:nvSpPr>
          <p:cNvPr id="133" name="Google Shape;13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4" name="Google Shape;134;p3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cxnSp>
        <p:nvCxnSpPr>
          <p:cNvPr id="135" name="Google Shape;135;p36"/>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136"/>
        <p:cNvGrpSpPr/>
        <p:nvPr/>
      </p:nvGrpSpPr>
      <p:grpSpPr>
        <a:xfrm>
          <a:off x="0" y="0"/>
          <a:ext cx="0" cy="0"/>
          <a:chOff x="0" y="0"/>
          <a:chExt cx="0" cy="0"/>
        </a:xfrm>
      </p:grpSpPr>
      <p:sp>
        <p:nvSpPr>
          <p:cNvPr id="137" name="Google Shape;137;p3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138"/>
        <p:cNvGrpSpPr/>
        <p:nvPr/>
      </p:nvGrpSpPr>
      <p:grpSpPr>
        <a:xfrm>
          <a:off x="0" y="0"/>
          <a:ext cx="0" cy="0"/>
          <a:chOff x="0" y="0"/>
          <a:chExt cx="0" cy="0"/>
        </a:xfrm>
      </p:grpSpPr>
      <p:sp>
        <p:nvSpPr>
          <p:cNvPr id="139" name="Google Shape;139;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0" name="Google Shape;140;p3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41" name="Google Shape;141;p38"/>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142"/>
        <p:cNvGrpSpPr/>
        <p:nvPr/>
      </p:nvGrpSpPr>
      <p:grpSpPr>
        <a:xfrm>
          <a:off x="0" y="0"/>
          <a:ext cx="0" cy="0"/>
          <a:chOff x="0" y="0"/>
          <a:chExt cx="0" cy="0"/>
        </a:xfrm>
      </p:grpSpPr>
      <p:sp>
        <p:nvSpPr>
          <p:cNvPr id="143" name="Google Shape;14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4" name="Google Shape;144;p3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45" name="Google Shape;145;p39"/>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146"/>
        <p:cNvGrpSpPr/>
        <p:nvPr/>
      </p:nvGrpSpPr>
      <p:grpSpPr>
        <a:xfrm>
          <a:off x="0" y="0"/>
          <a:ext cx="0" cy="0"/>
          <a:chOff x="0" y="0"/>
          <a:chExt cx="0" cy="0"/>
        </a:xfrm>
      </p:grpSpPr>
      <p:sp>
        <p:nvSpPr>
          <p:cNvPr id="147" name="Google Shape;147;p40"/>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8" name="Google Shape;148;p40"/>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149" name="Google Shape;149;p40"/>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0" name="Google Shape;150;p4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51" name="Google Shape;151;p40"/>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152"/>
        <p:cNvGrpSpPr/>
        <p:nvPr/>
      </p:nvGrpSpPr>
      <p:grpSpPr>
        <a:xfrm>
          <a:off x="0" y="0"/>
          <a:ext cx="0" cy="0"/>
          <a:chOff x="0" y="0"/>
          <a:chExt cx="0" cy="0"/>
        </a:xfrm>
      </p:grpSpPr>
      <p:sp>
        <p:nvSpPr>
          <p:cNvPr id="153" name="Google Shape;153;p41"/>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4" name="Google Shape;154;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4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156" name="Google Shape;156;p41"/>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157" name="Google Shape;157;p41"/>
          <p:cNvSpPr>
            <a:spLocks noGrp="1"/>
          </p:cNvSpPr>
          <p:nvPr>
            <p:ph type="pic" idx="2"/>
          </p:nvPr>
        </p:nvSpPr>
        <p:spPr>
          <a:xfrm>
            <a:off x="824948" y="2225675"/>
            <a:ext cx="1709530" cy="3702050"/>
          </a:xfrm>
          <a:prstGeom prst="roundRect">
            <a:avLst>
              <a:gd name="adj" fmla="val 7790"/>
            </a:avLst>
          </a:prstGeom>
          <a:noFill/>
          <a:ln>
            <a:noFill/>
          </a:ln>
        </p:spPr>
      </p:sp>
      <p:pic>
        <p:nvPicPr>
          <p:cNvPr id="158" name="Google Shape;158;p41"/>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159" name="Google Shape;159;p41"/>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Layout01">
  <p:cSld name="Layout01">
    <p:spTree>
      <p:nvGrpSpPr>
        <p:cNvPr id="1" name="Shape 170"/>
        <p:cNvGrpSpPr/>
        <p:nvPr/>
      </p:nvGrpSpPr>
      <p:grpSpPr>
        <a:xfrm>
          <a:off x="0" y="0"/>
          <a:ext cx="0" cy="0"/>
          <a:chOff x="0" y="0"/>
          <a:chExt cx="0" cy="0"/>
        </a:xfrm>
      </p:grpSpPr>
      <p:pic>
        <p:nvPicPr>
          <p:cNvPr id="171" name="Google Shape;171;g37b2d62e5a2_2_10" descr="Background pattern&#10;&#10;Description automatically generated"/>
          <p:cNvPicPr preferRelativeResize="0"/>
          <p:nvPr/>
        </p:nvPicPr>
        <p:blipFill rotWithShape="1">
          <a:blip r:embed="rId2">
            <a:alphaModFix amt="63000"/>
          </a:blip>
          <a:srcRect/>
          <a:stretch/>
        </p:blipFill>
        <p:spPr>
          <a:xfrm rot="10800000" flipH="1">
            <a:off x="1390488" y="0"/>
            <a:ext cx="10801512" cy="6858000"/>
          </a:xfrm>
          <a:prstGeom prst="rect">
            <a:avLst/>
          </a:prstGeom>
          <a:noFill/>
          <a:ln>
            <a:noFill/>
          </a:ln>
        </p:spPr>
      </p:pic>
      <p:sp>
        <p:nvSpPr>
          <p:cNvPr id="172" name="Google Shape;172;g37b2d62e5a2_2_10"/>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3" name="Google Shape;173;g37b2d62e5a2_2_10"/>
          <p:cNvSpPr/>
          <p:nvPr/>
        </p:nvSpPr>
        <p:spPr>
          <a:xfrm rot="10800000" flipH="1">
            <a:off x="2395148" y="-4501"/>
            <a:ext cx="4843223" cy="6862501"/>
          </a:xfrm>
          <a:custGeom>
            <a:avLst/>
            <a:gdLst/>
            <a:ahLst/>
            <a:cxnLst/>
            <a:rect l="l" t="t" r="r" b="b"/>
            <a:pathLst>
              <a:path w="3347129" h="6834887" extrusionOk="0">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g37b2d62e5a2_2_10"/>
          <p:cNvSpPr txBox="1">
            <a:spLocks noGrp="1"/>
          </p:cNvSpPr>
          <p:nvPr>
            <p:ph type="title"/>
          </p:nvPr>
        </p:nvSpPr>
        <p:spPr>
          <a:xfrm>
            <a:off x="584603" y="2120702"/>
            <a:ext cx="4120911" cy="264429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5" name="Google Shape;175;g37b2d62e5a2_2_10"/>
          <p:cNvSpPr/>
          <p:nvPr/>
        </p:nvSpPr>
        <p:spPr>
          <a:xfrm rot="5400000">
            <a:off x="-765719" y="3361414"/>
            <a:ext cx="1662113" cy="130676"/>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76" name="Google Shape;176;g37b2d62e5a2_2_10" descr="Logo&#10;&#10;Description automatically generated"/>
          <p:cNvPicPr preferRelativeResize="0"/>
          <p:nvPr/>
        </p:nvPicPr>
        <p:blipFill rotWithShape="1">
          <a:blip r:embed="rId3">
            <a:alphaModFix/>
          </a:blip>
          <a:srcRect/>
          <a:stretch/>
        </p:blipFill>
        <p:spPr>
          <a:xfrm>
            <a:off x="9371467" y="404628"/>
            <a:ext cx="2133841" cy="720849"/>
          </a:xfrm>
          <a:prstGeom prst="rect">
            <a:avLst/>
          </a:prstGeom>
          <a:noFill/>
          <a:ln>
            <a:noFill/>
          </a:ln>
        </p:spPr>
      </p:pic>
      <p:pic>
        <p:nvPicPr>
          <p:cNvPr id="177" name="Google Shape;177;g37b2d62e5a2_2_10"/>
          <p:cNvPicPr preferRelativeResize="0"/>
          <p:nvPr/>
        </p:nvPicPr>
        <p:blipFill rotWithShape="1">
          <a:blip r:embed="rId4">
            <a:alphaModFix/>
          </a:blip>
          <a:srcRect/>
          <a:stretch/>
        </p:blipFill>
        <p:spPr>
          <a:xfrm>
            <a:off x="8044256" y="6511235"/>
            <a:ext cx="3922822" cy="21981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178"/>
        <p:cNvGrpSpPr/>
        <p:nvPr/>
      </p:nvGrpSpPr>
      <p:grpSpPr>
        <a:xfrm>
          <a:off x="0" y="0"/>
          <a:ext cx="0" cy="0"/>
          <a:chOff x="0" y="0"/>
          <a:chExt cx="0" cy="0"/>
        </a:xfrm>
      </p:grpSpPr>
      <p:cxnSp>
        <p:nvCxnSpPr>
          <p:cNvPr id="179" name="Google Shape;179;g37b2d62e5a2_2_18"/>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180" name="Google Shape;180;g37b2d62e5a2_2_18"/>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1" name="Google Shape;181;g37b2d62e5a2_2_18"/>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2" name="Google Shape;182;g37b2d62e5a2_2_1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83" name="Google Shape;183;g37b2d62e5a2_2_18"/>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184"/>
        <p:cNvGrpSpPr/>
        <p:nvPr/>
      </p:nvGrpSpPr>
      <p:grpSpPr>
        <a:xfrm>
          <a:off x="0" y="0"/>
          <a:ext cx="0" cy="0"/>
          <a:chOff x="0" y="0"/>
          <a:chExt cx="0" cy="0"/>
        </a:xfrm>
      </p:grpSpPr>
      <p:sp>
        <p:nvSpPr>
          <p:cNvPr id="185" name="Google Shape;185;g37b2d62e5a2_2_24"/>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6" name="Google Shape;186;g37b2d62e5a2_2_24"/>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187" name="Google Shape;187;g37b2d62e5a2_2_24"/>
          <p:cNvSpPr>
            <a:spLocks noGrp="1"/>
          </p:cNvSpPr>
          <p:nvPr>
            <p:ph type="pic" idx="2"/>
          </p:nvPr>
        </p:nvSpPr>
        <p:spPr>
          <a:xfrm>
            <a:off x="0" y="0"/>
            <a:ext cx="7645186" cy="6861429"/>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188"/>
        <p:cNvGrpSpPr/>
        <p:nvPr/>
      </p:nvGrpSpPr>
      <p:grpSpPr>
        <a:xfrm>
          <a:off x="0" y="0"/>
          <a:ext cx="0" cy="0"/>
          <a:chOff x="0" y="0"/>
          <a:chExt cx="0" cy="0"/>
        </a:xfrm>
      </p:grpSpPr>
      <p:sp>
        <p:nvSpPr>
          <p:cNvPr id="189" name="Google Shape;189;g37b2d62e5a2_2_2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90" name="Google Shape;190;g37b2d62e5a2_2_28"/>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g37b2d62e5a2_2_28"/>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g37b2d62e5a2_2_28"/>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g37b2d62e5a2_2_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194"/>
        <p:cNvGrpSpPr/>
        <p:nvPr/>
      </p:nvGrpSpPr>
      <p:grpSpPr>
        <a:xfrm>
          <a:off x="0" y="0"/>
          <a:ext cx="0" cy="0"/>
          <a:chOff x="0" y="0"/>
          <a:chExt cx="0" cy="0"/>
        </a:xfrm>
      </p:grpSpPr>
      <p:sp>
        <p:nvSpPr>
          <p:cNvPr id="195" name="Google Shape;195;g37b2d62e5a2_2_34"/>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g37b2d62e5a2_2_3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197" name="Google Shape;197;g37b2d62e5a2_2_34"/>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g37b2d62e5a2_2_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199"/>
        <p:cNvGrpSpPr/>
        <p:nvPr/>
      </p:nvGrpSpPr>
      <p:grpSpPr>
        <a:xfrm>
          <a:off x="0" y="0"/>
          <a:ext cx="0" cy="0"/>
          <a:chOff x="0" y="0"/>
          <a:chExt cx="0" cy="0"/>
        </a:xfrm>
      </p:grpSpPr>
      <p:sp>
        <p:nvSpPr>
          <p:cNvPr id="200" name="Google Shape;200;g37b2d62e5a2_2_3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01" name="Google Shape;201;g37b2d62e5a2_2_39"/>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g37b2d62e5a2_2_39"/>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203"/>
        <p:cNvGrpSpPr/>
        <p:nvPr/>
      </p:nvGrpSpPr>
      <p:grpSpPr>
        <a:xfrm>
          <a:off x="0" y="0"/>
          <a:ext cx="0" cy="0"/>
          <a:chOff x="0" y="0"/>
          <a:chExt cx="0" cy="0"/>
        </a:xfrm>
      </p:grpSpPr>
      <p:cxnSp>
        <p:nvCxnSpPr>
          <p:cNvPr id="204" name="Google Shape;204;g37b2d62e5a2_2_43"/>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205" name="Google Shape;205;g37b2d62e5a2_2_43"/>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g37b2d62e5a2_2_43"/>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g37b2d62e5a2_2_43"/>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08" name="Google Shape;208;g37b2d62e5a2_2_43"/>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g37b2d62e5a2_2_43"/>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g37b2d62e5a2_2_4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211"/>
        <p:cNvGrpSpPr/>
        <p:nvPr/>
      </p:nvGrpSpPr>
      <p:grpSpPr>
        <a:xfrm>
          <a:off x="0" y="0"/>
          <a:ext cx="0" cy="0"/>
          <a:chOff x="0" y="0"/>
          <a:chExt cx="0" cy="0"/>
        </a:xfrm>
      </p:grpSpPr>
      <p:sp>
        <p:nvSpPr>
          <p:cNvPr id="212" name="Google Shape;212;g37b2d62e5a2_2_51"/>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g37b2d62e5a2_2_5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14" name="Google Shape;214;g37b2d62e5a2_2_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5" name="Google Shape;215;g37b2d62e5a2_2_51"/>
          <p:cNvSpPr>
            <a:spLocks noGrp="1"/>
          </p:cNvSpPr>
          <p:nvPr>
            <p:ph type="pic" idx="2"/>
          </p:nvPr>
        </p:nvSpPr>
        <p:spPr>
          <a:xfrm>
            <a:off x="738551" y="2110157"/>
            <a:ext cx="3681046" cy="3910612"/>
          </a:xfrm>
          <a:prstGeom prst="flowChartInputOutput">
            <a:avLst/>
          </a:prstGeom>
          <a:noFill/>
          <a:ln>
            <a:noFill/>
          </a:ln>
        </p:spPr>
      </p:sp>
      <p:sp>
        <p:nvSpPr>
          <p:cNvPr id="216" name="Google Shape;216;g37b2d62e5a2_2_51"/>
          <p:cNvSpPr>
            <a:spLocks noGrp="1"/>
          </p:cNvSpPr>
          <p:nvPr>
            <p:ph type="pic" idx="3"/>
          </p:nvPr>
        </p:nvSpPr>
        <p:spPr>
          <a:xfrm>
            <a:off x="4112204" y="2110157"/>
            <a:ext cx="3681046" cy="3910612"/>
          </a:xfrm>
          <a:prstGeom prst="flowChartInputOutput">
            <a:avLst/>
          </a:prstGeom>
          <a:noFill/>
          <a:ln>
            <a:noFill/>
          </a:ln>
        </p:spPr>
      </p:sp>
      <p:sp>
        <p:nvSpPr>
          <p:cNvPr id="217" name="Google Shape;217;g37b2d62e5a2_2_51"/>
          <p:cNvSpPr>
            <a:spLocks noGrp="1"/>
          </p:cNvSpPr>
          <p:nvPr>
            <p:ph type="pic" idx="4"/>
          </p:nvPr>
        </p:nvSpPr>
        <p:spPr>
          <a:xfrm>
            <a:off x="7504930" y="2110157"/>
            <a:ext cx="3681046" cy="3910612"/>
          </a:xfrm>
          <a:prstGeom prst="flowChartInputOutpu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218"/>
        <p:cNvGrpSpPr/>
        <p:nvPr/>
      </p:nvGrpSpPr>
      <p:grpSpPr>
        <a:xfrm>
          <a:off x="0" y="0"/>
          <a:ext cx="0" cy="0"/>
          <a:chOff x="0" y="0"/>
          <a:chExt cx="0" cy="0"/>
        </a:xfrm>
      </p:grpSpPr>
      <p:sp>
        <p:nvSpPr>
          <p:cNvPr id="219" name="Google Shape;219;g37b2d62e5a2_2_58"/>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g37b2d62e5a2_2_58"/>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21" name="Google Shape;221;g37b2d62e5a2_2_58"/>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222" name="Google Shape;222;g37b2d62e5a2_2_5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23" name="Google Shape;223;g37b2d62e5a2_2_58"/>
          <p:cNvSpPr>
            <a:spLocks noGrp="1"/>
          </p:cNvSpPr>
          <p:nvPr>
            <p:ph type="pic" idx="2"/>
          </p:nvPr>
        </p:nvSpPr>
        <p:spPr>
          <a:xfrm>
            <a:off x="103240" y="0"/>
            <a:ext cx="5615898" cy="6442797"/>
          </a:xfrm>
          <a:prstGeom prst="flowChartInputOutput">
            <a:avLst/>
          </a:prstGeom>
          <a:noFill/>
          <a:ln>
            <a:noFill/>
          </a:ln>
        </p:spPr>
      </p:sp>
      <p:sp>
        <p:nvSpPr>
          <p:cNvPr id="224" name="Google Shape;224;g37b2d62e5a2_2_58"/>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10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225"/>
        <p:cNvGrpSpPr/>
        <p:nvPr/>
      </p:nvGrpSpPr>
      <p:grpSpPr>
        <a:xfrm>
          <a:off x="0" y="0"/>
          <a:ext cx="0" cy="0"/>
          <a:chOff x="0" y="0"/>
          <a:chExt cx="0" cy="0"/>
        </a:xfrm>
      </p:grpSpPr>
      <p:sp>
        <p:nvSpPr>
          <p:cNvPr id="226" name="Google Shape;226;g37b2d62e5a2_2_65"/>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g37b2d62e5a2_2_65"/>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28" name="Google Shape;228;g37b2d62e5a2_2_65"/>
          <p:cNvSpPr>
            <a:spLocks noGrp="1"/>
          </p:cNvSpPr>
          <p:nvPr>
            <p:ph type="pic" idx="2"/>
          </p:nvPr>
        </p:nvSpPr>
        <p:spPr>
          <a:xfrm>
            <a:off x="0" y="0"/>
            <a:ext cx="4763924" cy="6356350"/>
          </a:xfrm>
          <a:prstGeom prst="rect">
            <a:avLst/>
          </a:prstGeom>
          <a:noFill/>
          <a:ln>
            <a:noFill/>
          </a:ln>
        </p:spPr>
      </p:sp>
      <p:sp>
        <p:nvSpPr>
          <p:cNvPr id="229" name="Google Shape;229;g37b2d62e5a2_2_65"/>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0" name="Google Shape;230;g37b2d62e5a2_2_6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231"/>
        <p:cNvGrpSpPr/>
        <p:nvPr/>
      </p:nvGrpSpPr>
      <p:grpSpPr>
        <a:xfrm>
          <a:off x="0" y="0"/>
          <a:ext cx="0" cy="0"/>
          <a:chOff x="0" y="0"/>
          <a:chExt cx="0" cy="0"/>
        </a:xfrm>
      </p:grpSpPr>
      <p:sp>
        <p:nvSpPr>
          <p:cNvPr id="232" name="Google Shape;232;g37b2d62e5a2_2_71"/>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g37b2d62e5a2_2_71"/>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4" name="Google Shape;234;g37b2d62e5a2_2_71"/>
          <p:cNvSpPr>
            <a:spLocks noGrp="1"/>
          </p:cNvSpPr>
          <p:nvPr>
            <p:ph type="pic" idx="2"/>
          </p:nvPr>
        </p:nvSpPr>
        <p:spPr>
          <a:xfrm>
            <a:off x="0" y="-13856"/>
            <a:ext cx="7647882" cy="6871856"/>
          </a:xfrm>
          <a:prstGeom prst="parallelogram">
            <a:avLst>
              <a:gd name="adj" fmla="val 33669"/>
            </a:avLst>
          </a:prstGeom>
          <a:noFill/>
          <a:ln>
            <a:noFill/>
          </a:ln>
        </p:spPr>
      </p:sp>
      <p:sp>
        <p:nvSpPr>
          <p:cNvPr id="235" name="Google Shape;235;g37b2d62e5a2_2_7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236" name="Google Shape;236;g37b2d62e5a2_2_71"/>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237"/>
        <p:cNvGrpSpPr/>
        <p:nvPr/>
      </p:nvGrpSpPr>
      <p:grpSpPr>
        <a:xfrm>
          <a:off x="0" y="0"/>
          <a:ext cx="0" cy="0"/>
          <a:chOff x="0" y="0"/>
          <a:chExt cx="0" cy="0"/>
        </a:xfrm>
      </p:grpSpPr>
      <p:sp>
        <p:nvSpPr>
          <p:cNvPr id="238" name="Google Shape;238;g37b2d62e5a2_2_7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39" name="Google Shape;239;g37b2d62e5a2_2_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240"/>
        <p:cNvGrpSpPr/>
        <p:nvPr/>
      </p:nvGrpSpPr>
      <p:grpSpPr>
        <a:xfrm>
          <a:off x="0" y="0"/>
          <a:ext cx="0" cy="0"/>
          <a:chOff x="0" y="0"/>
          <a:chExt cx="0" cy="0"/>
        </a:xfrm>
      </p:grpSpPr>
      <p:sp>
        <p:nvSpPr>
          <p:cNvPr id="241" name="Google Shape;241;g37b2d62e5a2_2_80"/>
          <p:cNvSpPr>
            <a:spLocks noGrp="1"/>
          </p:cNvSpPr>
          <p:nvPr>
            <p:ph type="pic" idx="2"/>
          </p:nvPr>
        </p:nvSpPr>
        <p:spPr>
          <a:xfrm>
            <a:off x="-1" y="-2358"/>
            <a:ext cx="7753847" cy="6863012"/>
          </a:xfrm>
          <a:prstGeom prst="rect">
            <a:avLst/>
          </a:prstGeom>
          <a:noFill/>
          <a:ln>
            <a:noFill/>
          </a:ln>
        </p:spPr>
      </p:sp>
      <p:sp>
        <p:nvSpPr>
          <p:cNvPr id="242" name="Google Shape;242;g37b2d62e5a2_2_80"/>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3" name="Google Shape;243;g37b2d62e5a2_2_80"/>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g37b2d62e5a2_2_80"/>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5" name="Google Shape;245;g37b2d62e5a2_2_8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None/>
              <a:defRPr sz="1200" b="0" i="0">
                <a:solidFill>
                  <a:schemeClr val="lt1"/>
                </a:solidFill>
                <a:latin typeface="Roboto"/>
                <a:ea typeface="Roboto"/>
                <a:cs typeface="Roboto"/>
                <a:sym typeface="Roboto"/>
              </a:defRPr>
            </a:lvl1pPr>
            <a:lvl2pPr marL="0" marR="0" lvl="1" indent="0" algn="ctr">
              <a:spcBef>
                <a:spcPts val="0"/>
              </a:spcBef>
              <a:spcAft>
                <a:spcPts val="0"/>
              </a:spcAft>
              <a:buNone/>
              <a:defRPr sz="1200" b="0" i="0">
                <a:solidFill>
                  <a:schemeClr val="lt1"/>
                </a:solidFill>
                <a:latin typeface="Roboto"/>
                <a:ea typeface="Roboto"/>
                <a:cs typeface="Roboto"/>
                <a:sym typeface="Roboto"/>
              </a:defRPr>
            </a:lvl2pPr>
            <a:lvl3pPr marL="0" marR="0" lvl="2" indent="0" algn="ctr">
              <a:spcBef>
                <a:spcPts val="0"/>
              </a:spcBef>
              <a:spcAft>
                <a:spcPts val="0"/>
              </a:spcAft>
              <a:buNone/>
              <a:defRPr sz="1200" b="0" i="0">
                <a:solidFill>
                  <a:schemeClr val="lt1"/>
                </a:solidFill>
                <a:latin typeface="Roboto"/>
                <a:ea typeface="Roboto"/>
                <a:cs typeface="Roboto"/>
                <a:sym typeface="Roboto"/>
              </a:defRPr>
            </a:lvl3pPr>
            <a:lvl4pPr marL="0" marR="0" lvl="3" indent="0" algn="ctr">
              <a:spcBef>
                <a:spcPts val="0"/>
              </a:spcBef>
              <a:spcAft>
                <a:spcPts val="0"/>
              </a:spcAft>
              <a:buNone/>
              <a:defRPr sz="1200" b="0" i="0">
                <a:solidFill>
                  <a:schemeClr val="lt1"/>
                </a:solidFill>
                <a:latin typeface="Roboto"/>
                <a:ea typeface="Roboto"/>
                <a:cs typeface="Roboto"/>
                <a:sym typeface="Roboto"/>
              </a:defRPr>
            </a:lvl4pPr>
            <a:lvl5pPr marL="0" marR="0" lvl="4" indent="0" algn="ctr">
              <a:spcBef>
                <a:spcPts val="0"/>
              </a:spcBef>
              <a:spcAft>
                <a:spcPts val="0"/>
              </a:spcAft>
              <a:buNone/>
              <a:defRPr sz="1200" b="0" i="0">
                <a:solidFill>
                  <a:schemeClr val="lt1"/>
                </a:solidFill>
                <a:latin typeface="Roboto"/>
                <a:ea typeface="Roboto"/>
                <a:cs typeface="Roboto"/>
                <a:sym typeface="Roboto"/>
              </a:defRPr>
            </a:lvl5pPr>
            <a:lvl6pPr marL="0" marR="0" lvl="5" indent="0" algn="ctr">
              <a:spcBef>
                <a:spcPts val="0"/>
              </a:spcBef>
              <a:spcAft>
                <a:spcPts val="0"/>
              </a:spcAft>
              <a:buNone/>
              <a:defRPr sz="1200" b="0" i="0">
                <a:solidFill>
                  <a:schemeClr val="lt1"/>
                </a:solidFill>
                <a:latin typeface="Roboto"/>
                <a:ea typeface="Roboto"/>
                <a:cs typeface="Roboto"/>
                <a:sym typeface="Roboto"/>
              </a:defRPr>
            </a:lvl6pPr>
            <a:lvl7pPr marL="0" marR="0" lvl="6" indent="0" algn="ctr">
              <a:spcBef>
                <a:spcPts val="0"/>
              </a:spcBef>
              <a:spcAft>
                <a:spcPts val="0"/>
              </a:spcAft>
              <a:buNone/>
              <a:defRPr sz="1200" b="0" i="0">
                <a:solidFill>
                  <a:schemeClr val="lt1"/>
                </a:solidFill>
                <a:latin typeface="Roboto"/>
                <a:ea typeface="Roboto"/>
                <a:cs typeface="Roboto"/>
                <a:sym typeface="Roboto"/>
              </a:defRPr>
            </a:lvl7pPr>
            <a:lvl8pPr marL="0" marR="0" lvl="7" indent="0" algn="ctr">
              <a:spcBef>
                <a:spcPts val="0"/>
              </a:spcBef>
              <a:spcAft>
                <a:spcPts val="0"/>
              </a:spcAft>
              <a:buNone/>
              <a:defRPr sz="1200" b="0" i="0">
                <a:solidFill>
                  <a:schemeClr val="lt1"/>
                </a:solidFill>
                <a:latin typeface="Roboto"/>
                <a:ea typeface="Roboto"/>
                <a:cs typeface="Roboto"/>
                <a:sym typeface="Roboto"/>
              </a:defRPr>
            </a:lvl8pPr>
            <a:lvl9pPr marL="0" marR="0" lvl="8" indent="0" algn="ctr">
              <a:spcBef>
                <a:spcPts val="0"/>
              </a:spcBef>
              <a:spcAft>
                <a:spcPts val="0"/>
              </a:spcAft>
              <a:buNone/>
              <a:defRPr sz="1200" b="0" i="0">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5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246"/>
        <p:cNvGrpSpPr/>
        <p:nvPr/>
      </p:nvGrpSpPr>
      <p:grpSpPr>
        <a:xfrm>
          <a:off x="0" y="0"/>
          <a:ext cx="0" cy="0"/>
          <a:chOff x="0" y="0"/>
          <a:chExt cx="0" cy="0"/>
        </a:xfrm>
      </p:grpSpPr>
      <p:sp>
        <p:nvSpPr>
          <p:cNvPr id="247" name="Google Shape;247;g37b2d62e5a2_2_86"/>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8" name="Google Shape;248;g37b2d62e5a2_2_86"/>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249" name="Google Shape;249;g37b2d62e5a2_2_86"/>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0" name="Google Shape;250;g37b2d62e5a2_2_8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51" name="Google Shape;251;g37b2d62e5a2_2_86"/>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52" name="Google Shape;252;g37b2d62e5a2_2_86"/>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3" name="Google Shape;253;g37b2d62e5a2_2_86"/>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254"/>
        <p:cNvGrpSpPr/>
        <p:nvPr/>
      </p:nvGrpSpPr>
      <p:grpSpPr>
        <a:xfrm>
          <a:off x="0" y="0"/>
          <a:ext cx="0" cy="0"/>
          <a:chOff x="0" y="0"/>
          <a:chExt cx="0" cy="0"/>
        </a:xfrm>
      </p:grpSpPr>
      <p:sp>
        <p:nvSpPr>
          <p:cNvPr id="255" name="Google Shape;255;g37b2d62e5a2_2_94"/>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86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6" name="Google Shape;256;g37b2d62e5a2_2_9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57" name="Google Shape;257;g37b2d62e5a2_2_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258"/>
        <p:cNvGrpSpPr/>
        <p:nvPr/>
      </p:nvGrpSpPr>
      <p:grpSpPr>
        <a:xfrm>
          <a:off x="0" y="0"/>
          <a:ext cx="0" cy="0"/>
          <a:chOff x="0" y="0"/>
          <a:chExt cx="0" cy="0"/>
        </a:xfrm>
      </p:grpSpPr>
      <p:sp>
        <p:nvSpPr>
          <p:cNvPr id="259" name="Google Shape;259;g37b2d62e5a2_2_98"/>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g37b2d62e5a2_2_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1" name="Google Shape;261;g37b2d62e5a2_2_9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3725"/>
          </a:srgbClr>
        </a:solidFill>
        <a:effectLst/>
      </p:bgPr>
    </p:bg>
    <p:spTree>
      <p:nvGrpSpPr>
        <p:cNvPr id="1" name="Shape 262"/>
        <p:cNvGrpSpPr/>
        <p:nvPr/>
      </p:nvGrpSpPr>
      <p:grpSpPr>
        <a:xfrm>
          <a:off x="0" y="0"/>
          <a:ext cx="0" cy="0"/>
          <a:chOff x="0" y="0"/>
          <a:chExt cx="0" cy="0"/>
        </a:xfrm>
      </p:grpSpPr>
      <p:sp>
        <p:nvSpPr>
          <p:cNvPr id="263" name="Google Shape;263;g37b2d62e5a2_2_102"/>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4" name="Google Shape;264;g37b2d62e5a2_2_102"/>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g37b2d62e5a2_2_102"/>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6" name="Google Shape;266;g37b2d62e5a2_2_10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67" name="Google Shape;267;g37b2d62e5a2_2_102"/>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3725"/>
          </a:srgbClr>
        </a:solidFill>
        <a:effectLst/>
      </p:bgPr>
    </p:bg>
    <p:spTree>
      <p:nvGrpSpPr>
        <p:cNvPr id="1" name="Shape 268"/>
        <p:cNvGrpSpPr/>
        <p:nvPr/>
      </p:nvGrpSpPr>
      <p:grpSpPr>
        <a:xfrm>
          <a:off x="0" y="0"/>
          <a:ext cx="0" cy="0"/>
          <a:chOff x="0" y="0"/>
          <a:chExt cx="0" cy="0"/>
        </a:xfrm>
      </p:grpSpPr>
      <p:sp>
        <p:nvSpPr>
          <p:cNvPr id="269" name="Google Shape;269;g37b2d62e5a2_2_108"/>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0" name="Google Shape;270;g37b2d62e5a2_2_108"/>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g37b2d62e5a2_2_108"/>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g37b2d62e5a2_2_108"/>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3" name="Google Shape;273;g37b2d62e5a2_2_10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74" name="Google Shape;274;g37b2d62e5a2_2_108"/>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275"/>
        <p:cNvGrpSpPr/>
        <p:nvPr/>
      </p:nvGrpSpPr>
      <p:grpSpPr>
        <a:xfrm>
          <a:off x="0" y="0"/>
          <a:ext cx="0" cy="0"/>
          <a:chOff x="0" y="0"/>
          <a:chExt cx="0" cy="0"/>
        </a:xfrm>
      </p:grpSpPr>
      <p:sp>
        <p:nvSpPr>
          <p:cNvPr id="276" name="Google Shape;276;g37b2d62e5a2_2_115"/>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 name="Google Shape;277;g37b2d62e5a2_2_115"/>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78" name="Google Shape;278;g37b2d62e5a2_2_11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279"/>
        <p:cNvGrpSpPr/>
        <p:nvPr/>
      </p:nvGrpSpPr>
      <p:grpSpPr>
        <a:xfrm>
          <a:off x="0" y="0"/>
          <a:ext cx="0" cy="0"/>
          <a:chOff x="0" y="0"/>
          <a:chExt cx="0" cy="0"/>
        </a:xfrm>
      </p:grpSpPr>
      <p:sp>
        <p:nvSpPr>
          <p:cNvPr id="280" name="Google Shape;280;g37b2d62e5a2_2_119"/>
          <p:cNvSpPr/>
          <p:nvPr/>
        </p:nvSpPr>
        <p:spPr>
          <a:xfrm>
            <a:off x="0" y="3049589"/>
            <a:ext cx="12192000" cy="3808412"/>
          </a:xfrm>
          <a:prstGeom prst="rect">
            <a:avLst/>
          </a:prstGeom>
          <a:solidFill>
            <a:schemeClr val="lt1">
              <a:alpha val="6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1" name="Google Shape;281;g37b2d62e5a2_2_119"/>
          <p:cNvSpPr>
            <a:spLocks noGrp="1"/>
          </p:cNvSpPr>
          <p:nvPr>
            <p:ph type="pic" idx="2"/>
          </p:nvPr>
        </p:nvSpPr>
        <p:spPr>
          <a:xfrm>
            <a:off x="0" y="-11393"/>
            <a:ext cx="12192000" cy="3060981"/>
          </a:xfrm>
          <a:prstGeom prst="rect">
            <a:avLst/>
          </a:prstGeom>
          <a:noFill/>
          <a:ln>
            <a:noFill/>
          </a:ln>
        </p:spPr>
      </p:sp>
      <p:sp>
        <p:nvSpPr>
          <p:cNvPr id="282" name="Google Shape;282;g37b2d62e5a2_2_11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283"/>
        <p:cNvGrpSpPr/>
        <p:nvPr/>
      </p:nvGrpSpPr>
      <p:grpSpPr>
        <a:xfrm>
          <a:off x="0" y="0"/>
          <a:ext cx="0" cy="0"/>
          <a:chOff x="0" y="0"/>
          <a:chExt cx="0" cy="0"/>
        </a:xfrm>
      </p:grpSpPr>
      <p:sp>
        <p:nvSpPr>
          <p:cNvPr id="284" name="Google Shape;284;g37b2d62e5a2_2_1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5" name="Google Shape;285;g37b2d62e5a2_2_12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cxnSp>
        <p:nvCxnSpPr>
          <p:cNvPr id="286" name="Google Shape;286;g37b2d62e5a2_2_123"/>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287"/>
        <p:cNvGrpSpPr/>
        <p:nvPr/>
      </p:nvGrpSpPr>
      <p:grpSpPr>
        <a:xfrm>
          <a:off x="0" y="0"/>
          <a:ext cx="0" cy="0"/>
          <a:chOff x="0" y="0"/>
          <a:chExt cx="0" cy="0"/>
        </a:xfrm>
      </p:grpSpPr>
      <p:sp>
        <p:nvSpPr>
          <p:cNvPr id="288" name="Google Shape;288;g37b2d62e5a2_2_12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289"/>
        <p:cNvGrpSpPr/>
        <p:nvPr/>
      </p:nvGrpSpPr>
      <p:grpSpPr>
        <a:xfrm>
          <a:off x="0" y="0"/>
          <a:ext cx="0" cy="0"/>
          <a:chOff x="0" y="0"/>
          <a:chExt cx="0" cy="0"/>
        </a:xfrm>
      </p:grpSpPr>
      <p:sp>
        <p:nvSpPr>
          <p:cNvPr id="290" name="Google Shape;290;g37b2d62e5a2_2_1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1" name="Google Shape;291;g37b2d62e5a2_2_12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92" name="Google Shape;292;g37b2d62e5a2_2_129"/>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293"/>
        <p:cNvGrpSpPr/>
        <p:nvPr/>
      </p:nvGrpSpPr>
      <p:grpSpPr>
        <a:xfrm>
          <a:off x="0" y="0"/>
          <a:ext cx="0" cy="0"/>
          <a:chOff x="0" y="0"/>
          <a:chExt cx="0" cy="0"/>
        </a:xfrm>
      </p:grpSpPr>
      <p:sp>
        <p:nvSpPr>
          <p:cNvPr id="294" name="Google Shape;294;g37b2d62e5a2_2_1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5" name="Google Shape;295;g37b2d62e5a2_2_13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296" name="Google Shape;296;g37b2d62e5a2_2_133"/>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297"/>
        <p:cNvGrpSpPr/>
        <p:nvPr/>
      </p:nvGrpSpPr>
      <p:grpSpPr>
        <a:xfrm>
          <a:off x="0" y="0"/>
          <a:ext cx="0" cy="0"/>
          <a:chOff x="0" y="0"/>
          <a:chExt cx="0" cy="0"/>
        </a:xfrm>
      </p:grpSpPr>
      <p:sp>
        <p:nvSpPr>
          <p:cNvPr id="298" name="Google Shape;298;g37b2d62e5a2_2_137"/>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9" name="Google Shape;299;g37b2d62e5a2_2_137"/>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300" name="Google Shape;300;g37b2d62e5a2_2_137"/>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1" name="Google Shape;301;g37b2d62e5a2_2_13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02" name="Google Shape;302;g37b2d62e5a2_2_137"/>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303"/>
        <p:cNvGrpSpPr/>
        <p:nvPr/>
      </p:nvGrpSpPr>
      <p:grpSpPr>
        <a:xfrm>
          <a:off x="0" y="0"/>
          <a:ext cx="0" cy="0"/>
          <a:chOff x="0" y="0"/>
          <a:chExt cx="0" cy="0"/>
        </a:xfrm>
      </p:grpSpPr>
      <p:sp>
        <p:nvSpPr>
          <p:cNvPr id="304" name="Google Shape;304;g37b2d62e5a2_2_143"/>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g37b2d62e5a2_2_1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6" name="Google Shape;306;g37b2d62e5a2_2_14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307" name="Google Shape;307;g37b2d62e5a2_2_143"/>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308" name="Google Shape;308;g37b2d62e5a2_2_143"/>
          <p:cNvSpPr>
            <a:spLocks noGrp="1"/>
          </p:cNvSpPr>
          <p:nvPr>
            <p:ph type="pic" idx="2"/>
          </p:nvPr>
        </p:nvSpPr>
        <p:spPr>
          <a:xfrm>
            <a:off x="824948" y="2225675"/>
            <a:ext cx="1709530" cy="3702050"/>
          </a:xfrm>
          <a:prstGeom prst="roundRect">
            <a:avLst>
              <a:gd name="adj" fmla="val 7790"/>
            </a:avLst>
          </a:prstGeom>
          <a:noFill/>
          <a:ln>
            <a:noFill/>
          </a:ln>
        </p:spPr>
      </p:sp>
      <p:pic>
        <p:nvPicPr>
          <p:cNvPr id="309" name="Google Shape;309;g37b2d62e5a2_2_143"/>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310" name="Google Shape;310;g37b2d62e5a2_2_143"/>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Layout06">
  <p:cSld name="Layout06">
    <p:spTree>
      <p:nvGrpSpPr>
        <p:cNvPr id="1" name="Shape 321"/>
        <p:cNvGrpSpPr/>
        <p:nvPr/>
      </p:nvGrpSpPr>
      <p:grpSpPr>
        <a:xfrm>
          <a:off x="0" y="0"/>
          <a:ext cx="0" cy="0"/>
          <a:chOff x="0" y="0"/>
          <a:chExt cx="0" cy="0"/>
        </a:xfrm>
      </p:grpSpPr>
      <p:cxnSp>
        <p:nvCxnSpPr>
          <p:cNvPr id="322" name="Google Shape;322;g37b2d62e5a2_2_202"/>
          <p:cNvCxnSpPr/>
          <p:nvPr/>
        </p:nvCxnSpPr>
        <p:spPr>
          <a:xfrm>
            <a:off x="480645" y="1465384"/>
            <a:ext cx="11711354" cy="0"/>
          </a:xfrm>
          <a:prstGeom prst="straightConnector1">
            <a:avLst/>
          </a:prstGeom>
          <a:noFill/>
          <a:ln w="9525" cap="flat" cmpd="sng">
            <a:solidFill>
              <a:schemeClr val="accent1"/>
            </a:solidFill>
            <a:prstDash val="solid"/>
            <a:miter lim="800000"/>
            <a:headEnd type="none" w="sm" len="sm"/>
            <a:tailEnd type="none" w="sm" len="sm"/>
          </a:ln>
        </p:spPr>
      </p:cxnSp>
      <p:sp>
        <p:nvSpPr>
          <p:cNvPr id="323" name="Google Shape;323;g37b2d62e5a2_2_202"/>
          <p:cNvSpPr txBox="1">
            <a:spLocks noGrp="1"/>
          </p:cNvSpPr>
          <p:nvPr>
            <p:ph type="title"/>
          </p:nvPr>
        </p:nvSpPr>
        <p:spPr>
          <a:xfrm>
            <a:off x="712787" y="38556"/>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24" name="Google Shape;324;g37b2d62e5a2_2_202"/>
          <p:cNvSpPr txBox="1">
            <a:spLocks noGrp="1"/>
          </p:cNvSpPr>
          <p:nvPr>
            <p:ph type="body" idx="1"/>
          </p:nvPr>
        </p:nvSpPr>
        <p:spPr>
          <a:xfrm>
            <a:off x="839788" y="1828799"/>
            <a:ext cx="10261599" cy="67627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595959"/>
              </a:buClr>
              <a:buSzPts val="1600"/>
              <a:buNone/>
              <a:defRPr sz="1600" b="0" i="0">
                <a:latin typeface="Lato"/>
                <a:ea typeface="Lato"/>
                <a:cs typeface="Lato"/>
                <a:sym typeface="Lato"/>
              </a:defRPr>
            </a:lvl1pPr>
            <a:lvl2pPr marL="914400" lvl="1" indent="-228600" algn="l">
              <a:lnSpc>
                <a:spcPct val="90000"/>
              </a:lnSpc>
              <a:spcBef>
                <a:spcPts val="500"/>
              </a:spcBef>
              <a:spcAft>
                <a:spcPts val="0"/>
              </a:spcAft>
              <a:buClr>
                <a:srgbClr val="595959"/>
              </a:buClr>
              <a:buSzPts val="2000"/>
              <a:buNone/>
              <a:defRPr sz="2000" b="1"/>
            </a:lvl2pPr>
            <a:lvl3pPr marL="1371600" lvl="2" indent="-228600" algn="l">
              <a:lnSpc>
                <a:spcPct val="90000"/>
              </a:lnSpc>
              <a:spcBef>
                <a:spcPts val="500"/>
              </a:spcBef>
              <a:spcAft>
                <a:spcPts val="0"/>
              </a:spcAft>
              <a:buClr>
                <a:srgbClr val="595959"/>
              </a:buClr>
              <a:buSzPts val="1800"/>
              <a:buNone/>
              <a:defRPr sz="1800" b="1"/>
            </a:lvl3pPr>
            <a:lvl4pPr marL="1828800" lvl="3" indent="-228600" algn="l">
              <a:lnSpc>
                <a:spcPct val="90000"/>
              </a:lnSpc>
              <a:spcBef>
                <a:spcPts val="500"/>
              </a:spcBef>
              <a:spcAft>
                <a:spcPts val="0"/>
              </a:spcAft>
              <a:buClr>
                <a:srgbClr val="595959"/>
              </a:buClr>
              <a:buSzPts val="1600"/>
              <a:buNone/>
              <a:defRPr sz="1600" b="1"/>
            </a:lvl4pPr>
            <a:lvl5pPr marL="2286000" lvl="4" indent="-228600" algn="l">
              <a:lnSpc>
                <a:spcPct val="90000"/>
              </a:lnSpc>
              <a:spcBef>
                <a:spcPts val="500"/>
              </a:spcBef>
              <a:spcAft>
                <a:spcPts val="0"/>
              </a:spcAft>
              <a:buClr>
                <a:srgbClr val="59595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5" name="Google Shape;325;g37b2d62e5a2_2_20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26" name="Google Shape;326;g37b2d62e5a2_2_202"/>
          <p:cNvSpPr/>
          <p:nvPr/>
        </p:nvSpPr>
        <p:spPr>
          <a:xfrm>
            <a:off x="0" y="1383280"/>
            <a:ext cx="2128058" cy="16625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Layout02">
  <p:cSld name="Layout02">
    <p:spTree>
      <p:nvGrpSpPr>
        <p:cNvPr id="1" name="Shape 335"/>
        <p:cNvGrpSpPr/>
        <p:nvPr/>
      </p:nvGrpSpPr>
      <p:grpSpPr>
        <a:xfrm>
          <a:off x="0" y="0"/>
          <a:ext cx="0" cy="0"/>
          <a:chOff x="0" y="0"/>
          <a:chExt cx="0" cy="0"/>
        </a:xfrm>
      </p:grpSpPr>
      <p:sp>
        <p:nvSpPr>
          <p:cNvPr id="336" name="Google Shape;336;g37b2d62e5a2_2_21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37" name="Google Shape;337;g37b2d62e5a2_2_216"/>
          <p:cNvSpPr/>
          <p:nvPr/>
        </p:nvSpPr>
        <p:spPr>
          <a:xfrm>
            <a:off x="3400700"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g37b2d62e5a2_2_216"/>
          <p:cNvSpPr/>
          <p:nvPr/>
        </p:nvSpPr>
        <p:spPr>
          <a:xfrm>
            <a:off x="-237846" y="-3393"/>
            <a:ext cx="3801533" cy="344098"/>
          </a:xfrm>
          <a:custGeom>
            <a:avLst/>
            <a:gdLst/>
            <a:ahLst/>
            <a:cxnLst/>
            <a:rect l="l" t="t" r="r" b="b"/>
            <a:pathLst>
              <a:path w="10556322" h="791286" extrusionOk="0">
                <a:moveTo>
                  <a:pt x="0" y="0"/>
                </a:moveTo>
                <a:lnTo>
                  <a:pt x="9998765" y="0"/>
                </a:lnTo>
                <a:lnTo>
                  <a:pt x="10556322"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g37b2d62e5a2_2_216"/>
          <p:cNvSpPr/>
          <p:nvPr/>
        </p:nvSpPr>
        <p:spPr>
          <a:xfrm>
            <a:off x="3724602" y="-8664"/>
            <a:ext cx="485299" cy="339068"/>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g37b2d62e5a2_2_2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Layout03">
  <p:cSld name="Layout03">
    <p:spTree>
      <p:nvGrpSpPr>
        <p:cNvPr id="1" name="Shape 341"/>
        <p:cNvGrpSpPr/>
        <p:nvPr/>
      </p:nvGrpSpPr>
      <p:grpSpPr>
        <a:xfrm>
          <a:off x="0" y="0"/>
          <a:ext cx="0" cy="0"/>
          <a:chOff x="0" y="0"/>
          <a:chExt cx="0" cy="0"/>
        </a:xfrm>
      </p:grpSpPr>
      <p:sp>
        <p:nvSpPr>
          <p:cNvPr id="342" name="Google Shape;342;g37b2d62e5a2_2_222"/>
          <p:cNvSpPr/>
          <p:nvPr/>
        </p:nvSpPr>
        <p:spPr>
          <a:xfrm>
            <a:off x="64158" y="507763"/>
            <a:ext cx="325728" cy="327043"/>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g37b2d62e5a2_2_22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44" name="Google Shape;344;g37b2d62e5a2_2_222"/>
          <p:cNvSpPr/>
          <p:nvPr/>
        </p:nvSpPr>
        <p:spPr>
          <a:xfrm>
            <a:off x="201412" y="344385"/>
            <a:ext cx="638687" cy="64126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g37b2d62e5a2_2_2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Layout04">
  <p:cSld name="Layout04">
    <p:spTree>
      <p:nvGrpSpPr>
        <p:cNvPr id="1" name="Shape 346"/>
        <p:cNvGrpSpPr/>
        <p:nvPr/>
      </p:nvGrpSpPr>
      <p:grpSpPr>
        <a:xfrm>
          <a:off x="0" y="0"/>
          <a:ext cx="0" cy="0"/>
          <a:chOff x="0" y="0"/>
          <a:chExt cx="0" cy="0"/>
        </a:xfrm>
      </p:grpSpPr>
      <p:sp>
        <p:nvSpPr>
          <p:cNvPr id="347" name="Google Shape;347;g37b2d62e5a2_2_22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48" name="Google Shape;348;g37b2d62e5a2_2_227"/>
          <p:cNvSpPr/>
          <p:nvPr/>
        </p:nvSpPr>
        <p:spPr>
          <a:xfrm>
            <a:off x="-607982" y="448235"/>
            <a:ext cx="1000815" cy="1004858"/>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g37b2d62e5a2_2_227"/>
          <p:cNvSpPr txBox="1">
            <a:spLocks noGrp="1"/>
          </p:cNvSpPr>
          <p:nvPr>
            <p:ph type="title"/>
          </p:nvPr>
        </p:nvSpPr>
        <p:spPr>
          <a:xfrm>
            <a:off x="497541" y="311336"/>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Layout05">
  <p:cSld name="Layout05">
    <p:bg>
      <p:bgPr>
        <a:solidFill>
          <a:srgbClr val="6C1D35"/>
        </a:solidFill>
        <a:effectLst/>
      </p:bgPr>
    </p:bg>
    <p:spTree>
      <p:nvGrpSpPr>
        <p:cNvPr id="1" name="Shape 350"/>
        <p:cNvGrpSpPr/>
        <p:nvPr/>
      </p:nvGrpSpPr>
      <p:grpSpPr>
        <a:xfrm>
          <a:off x="0" y="0"/>
          <a:ext cx="0" cy="0"/>
          <a:chOff x="0" y="0"/>
          <a:chExt cx="0" cy="0"/>
        </a:xfrm>
      </p:grpSpPr>
      <p:cxnSp>
        <p:nvCxnSpPr>
          <p:cNvPr id="351" name="Google Shape;351;g37b2d62e5a2_2_231"/>
          <p:cNvCxnSpPr/>
          <p:nvPr/>
        </p:nvCxnSpPr>
        <p:spPr>
          <a:xfrm>
            <a:off x="480645" y="1172309"/>
            <a:ext cx="11711354" cy="0"/>
          </a:xfrm>
          <a:prstGeom prst="straightConnector1">
            <a:avLst/>
          </a:prstGeom>
          <a:noFill/>
          <a:ln w="9525" cap="flat" cmpd="sng">
            <a:solidFill>
              <a:srgbClr val="F2F2F2"/>
            </a:solidFill>
            <a:prstDash val="solid"/>
            <a:miter lim="800000"/>
            <a:headEnd type="none" w="sm" len="sm"/>
            <a:tailEnd type="none" w="sm" len="sm"/>
          </a:ln>
        </p:spPr>
      </p:cxnSp>
      <p:sp>
        <p:nvSpPr>
          <p:cNvPr id="352" name="Google Shape;352;g37b2d62e5a2_2_231"/>
          <p:cNvSpPr/>
          <p:nvPr/>
        </p:nvSpPr>
        <p:spPr>
          <a:xfrm>
            <a:off x="0" y="1101927"/>
            <a:ext cx="2128058" cy="166255"/>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3" name="Google Shape;353;g37b2d62e5a2_2_231"/>
          <p:cNvSpPr txBox="1">
            <a:spLocks noGrp="1"/>
          </p:cNvSpPr>
          <p:nvPr>
            <p:ph type="body" idx="1"/>
          </p:nvPr>
        </p:nvSpPr>
        <p:spPr>
          <a:xfrm>
            <a:off x="814385"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4" name="Google Shape;354;g37b2d62e5a2_2_231"/>
          <p:cNvSpPr txBox="1">
            <a:spLocks noGrp="1"/>
          </p:cNvSpPr>
          <p:nvPr>
            <p:ph type="title"/>
          </p:nvPr>
        </p:nvSpPr>
        <p:spPr>
          <a:xfrm>
            <a:off x="2057393" y="188182"/>
            <a:ext cx="7883842" cy="9037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5" name="Google Shape;355;g37b2d62e5a2_2_231"/>
          <p:cNvSpPr txBox="1">
            <a:spLocks noGrp="1"/>
          </p:cNvSpPr>
          <p:nvPr>
            <p:ph type="body" idx="2"/>
          </p:nvPr>
        </p:nvSpPr>
        <p:spPr>
          <a:xfrm>
            <a:off x="4386254"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6" name="Google Shape;356;g37b2d62e5a2_2_231"/>
          <p:cNvSpPr txBox="1">
            <a:spLocks noGrp="1"/>
          </p:cNvSpPr>
          <p:nvPr>
            <p:ph type="body" idx="3"/>
          </p:nvPr>
        </p:nvSpPr>
        <p:spPr>
          <a:xfrm>
            <a:off x="7929556" y="1794336"/>
            <a:ext cx="3313921" cy="438747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400"/>
              <a:buNone/>
              <a:defRPr sz="1400">
                <a:solidFill>
                  <a:schemeClr val="lt1"/>
                </a:solidFill>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7" name="Google Shape;357;g37b2d62e5a2_2_23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Layout07">
  <p:cSld name="Layout07">
    <p:spTree>
      <p:nvGrpSpPr>
        <p:cNvPr id="1" name="Shape 358"/>
        <p:cNvGrpSpPr/>
        <p:nvPr/>
      </p:nvGrpSpPr>
      <p:grpSpPr>
        <a:xfrm>
          <a:off x="0" y="0"/>
          <a:ext cx="0" cy="0"/>
          <a:chOff x="0" y="0"/>
          <a:chExt cx="0" cy="0"/>
        </a:xfrm>
      </p:grpSpPr>
      <p:sp>
        <p:nvSpPr>
          <p:cNvPr id="359" name="Google Shape;359;g37b2d62e5a2_2_239"/>
          <p:cNvSpPr/>
          <p:nvPr/>
        </p:nvSpPr>
        <p:spPr>
          <a:xfrm>
            <a:off x="0" y="668539"/>
            <a:ext cx="574431" cy="593725"/>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0" name="Google Shape;360;g37b2d62e5a2_2_23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61" name="Google Shape;361;g37b2d62e5a2_2_2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2" name="Google Shape;362;g37b2d62e5a2_2_239"/>
          <p:cNvSpPr>
            <a:spLocks noGrp="1"/>
          </p:cNvSpPr>
          <p:nvPr>
            <p:ph type="pic" idx="2"/>
          </p:nvPr>
        </p:nvSpPr>
        <p:spPr>
          <a:xfrm>
            <a:off x="738551" y="2110157"/>
            <a:ext cx="3681046" cy="3910612"/>
          </a:xfrm>
          <a:prstGeom prst="flowChartInputOutput">
            <a:avLst/>
          </a:prstGeom>
          <a:noFill/>
          <a:ln>
            <a:noFill/>
          </a:ln>
        </p:spPr>
      </p:sp>
      <p:sp>
        <p:nvSpPr>
          <p:cNvPr id="363" name="Google Shape;363;g37b2d62e5a2_2_239"/>
          <p:cNvSpPr>
            <a:spLocks noGrp="1"/>
          </p:cNvSpPr>
          <p:nvPr>
            <p:ph type="pic" idx="3"/>
          </p:nvPr>
        </p:nvSpPr>
        <p:spPr>
          <a:xfrm>
            <a:off x="4112204" y="2110157"/>
            <a:ext cx="3681046" cy="3910612"/>
          </a:xfrm>
          <a:prstGeom prst="flowChartInputOutput">
            <a:avLst/>
          </a:prstGeom>
          <a:noFill/>
          <a:ln>
            <a:noFill/>
          </a:ln>
        </p:spPr>
      </p:sp>
      <p:sp>
        <p:nvSpPr>
          <p:cNvPr id="364" name="Google Shape;364;g37b2d62e5a2_2_239"/>
          <p:cNvSpPr>
            <a:spLocks noGrp="1"/>
          </p:cNvSpPr>
          <p:nvPr>
            <p:ph type="pic" idx="4"/>
          </p:nvPr>
        </p:nvSpPr>
        <p:spPr>
          <a:xfrm>
            <a:off x="7504930" y="2110157"/>
            <a:ext cx="3681046" cy="3910612"/>
          </a:xfrm>
          <a:prstGeom prst="flowChartInputOutpu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Layout08">
  <p:cSld name="Layout08">
    <p:spTree>
      <p:nvGrpSpPr>
        <p:cNvPr id="1" name="Shape 365"/>
        <p:cNvGrpSpPr/>
        <p:nvPr/>
      </p:nvGrpSpPr>
      <p:grpSpPr>
        <a:xfrm>
          <a:off x="0" y="0"/>
          <a:ext cx="0" cy="0"/>
          <a:chOff x="0" y="0"/>
          <a:chExt cx="0" cy="0"/>
        </a:xfrm>
      </p:grpSpPr>
      <p:sp>
        <p:nvSpPr>
          <p:cNvPr id="366" name="Google Shape;366;g37b2d62e5a2_2_246"/>
          <p:cNvSpPr/>
          <p:nvPr/>
        </p:nvSpPr>
        <p:spPr>
          <a:xfrm>
            <a:off x="3708"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7" name="Google Shape;367;g37b2d62e5a2_2_246"/>
          <p:cNvSpPr/>
          <p:nvPr/>
        </p:nvSpPr>
        <p:spPr>
          <a:xfrm rot="10800000">
            <a:off x="4596135" y="-6351"/>
            <a:ext cx="1229395" cy="6458089"/>
          </a:xfrm>
          <a:custGeom>
            <a:avLst/>
            <a:gdLst/>
            <a:ahLst/>
            <a:cxnLst/>
            <a:rect l="l" t="t" r="r" b="b"/>
            <a:pathLst>
              <a:path w="1229395" h="6458089" extrusionOk="0">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68" name="Google Shape;368;g37b2d62e5a2_2_246"/>
          <p:cNvCxnSpPr/>
          <p:nvPr/>
        </p:nvCxnSpPr>
        <p:spPr>
          <a:xfrm>
            <a:off x="0" y="6534150"/>
            <a:ext cx="0" cy="0"/>
          </a:xfrm>
          <a:prstGeom prst="straightConnector1">
            <a:avLst/>
          </a:prstGeom>
          <a:noFill/>
          <a:ln w="19050" cap="flat" cmpd="sng">
            <a:solidFill>
              <a:srgbClr val="D8D8D8"/>
            </a:solidFill>
            <a:prstDash val="solid"/>
            <a:miter lim="800000"/>
            <a:headEnd type="none" w="sm" len="sm"/>
            <a:tailEnd type="none" w="sm" len="sm"/>
          </a:ln>
        </p:spPr>
      </p:cxnSp>
      <p:sp>
        <p:nvSpPr>
          <p:cNvPr id="369" name="Google Shape;369;g37b2d62e5a2_2_24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70" name="Google Shape;370;g37b2d62e5a2_2_246"/>
          <p:cNvSpPr>
            <a:spLocks noGrp="1"/>
          </p:cNvSpPr>
          <p:nvPr>
            <p:ph type="pic" idx="2"/>
          </p:nvPr>
        </p:nvSpPr>
        <p:spPr>
          <a:xfrm>
            <a:off x="103240" y="0"/>
            <a:ext cx="5615898" cy="6442797"/>
          </a:xfrm>
          <a:prstGeom prst="flowChartInputOutput">
            <a:avLst/>
          </a:prstGeom>
          <a:noFill/>
          <a:ln>
            <a:noFill/>
          </a:ln>
        </p:spPr>
      </p:sp>
      <p:sp>
        <p:nvSpPr>
          <p:cNvPr id="371" name="Google Shape;371;g37b2d62e5a2_2_246"/>
          <p:cNvSpPr txBox="1">
            <a:spLocks noGrp="1"/>
          </p:cNvSpPr>
          <p:nvPr>
            <p:ph type="title"/>
          </p:nvPr>
        </p:nvSpPr>
        <p:spPr>
          <a:xfrm>
            <a:off x="6201508" y="2686295"/>
            <a:ext cx="5562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1000"/>
                                        <p:tgtEl>
                                          <p:spTgt spid="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Layout09">
  <p:cSld name="Layout09">
    <p:spTree>
      <p:nvGrpSpPr>
        <p:cNvPr id="1" name="Shape 372"/>
        <p:cNvGrpSpPr/>
        <p:nvPr/>
      </p:nvGrpSpPr>
      <p:grpSpPr>
        <a:xfrm>
          <a:off x="0" y="0"/>
          <a:ext cx="0" cy="0"/>
          <a:chOff x="0" y="0"/>
          <a:chExt cx="0" cy="0"/>
        </a:xfrm>
      </p:grpSpPr>
      <p:sp>
        <p:nvSpPr>
          <p:cNvPr id="373" name="Google Shape;373;g37b2d62e5a2_2_253"/>
          <p:cNvSpPr/>
          <p:nvPr/>
        </p:nvSpPr>
        <p:spPr>
          <a:xfrm>
            <a:off x="4778476" y="819148"/>
            <a:ext cx="7413523" cy="4976967"/>
          </a:xfrm>
          <a:prstGeom prst="rect">
            <a:avLst/>
          </a:prstGeom>
          <a:solidFill>
            <a:srgbClr val="8323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g37b2d62e5a2_2_253"/>
          <p:cNvSpPr txBox="1">
            <a:spLocks noGrp="1"/>
          </p:cNvSpPr>
          <p:nvPr>
            <p:ph type="title"/>
          </p:nvPr>
        </p:nvSpPr>
        <p:spPr>
          <a:xfrm>
            <a:off x="5153891" y="1316968"/>
            <a:ext cx="6480896" cy="11312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75" name="Google Shape;375;g37b2d62e5a2_2_253"/>
          <p:cNvSpPr>
            <a:spLocks noGrp="1"/>
          </p:cNvSpPr>
          <p:nvPr>
            <p:ph type="pic" idx="2"/>
          </p:nvPr>
        </p:nvSpPr>
        <p:spPr>
          <a:xfrm>
            <a:off x="0" y="0"/>
            <a:ext cx="4763924" cy="6356350"/>
          </a:xfrm>
          <a:prstGeom prst="rect">
            <a:avLst/>
          </a:prstGeom>
          <a:noFill/>
          <a:ln>
            <a:noFill/>
          </a:ln>
        </p:spPr>
      </p:sp>
      <p:sp>
        <p:nvSpPr>
          <p:cNvPr id="376" name="Google Shape;376;g37b2d62e5a2_2_253"/>
          <p:cNvSpPr txBox="1">
            <a:spLocks noGrp="1"/>
          </p:cNvSpPr>
          <p:nvPr>
            <p:ph type="body" idx="1"/>
          </p:nvPr>
        </p:nvSpPr>
        <p:spPr>
          <a:xfrm>
            <a:off x="5153890" y="2580967"/>
            <a:ext cx="6480897" cy="25957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b="0" i="0">
                <a:solidFill>
                  <a:schemeClr val="lt1"/>
                </a:solidFill>
                <a:latin typeface="Lato"/>
                <a:ea typeface="Lato"/>
                <a:cs typeface="Lato"/>
                <a:sym typeface="Lato"/>
              </a:defRPr>
            </a:lvl1pPr>
            <a:lvl2pPr marL="914400" lvl="1" indent="-342900" algn="l">
              <a:lnSpc>
                <a:spcPct val="90000"/>
              </a:lnSpc>
              <a:spcBef>
                <a:spcPts val="500"/>
              </a:spcBef>
              <a:spcAft>
                <a:spcPts val="0"/>
              </a:spcAft>
              <a:buClr>
                <a:srgbClr val="595959"/>
              </a:buClr>
              <a:buSzPts val="1800"/>
              <a:buChar char="•"/>
              <a:defRPr/>
            </a:lvl2pPr>
            <a:lvl3pPr marL="1371600" lvl="2" indent="-342900" algn="l">
              <a:lnSpc>
                <a:spcPct val="90000"/>
              </a:lnSpc>
              <a:spcBef>
                <a:spcPts val="500"/>
              </a:spcBef>
              <a:spcAft>
                <a:spcPts val="0"/>
              </a:spcAft>
              <a:buClr>
                <a:srgbClr val="595959"/>
              </a:buClr>
              <a:buSzPts val="1800"/>
              <a:buChar char="•"/>
              <a:defRPr/>
            </a:lvl3pPr>
            <a:lvl4pPr marL="1828800" lvl="3" indent="-342900" algn="l">
              <a:lnSpc>
                <a:spcPct val="90000"/>
              </a:lnSpc>
              <a:spcBef>
                <a:spcPts val="500"/>
              </a:spcBef>
              <a:spcAft>
                <a:spcPts val="0"/>
              </a:spcAft>
              <a:buClr>
                <a:srgbClr val="595959"/>
              </a:buClr>
              <a:buSzPts val="1800"/>
              <a:buChar char="•"/>
              <a:defRPr/>
            </a:lvl4pPr>
            <a:lvl5pPr marL="2286000" lvl="4" indent="-342900" algn="l">
              <a:lnSpc>
                <a:spcPct val="90000"/>
              </a:lnSpc>
              <a:spcBef>
                <a:spcPts val="500"/>
              </a:spcBef>
              <a:spcAft>
                <a:spcPts val="0"/>
              </a:spcAft>
              <a:buClr>
                <a:srgbClr val="59595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7" name="Google Shape;377;g37b2d62e5a2_2_25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Layout10">
  <p:cSld name="Layout10">
    <p:spTree>
      <p:nvGrpSpPr>
        <p:cNvPr id="1" name="Shape 378"/>
        <p:cNvGrpSpPr/>
        <p:nvPr/>
      </p:nvGrpSpPr>
      <p:grpSpPr>
        <a:xfrm>
          <a:off x="0" y="0"/>
          <a:ext cx="0" cy="0"/>
          <a:chOff x="0" y="0"/>
          <a:chExt cx="0" cy="0"/>
        </a:xfrm>
      </p:grpSpPr>
      <p:sp>
        <p:nvSpPr>
          <p:cNvPr id="379" name="Google Shape;379;g37b2d62e5a2_2_259"/>
          <p:cNvSpPr/>
          <p:nvPr/>
        </p:nvSpPr>
        <p:spPr>
          <a:xfrm>
            <a:off x="0" y="-13856"/>
            <a:ext cx="8423564" cy="6871855"/>
          </a:xfrm>
          <a:custGeom>
            <a:avLst/>
            <a:gdLst/>
            <a:ahLst/>
            <a:cxnLst/>
            <a:rect l="l" t="t" r="r" b="b"/>
            <a:pathLst>
              <a:path w="8423564" h="6871855" extrusionOk="0">
                <a:moveTo>
                  <a:pt x="0" y="13855"/>
                </a:moveTo>
                <a:lnTo>
                  <a:pt x="8423564"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0" name="Google Shape;380;g37b2d62e5a2_2_259"/>
          <p:cNvSpPr txBox="1">
            <a:spLocks noGrp="1"/>
          </p:cNvSpPr>
          <p:nvPr>
            <p:ph type="title"/>
          </p:nvPr>
        </p:nvSpPr>
        <p:spPr>
          <a:xfrm>
            <a:off x="7120335" y="4237932"/>
            <a:ext cx="4677218" cy="1878998"/>
          </a:xfrm>
          <a:prstGeom prst="rect">
            <a:avLst/>
          </a:prstGeom>
          <a:noFill/>
          <a:ln>
            <a:noFill/>
          </a:ln>
        </p:spPr>
        <p:txBody>
          <a:bodyPr spcFirstLastPara="1" wrap="square" lIns="91425" tIns="45700" rIns="91425" bIns="45700" anchor="ctr" anchorCtr="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1" name="Google Shape;381;g37b2d62e5a2_2_259"/>
          <p:cNvSpPr>
            <a:spLocks noGrp="1"/>
          </p:cNvSpPr>
          <p:nvPr>
            <p:ph type="pic" idx="2"/>
          </p:nvPr>
        </p:nvSpPr>
        <p:spPr>
          <a:xfrm>
            <a:off x="0" y="-13856"/>
            <a:ext cx="7647882" cy="6871856"/>
          </a:xfrm>
          <a:prstGeom prst="parallelogram">
            <a:avLst>
              <a:gd name="adj" fmla="val 33669"/>
            </a:avLst>
          </a:prstGeom>
          <a:noFill/>
          <a:ln>
            <a:noFill/>
          </a:ln>
        </p:spPr>
      </p:sp>
      <p:sp>
        <p:nvSpPr>
          <p:cNvPr id="382" name="Google Shape;382;g37b2d62e5a2_2_259"/>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383" name="Google Shape;383;g37b2d62e5a2_2_259"/>
          <p:cNvPicPr preferRelativeResize="0"/>
          <p:nvPr/>
        </p:nvPicPr>
        <p:blipFill rotWithShape="1">
          <a:blip r:embed="rId2">
            <a:alphaModFix/>
          </a:blip>
          <a:srcRect/>
          <a:stretch/>
        </p:blipFill>
        <p:spPr>
          <a:xfrm>
            <a:off x="838200" y="6513174"/>
            <a:ext cx="2824372" cy="15826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Layout11">
  <p:cSld name="Layout11">
    <p:bg>
      <p:bgPr>
        <a:solidFill>
          <a:srgbClr val="6C1D35"/>
        </a:solidFill>
        <a:effectLst/>
      </p:bgPr>
    </p:bg>
    <p:spTree>
      <p:nvGrpSpPr>
        <p:cNvPr id="1" name="Shape 384"/>
        <p:cNvGrpSpPr/>
        <p:nvPr/>
      </p:nvGrpSpPr>
      <p:grpSpPr>
        <a:xfrm>
          <a:off x="0" y="0"/>
          <a:ext cx="0" cy="0"/>
          <a:chOff x="0" y="0"/>
          <a:chExt cx="0" cy="0"/>
        </a:xfrm>
      </p:grpSpPr>
      <p:sp>
        <p:nvSpPr>
          <p:cNvPr id="385" name="Google Shape;385;g37b2d62e5a2_2_26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86" name="Google Shape;386;g37b2d62e5a2_2_2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600" b="1">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Layout12">
  <p:cSld name="Layout12">
    <p:spTree>
      <p:nvGrpSpPr>
        <p:cNvPr id="1" name="Shape 387"/>
        <p:cNvGrpSpPr/>
        <p:nvPr/>
      </p:nvGrpSpPr>
      <p:grpSpPr>
        <a:xfrm>
          <a:off x="0" y="0"/>
          <a:ext cx="0" cy="0"/>
          <a:chOff x="0" y="0"/>
          <a:chExt cx="0" cy="0"/>
        </a:xfrm>
      </p:grpSpPr>
      <p:sp>
        <p:nvSpPr>
          <p:cNvPr id="388" name="Google Shape;388;g37b2d62e5a2_2_268"/>
          <p:cNvSpPr>
            <a:spLocks noGrp="1"/>
          </p:cNvSpPr>
          <p:nvPr>
            <p:ph type="pic" idx="2"/>
          </p:nvPr>
        </p:nvSpPr>
        <p:spPr>
          <a:xfrm>
            <a:off x="-1" y="-2358"/>
            <a:ext cx="7753847" cy="6863012"/>
          </a:xfrm>
          <a:prstGeom prst="rect">
            <a:avLst/>
          </a:prstGeom>
          <a:noFill/>
          <a:ln>
            <a:noFill/>
          </a:ln>
        </p:spPr>
      </p:sp>
      <p:sp>
        <p:nvSpPr>
          <p:cNvPr id="389" name="Google Shape;389;g37b2d62e5a2_2_268"/>
          <p:cNvSpPr/>
          <p:nvPr/>
        </p:nvSpPr>
        <p:spPr>
          <a:xfrm>
            <a:off x="9476509" y="1"/>
            <a:ext cx="2715490" cy="6880888"/>
          </a:xfrm>
          <a:prstGeom prst="rect">
            <a:avLst/>
          </a:prstGeom>
          <a:solidFill>
            <a:srgbClr val="4B47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0" name="Google Shape;390;g37b2d62e5a2_2_268"/>
          <p:cNvSpPr/>
          <p:nvPr/>
        </p:nvSpPr>
        <p:spPr>
          <a:xfrm rot="10800000">
            <a:off x="5250869" y="-1"/>
            <a:ext cx="6858001" cy="6885707"/>
          </a:xfrm>
          <a:custGeom>
            <a:avLst/>
            <a:gdLst/>
            <a:ahLst/>
            <a:cxnLst/>
            <a:rect l="l" t="t" r="r" b="b"/>
            <a:pathLst>
              <a:path w="4503556" h="6858000" extrusionOk="0">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g37b2d62e5a2_2_268"/>
          <p:cNvSpPr txBox="1">
            <a:spLocks noGrp="1"/>
          </p:cNvSpPr>
          <p:nvPr>
            <p:ph type="title"/>
          </p:nvPr>
        </p:nvSpPr>
        <p:spPr>
          <a:xfrm>
            <a:off x="5832762" y="1995054"/>
            <a:ext cx="3768438" cy="308956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1">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2" name="Google Shape;392;g37b2d62e5a2_2_268"/>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None/>
              <a:defRPr sz="1200" b="0" i="0">
                <a:solidFill>
                  <a:schemeClr val="lt1"/>
                </a:solidFill>
                <a:latin typeface="Roboto"/>
                <a:ea typeface="Roboto"/>
                <a:cs typeface="Roboto"/>
                <a:sym typeface="Roboto"/>
              </a:defRPr>
            </a:lvl1pPr>
            <a:lvl2pPr marL="0" marR="0" lvl="1" indent="0" algn="ctr">
              <a:spcBef>
                <a:spcPts val="0"/>
              </a:spcBef>
              <a:spcAft>
                <a:spcPts val="0"/>
              </a:spcAft>
              <a:buNone/>
              <a:defRPr sz="1200" b="0" i="0">
                <a:solidFill>
                  <a:schemeClr val="lt1"/>
                </a:solidFill>
                <a:latin typeface="Roboto"/>
                <a:ea typeface="Roboto"/>
                <a:cs typeface="Roboto"/>
                <a:sym typeface="Roboto"/>
              </a:defRPr>
            </a:lvl2pPr>
            <a:lvl3pPr marL="0" marR="0" lvl="2" indent="0" algn="ctr">
              <a:spcBef>
                <a:spcPts val="0"/>
              </a:spcBef>
              <a:spcAft>
                <a:spcPts val="0"/>
              </a:spcAft>
              <a:buNone/>
              <a:defRPr sz="1200" b="0" i="0">
                <a:solidFill>
                  <a:schemeClr val="lt1"/>
                </a:solidFill>
                <a:latin typeface="Roboto"/>
                <a:ea typeface="Roboto"/>
                <a:cs typeface="Roboto"/>
                <a:sym typeface="Roboto"/>
              </a:defRPr>
            </a:lvl3pPr>
            <a:lvl4pPr marL="0" marR="0" lvl="3" indent="0" algn="ctr">
              <a:spcBef>
                <a:spcPts val="0"/>
              </a:spcBef>
              <a:spcAft>
                <a:spcPts val="0"/>
              </a:spcAft>
              <a:buNone/>
              <a:defRPr sz="1200" b="0" i="0">
                <a:solidFill>
                  <a:schemeClr val="lt1"/>
                </a:solidFill>
                <a:latin typeface="Roboto"/>
                <a:ea typeface="Roboto"/>
                <a:cs typeface="Roboto"/>
                <a:sym typeface="Roboto"/>
              </a:defRPr>
            </a:lvl4pPr>
            <a:lvl5pPr marL="0" marR="0" lvl="4" indent="0" algn="ctr">
              <a:spcBef>
                <a:spcPts val="0"/>
              </a:spcBef>
              <a:spcAft>
                <a:spcPts val="0"/>
              </a:spcAft>
              <a:buNone/>
              <a:defRPr sz="1200" b="0" i="0">
                <a:solidFill>
                  <a:schemeClr val="lt1"/>
                </a:solidFill>
                <a:latin typeface="Roboto"/>
                <a:ea typeface="Roboto"/>
                <a:cs typeface="Roboto"/>
                <a:sym typeface="Roboto"/>
              </a:defRPr>
            </a:lvl5pPr>
            <a:lvl6pPr marL="0" marR="0" lvl="5" indent="0" algn="ctr">
              <a:spcBef>
                <a:spcPts val="0"/>
              </a:spcBef>
              <a:spcAft>
                <a:spcPts val="0"/>
              </a:spcAft>
              <a:buNone/>
              <a:defRPr sz="1200" b="0" i="0">
                <a:solidFill>
                  <a:schemeClr val="lt1"/>
                </a:solidFill>
                <a:latin typeface="Roboto"/>
                <a:ea typeface="Roboto"/>
                <a:cs typeface="Roboto"/>
                <a:sym typeface="Roboto"/>
              </a:defRPr>
            </a:lvl6pPr>
            <a:lvl7pPr marL="0" marR="0" lvl="6" indent="0" algn="ctr">
              <a:spcBef>
                <a:spcPts val="0"/>
              </a:spcBef>
              <a:spcAft>
                <a:spcPts val="0"/>
              </a:spcAft>
              <a:buNone/>
              <a:defRPr sz="1200" b="0" i="0">
                <a:solidFill>
                  <a:schemeClr val="lt1"/>
                </a:solidFill>
                <a:latin typeface="Roboto"/>
                <a:ea typeface="Roboto"/>
                <a:cs typeface="Roboto"/>
                <a:sym typeface="Roboto"/>
              </a:defRPr>
            </a:lvl7pPr>
            <a:lvl8pPr marL="0" marR="0" lvl="7" indent="0" algn="ctr">
              <a:spcBef>
                <a:spcPts val="0"/>
              </a:spcBef>
              <a:spcAft>
                <a:spcPts val="0"/>
              </a:spcAft>
              <a:buNone/>
              <a:defRPr sz="1200" b="0" i="0">
                <a:solidFill>
                  <a:schemeClr val="lt1"/>
                </a:solidFill>
                <a:latin typeface="Roboto"/>
                <a:ea typeface="Roboto"/>
                <a:cs typeface="Roboto"/>
                <a:sym typeface="Roboto"/>
              </a:defRPr>
            </a:lvl8pPr>
            <a:lvl9pPr marL="0" marR="0" lvl="8" indent="0" algn="ctr">
              <a:spcBef>
                <a:spcPts val="0"/>
              </a:spcBef>
              <a:spcAft>
                <a:spcPts val="0"/>
              </a:spcAft>
              <a:buNone/>
              <a:defRPr sz="1200" b="0" i="0">
                <a:solidFill>
                  <a:schemeClr val="lt1"/>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5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Layout13">
  <p:cSld name="Layout13">
    <p:spTree>
      <p:nvGrpSpPr>
        <p:cNvPr id="1" name="Shape 393"/>
        <p:cNvGrpSpPr/>
        <p:nvPr/>
      </p:nvGrpSpPr>
      <p:grpSpPr>
        <a:xfrm>
          <a:off x="0" y="0"/>
          <a:ext cx="0" cy="0"/>
          <a:chOff x="0" y="0"/>
          <a:chExt cx="0" cy="0"/>
        </a:xfrm>
      </p:grpSpPr>
      <p:sp>
        <p:nvSpPr>
          <p:cNvPr id="394" name="Google Shape;394;g37b2d62e5a2_2_274"/>
          <p:cNvSpPr/>
          <p:nvPr/>
        </p:nvSpPr>
        <p:spPr>
          <a:xfrm>
            <a:off x="6350" y="1"/>
            <a:ext cx="4329113" cy="6880888"/>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5" name="Google Shape;395;g37b2d62e5a2_2_274"/>
          <p:cNvPicPr preferRelativeResize="0"/>
          <p:nvPr/>
        </p:nvPicPr>
        <p:blipFill rotWithShape="1">
          <a:blip r:embed="rId2">
            <a:alphaModFix amt="11000"/>
          </a:blip>
          <a:srcRect/>
          <a:stretch/>
        </p:blipFill>
        <p:spPr>
          <a:xfrm>
            <a:off x="0" y="-1"/>
            <a:ext cx="4336976" cy="6858000"/>
          </a:xfrm>
          <a:prstGeom prst="rect">
            <a:avLst/>
          </a:prstGeom>
          <a:noFill/>
          <a:ln>
            <a:noFill/>
          </a:ln>
        </p:spPr>
      </p:pic>
      <p:sp>
        <p:nvSpPr>
          <p:cNvPr id="396" name="Google Shape;396;g37b2d62e5a2_2_274"/>
          <p:cNvSpPr/>
          <p:nvPr/>
        </p:nvSpPr>
        <p:spPr>
          <a:xfrm>
            <a:off x="1431389" y="0"/>
            <a:ext cx="1662113" cy="6826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97" name="Google Shape;397;g37b2d62e5a2_2_274"/>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398" name="Google Shape;398;g37b2d62e5a2_2_274"/>
          <p:cNvSpPr txBox="1">
            <a:spLocks noGrp="1"/>
          </p:cNvSpPr>
          <p:nvPr>
            <p:ph type="title"/>
          </p:nvPr>
        </p:nvSpPr>
        <p:spPr>
          <a:xfrm>
            <a:off x="352821" y="2616709"/>
            <a:ext cx="3523452" cy="105276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3600" b="0"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9" name="Google Shape;399;g37b2d62e5a2_2_274"/>
          <p:cNvSpPr txBox="1">
            <a:spLocks noGrp="1"/>
          </p:cNvSpPr>
          <p:nvPr>
            <p:ph type="body" idx="1"/>
          </p:nvPr>
        </p:nvSpPr>
        <p:spPr>
          <a:xfrm>
            <a:off x="352821" y="3880241"/>
            <a:ext cx="3523452" cy="116677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F2F2F2"/>
              </a:buClr>
              <a:buSzPts val="1600"/>
              <a:buNone/>
              <a:defRPr sz="1600" b="0" i="0">
                <a:solidFill>
                  <a:srgbClr val="F2F2F2"/>
                </a:solidFill>
                <a:latin typeface="Lato"/>
                <a:ea typeface="Lato"/>
                <a:cs typeface="Lato"/>
                <a:sym typeface="Lato"/>
              </a:defRPr>
            </a:lvl1pPr>
            <a:lvl2pPr marL="914400" lvl="1" indent="-228600" algn="l">
              <a:lnSpc>
                <a:spcPct val="90000"/>
              </a:lnSpc>
              <a:spcBef>
                <a:spcPts val="500"/>
              </a:spcBef>
              <a:spcAft>
                <a:spcPts val="0"/>
              </a:spcAft>
              <a:buClr>
                <a:srgbClr val="595959"/>
              </a:buClr>
              <a:buSzPts val="1400"/>
              <a:buNone/>
              <a:defRPr sz="1400"/>
            </a:lvl2pPr>
            <a:lvl3pPr marL="1371600" lvl="2" indent="-228600" algn="l">
              <a:lnSpc>
                <a:spcPct val="90000"/>
              </a:lnSpc>
              <a:spcBef>
                <a:spcPts val="500"/>
              </a:spcBef>
              <a:spcAft>
                <a:spcPts val="0"/>
              </a:spcAft>
              <a:buClr>
                <a:srgbClr val="595959"/>
              </a:buClr>
              <a:buSzPts val="1200"/>
              <a:buNone/>
              <a:defRPr sz="1200"/>
            </a:lvl3pPr>
            <a:lvl4pPr marL="1828800" lvl="3" indent="-228600" algn="l">
              <a:lnSpc>
                <a:spcPct val="90000"/>
              </a:lnSpc>
              <a:spcBef>
                <a:spcPts val="500"/>
              </a:spcBef>
              <a:spcAft>
                <a:spcPts val="0"/>
              </a:spcAft>
              <a:buClr>
                <a:srgbClr val="595959"/>
              </a:buClr>
              <a:buSzPts val="1000"/>
              <a:buNone/>
              <a:defRPr sz="1000"/>
            </a:lvl4pPr>
            <a:lvl5pPr marL="2286000" lvl="4" indent="-228600" algn="l">
              <a:lnSpc>
                <a:spcPct val="90000"/>
              </a:lnSpc>
              <a:spcBef>
                <a:spcPts val="500"/>
              </a:spcBef>
              <a:spcAft>
                <a:spcPts val="0"/>
              </a:spcAft>
              <a:buClr>
                <a:srgbClr val="59595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00" name="Google Shape;400;g37b2d62e5a2_2_274"/>
          <p:cNvSpPr>
            <a:spLocks noGrp="1"/>
          </p:cNvSpPr>
          <p:nvPr>
            <p:ph type="pic" idx="2"/>
          </p:nvPr>
        </p:nvSpPr>
        <p:spPr>
          <a:xfrm>
            <a:off x="4322618" y="0"/>
            <a:ext cx="7552707" cy="6858000"/>
          </a:xfrm>
          <a:prstGeom prst="rect">
            <a:avLst/>
          </a:prstGeom>
          <a:no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4"/>
                                        </p:tgtEl>
                                        <p:attrNameLst>
                                          <p:attrName>style.visibility</p:attrName>
                                        </p:attrNameLst>
                                      </p:cBhvr>
                                      <p:to>
                                        <p:strVal val="visible"/>
                                      </p:to>
                                    </p:set>
                                    <p:animEffect transition="in" filter="fade">
                                      <p:cBhvr>
                                        <p:cTn id="7"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Layout14">
  <p:cSld name="Layout14">
    <p:spTree>
      <p:nvGrpSpPr>
        <p:cNvPr id="1" name="Shape 401"/>
        <p:cNvGrpSpPr/>
        <p:nvPr/>
      </p:nvGrpSpPr>
      <p:grpSpPr>
        <a:xfrm>
          <a:off x="0" y="0"/>
          <a:ext cx="0" cy="0"/>
          <a:chOff x="0" y="0"/>
          <a:chExt cx="0" cy="0"/>
        </a:xfrm>
      </p:grpSpPr>
      <p:sp>
        <p:nvSpPr>
          <p:cNvPr id="402" name="Google Shape;402;g37b2d62e5a2_2_282"/>
          <p:cNvSpPr/>
          <p:nvPr/>
        </p:nvSpPr>
        <p:spPr>
          <a:xfrm>
            <a:off x="-324" y="-2845"/>
            <a:ext cx="2589145"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alpha val="76862"/>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3" name="Google Shape;403;g37b2d62e5a2_2_28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04" name="Google Shape;404;g37b2d62e5a2_2_2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Layout15">
  <p:cSld name="Layout15">
    <p:bg>
      <p:bgPr>
        <a:solidFill>
          <a:srgbClr val="6C1D35"/>
        </a:solidFill>
        <a:effectLst/>
      </p:bgPr>
    </p:bg>
    <p:spTree>
      <p:nvGrpSpPr>
        <p:cNvPr id="1" name="Shape 405"/>
        <p:cNvGrpSpPr/>
        <p:nvPr/>
      </p:nvGrpSpPr>
      <p:grpSpPr>
        <a:xfrm>
          <a:off x="0" y="0"/>
          <a:ext cx="0" cy="0"/>
          <a:chOff x="0" y="0"/>
          <a:chExt cx="0" cy="0"/>
        </a:xfrm>
      </p:grpSpPr>
      <p:sp>
        <p:nvSpPr>
          <p:cNvPr id="406" name="Google Shape;406;g37b2d62e5a2_2_286"/>
          <p:cNvSpPr/>
          <p:nvPr/>
        </p:nvSpPr>
        <p:spPr>
          <a:xfrm rot="5400000">
            <a:off x="5964357" y="-1538287"/>
            <a:ext cx="134938" cy="3211512"/>
          </a:xfrm>
          <a:prstGeom prst="rect">
            <a:avLst/>
          </a:pr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7" name="Google Shape;407;g37b2d62e5a2_2_2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08" name="Google Shape;408;g37b2d62e5a2_2_28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Layout16">
  <p:cSld name="Layout16">
    <p:bg>
      <p:bgPr>
        <a:solidFill>
          <a:srgbClr val="F2F2F2">
            <a:alpha val="33725"/>
          </a:srgbClr>
        </a:solidFill>
        <a:effectLst/>
      </p:bgPr>
    </p:bg>
    <p:spTree>
      <p:nvGrpSpPr>
        <p:cNvPr id="1" name="Shape 409"/>
        <p:cNvGrpSpPr/>
        <p:nvPr/>
      </p:nvGrpSpPr>
      <p:grpSpPr>
        <a:xfrm>
          <a:off x="0" y="0"/>
          <a:ext cx="0" cy="0"/>
          <a:chOff x="0" y="0"/>
          <a:chExt cx="0" cy="0"/>
        </a:xfrm>
      </p:grpSpPr>
      <p:sp>
        <p:nvSpPr>
          <p:cNvPr id="410" name="Google Shape;410;g37b2d62e5a2_2_290"/>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1" name="Google Shape;411;g37b2d62e5a2_2_290"/>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2" name="Google Shape;412;g37b2d62e5a2_2_290"/>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3" name="Google Shape;413;g37b2d62e5a2_2_29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14" name="Google Shape;414;g37b2d62e5a2_2_290"/>
          <p:cNvSpPr txBox="1">
            <a:spLocks noGrp="1"/>
          </p:cNvSpPr>
          <p:nvPr>
            <p:ph type="title"/>
          </p:nvPr>
        </p:nvSpPr>
        <p:spPr>
          <a:xfrm>
            <a:off x="1389318"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Layout17">
  <p:cSld name="Layout17">
    <p:bg>
      <p:bgPr>
        <a:solidFill>
          <a:srgbClr val="F2F2F2">
            <a:alpha val="33725"/>
          </a:srgbClr>
        </a:solidFill>
        <a:effectLst/>
      </p:bgPr>
    </p:bg>
    <p:spTree>
      <p:nvGrpSpPr>
        <p:cNvPr id="1" name="Shape 415"/>
        <p:cNvGrpSpPr/>
        <p:nvPr/>
      </p:nvGrpSpPr>
      <p:grpSpPr>
        <a:xfrm>
          <a:off x="0" y="0"/>
          <a:ext cx="0" cy="0"/>
          <a:chOff x="0" y="0"/>
          <a:chExt cx="0" cy="0"/>
        </a:xfrm>
      </p:grpSpPr>
      <p:sp>
        <p:nvSpPr>
          <p:cNvPr id="416" name="Google Shape;416;g37b2d62e5a2_2_296"/>
          <p:cNvSpPr/>
          <p:nvPr/>
        </p:nvSpPr>
        <p:spPr>
          <a:xfrm>
            <a:off x="8688288" y="253363"/>
            <a:ext cx="1091121" cy="781258"/>
          </a:xfrm>
          <a:custGeom>
            <a:avLst/>
            <a:gdLst/>
            <a:ahLst/>
            <a:cxnLst/>
            <a:rect l="l" t="t" r="r" b="b"/>
            <a:pathLst>
              <a:path w="1110304" h="794993" extrusionOk="0">
                <a:moveTo>
                  <a:pt x="0" y="0"/>
                </a:moveTo>
                <a:lnTo>
                  <a:pt x="668996" y="0"/>
                </a:lnTo>
                <a:lnTo>
                  <a:pt x="1110304" y="794993"/>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7" name="Google Shape;417;g37b2d62e5a2_2_296"/>
          <p:cNvSpPr/>
          <p:nvPr/>
        </p:nvSpPr>
        <p:spPr>
          <a:xfrm>
            <a:off x="139272" y="0"/>
            <a:ext cx="1132546" cy="791286"/>
          </a:xfrm>
          <a:custGeom>
            <a:avLst/>
            <a:gdLst/>
            <a:ahLst/>
            <a:cxnLst/>
            <a:rect l="l" t="t" r="r" b="b"/>
            <a:pathLst>
              <a:path w="1132546" h="791286" extrusionOk="0">
                <a:moveTo>
                  <a:pt x="0" y="0"/>
                </a:moveTo>
                <a:lnTo>
                  <a:pt x="668996" y="0"/>
                </a:lnTo>
                <a:lnTo>
                  <a:pt x="1132546" y="791286"/>
                </a:lnTo>
                <a:lnTo>
                  <a:pt x="473075" y="791286"/>
                </a:lnTo>
                <a:lnTo>
                  <a:pt x="0" y="0"/>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8" name="Google Shape;418;g37b2d62e5a2_2_296"/>
          <p:cNvSpPr/>
          <p:nvPr/>
        </p:nvSpPr>
        <p:spPr>
          <a:xfrm>
            <a:off x="948611" y="256369"/>
            <a:ext cx="8704157" cy="791286"/>
          </a:xfrm>
          <a:custGeom>
            <a:avLst/>
            <a:gdLst/>
            <a:ahLst/>
            <a:cxnLst/>
            <a:rect l="l" t="t" r="r" b="b"/>
            <a:pathLst>
              <a:path w="10510654" h="791286" extrusionOk="0">
                <a:moveTo>
                  <a:pt x="0" y="0"/>
                </a:moveTo>
                <a:lnTo>
                  <a:pt x="9998765" y="0"/>
                </a:lnTo>
                <a:lnTo>
                  <a:pt x="10510654" y="775895"/>
                </a:lnTo>
                <a:lnTo>
                  <a:pt x="567369"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g37b2d62e5a2_2_296"/>
          <p:cNvSpPr/>
          <p:nvPr/>
        </p:nvSpPr>
        <p:spPr>
          <a:xfrm>
            <a:off x="0" y="0"/>
            <a:ext cx="1132546" cy="791286"/>
          </a:xfrm>
          <a:custGeom>
            <a:avLst/>
            <a:gdLst/>
            <a:ahLst/>
            <a:cxnLst/>
            <a:rect l="l" t="t" r="r" b="b"/>
            <a:pathLst>
              <a:path w="1132546" h="791286" extrusionOk="0">
                <a:moveTo>
                  <a:pt x="0" y="0"/>
                </a:moveTo>
                <a:lnTo>
                  <a:pt x="668996" y="0"/>
                </a:lnTo>
                <a:lnTo>
                  <a:pt x="1132546" y="791286"/>
                </a:lnTo>
                <a:lnTo>
                  <a:pt x="0" y="791286"/>
                </a:lnTo>
                <a:lnTo>
                  <a:pt x="0" y="0"/>
                </a:lnTo>
                <a:close/>
              </a:path>
            </a:pathLst>
          </a:custGeom>
          <a:solidFill>
            <a:srgbClr val="E8B88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g37b2d62e5a2_2_29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21" name="Google Shape;421;g37b2d62e5a2_2_296"/>
          <p:cNvSpPr txBox="1">
            <a:spLocks noGrp="1"/>
          </p:cNvSpPr>
          <p:nvPr>
            <p:ph type="title"/>
          </p:nvPr>
        </p:nvSpPr>
        <p:spPr>
          <a:xfrm>
            <a:off x="1391093" y="0"/>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Layout18">
  <p:cSld name="Layout18">
    <p:spTree>
      <p:nvGrpSpPr>
        <p:cNvPr id="1" name="Shape 422"/>
        <p:cNvGrpSpPr/>
        <p:nvPr/>
      </p:nvGrpSpPr>
      <p:grpSpPr>
        <a:xfrm>
          <a:off x="0" y="0"/>
          <a:ext cx="0" cy="0"/>
          <a:chOff x="0" y="0"/>
          <a:chExt cx="0" cy="0"/>
        </a:xfrm>
      </p:grpSpPr>
      <p:sp>
        <p:nvSpPr>
          <p:cNvPr id="423" name="Google Shape;423;g37b2d62e5a2_2_303"/>
          <p:cNvSpPr/>
          <p:nvPr/>
        </p:nvSpPr>
        <p:spPr>
          <a:xfrm flipH="1">
            <a:off x="0" y="0"/>
            <a:ext cx="12192000" cy="6329548"/>
          </a:xfrm>
          <a:custGeom>
            <a:avLst/>
            <a:gdLst/>
            <a:ahLst/>
            <a:cxnLst/>
            <a:rect l="l" t="t" r="r" b="b"/>
            <a:pathLst>
              <a:path w="10003" h="10000" extrusionOk="0">
                <a:moveTo>
                  <a:pt x="3" y="5641"/>
                </a:moveTo>
                <a:lnTo>
                  <a:pt x="2003" y="0"/>
                </a:lnTo>
                <a:lnTo>
                  <a:pt x="10003" y="0"/>
                </a:lnTo>
                <a:lnTo>
                  <a:pt x="10003" y="10000"/>
                </a:lnTo>
                <a:lnTo>
                  <a:pt x="3" y="10000"/>
                </a:lnTo>
                <a:cubicBezTo>
                  <a:pt x="-7" y="8290"/>
                  <a:pt x="13" y="7351"/>
                  <a:pt x="3" y="5641"/>
                </a:cubicBezTo>
                <a:close/>
              </a:path>
            </a:pathLst>
          </a:custGeom>
          <a:solidFill>
            <a:srgbClr val="6C1D35"/>
          </a:solidFill>
          <a:ln w="12700" cap="flat" cmpd="sng">
            <a:solidFill>
              <a:srgbClr val="5F192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g37b2d62e5a2_2_303"/>
          <p:cNvSpPr txBox="1">
            <a:spLocks noGrp="1"/>
          </p:cNvSpPr>
          <p:nvPr>
            <p:ph type="title"/>
          </p:nvPr>
        </p:nvSpPr>
        <p:spPr>
          <a:xfrm>
            <a:off x="1804589" y="430242"/>
            <a:ext cx="8686800" cy="9663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5" name="Google Shape;425;g37b2d62e5a2_2_30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Layout19">
  <p:cSld name="Layout19">
    <p:spTree>
      <p:nvGrpSpPr>
        <p:cNvPr id="1" name="Shape 426"/>
        <p:cNvGrpSpPr/>
        <p:nvPr/>
      </p:nvGrpSpPr>
      <p:grpSpPr>
        <a:xfrm>
          <a:off x="0" y="0"/>
          <a:ext cx="0" cy="0"/>
          <a:chOff x="0" y="0"/>
          <a:chExt cx="0" cy="0"/>
        </a:xfrm>
      </p:grpSpPr>
      <p:sp>
        <p:nvSpPr>
          <p:cNvPr id="427" name="Google Shape;427;g37b2d62e5a2_2_307"/>
          <p:cNvSpPr/>
          <p:nvPr/>
        </p:nvSpPr>
        <p:spPr>
          <a:xfrm>
            <a:off x="0" y="3049589"/>
            <a:ext cx="12192000" cy="3808412"/>
          </a:xfrm>
          <a:prstGeom prst="rect">
            <a:avLst/>
          </a:prstGeom>
          <a:solidFill>
            <a:schemeClr val="lt1">
              <a:alpha val="6862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8" name="Google Shape;428;g37b2d62e5a2_2_307"/>
          <p:cNvSpPr>
            <a:spLocks noGrp="1"/>
          </p:cNvSpPr>
          <p:nvPr>
            <p:ph type="pic" idx="2"/>
          </p:nvPr>
        </p:nvSpPr>
        <p:spPr>
          <a:xfrm>
            <a:off x="0" y="-11393"/>
            <a:ext cx="12192000" cy="3060981"/>
          </a:xfrm>
          <a:prstGeom prst="rect">
            <a:avLst/>
          </a:prstGeom>
          <a:noFill/>
          <a:ln>
            <a:noFill/>
          </a:ln>
        </p:spPr>
      </p:sp>
      <p:sp>
        <p:nvSpPr>
          <p:cNvPr id="429" name="Google Shape;429;g37b2d62e5a2_2_30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430"/>
        <p:cNvGrpSpPr/>
        <p:nvPr/>
      </p:nvGrpSpPr>
      <p:grpSpPr>
        <a:xfrm>
          <a:off x="0" y="0"/>
          <a:ext cx="0" cy="0"/>
          <a:chOff x="0" y="0"/>
          <a:chExt cx="0" cy="0"/>
        </a:xfrm>
      </p:grpSpPr>
      <p:sp>
        <p:nvSpPr>
          <p:cNvPr id="431" name="Google Shape;431;g37b2d62e5a2_2_3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2" name="Google Shape;432;g37b2d62e5a2_2_31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cxnSp>
        <p:nvCxnSpPr>
          <p:cNvPr id="433" name="Google Shape;433;g37b2d62e5a2_2_311"/>
          <p:cNvCxnSpPr/>
          <p:nvPr/>
        </p:nvCxnSpPr>
        <p:spPr>
          <a:xfrm>
            <a:off x="-12700" y="101600"/>
            <a:ext cx="12192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Layout21">
  <p:cSld name="Layout21">
    <p:bg>
      <p:bgPr>
        <a:solidFill>
          <a:schemeClr val="lt1"/>
        </a:solidFill>
        <a:effectLst/>
      </p:bgPr>
    </p:bg>
    <p:spTree>
      <p:nvGrpSpPr>
        <p:cNvPr id="1" name="Shape 434"/>
        <p:cNvGrpSpPr/>
        <p:nvPr/>
      </p:nvGrpSpPr>
      <p:grpSpPr>
        <a:xfrm>
          <a:off x="0" y="0"/>
          <a:ext cx="0" cy="0"/>
          <a:chOff x="0" y="0"/>
          <a:chExt cx="0" cy="0"/>
        </a:xfrm>
      </p:grpSpPr>
      <p:sp>
        <p:nvSpPr>
          <p:cNvPr id="435" name="Google Shape;435;g37b2d62e5a2_2_31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Layout22">
  <p:cSld name="Layout22">
    <p:spTree>
      <p:nvGrpSpPr>
        <p:cNvPr id="1" name="Shape 436"/>
        <p:cNvGrpSpPr/>
        <p:nvPr/>
      </p:nvGrpSpPr>
      <p:grpSpPr>
        <a:xfrm>
          <a:off x="0" y="0"/>
          <a:ext cx="0" cy="0"/>
          <a:chOff x="0" y="0"/>
          <a:chExt cx="0" cy="0"/>
        </a:xfrm>
      </p:grpSpPr>
      <p:sp>
        <p:nvSpPr>
          <p:cNvPr id="437" name="Google Shape;437;g37b2d62e5a2_2_3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38" name="Google Shape;438;g37b2d62e5a2_2_31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39" name="Google Shape;439;g37b2d62e5a2_2_317"/>
          <p:cNvSpPr/>
          <p:nvPr/>
        </p:nvSpPr>
        <p:spPr>
          <a:xfrm rot="5400000">
            <a:off x="6013275" y="327219"/>
            <a:ext cx="214683" cy="1164747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Layout23">
  <p:cSld name="Layout23">
    <p:bg>
      <p:bgPr>
        <a:solidFill>
          <a:schemeClr val="lt1"/>
        </a:solidFill>
        <a:effectLst/>
      </p:bgPr>
    </p:bg>
    <p:spTree>
      <p:nvGrpSpPr>
        <p:cNvPr id="1" name="Shape 440"/>
        <p:cNvGrpSpPr/>
        <p:nvPr/>
      </p:nvGrpSpPr>
      <p:grpSpPr>
        <a:xfrm>
          <a:off x="0" y="0"/>
          <a:ext cx="0" cy="0"/>
          <a:chOff x="0" y="0"/>
          <a:chExt cx="0" cy="0"/>
        </a:xfrm>
      </p:grpSpPr>
      <p:sp>
        <p:nvSpPr>
          <p:cNvPr id="441" name="Google Shape;441;g37b2d62e5a2_2_3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42" name="Google Shape;442;g37b2d62e5a2_2_32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43" name="Google Shape;443;g37b2d62e5a2_2_321"/>
          <p:cNvSpPr/>
          <p:nvPr/>
        </p:nvSpPr>
        <p:spPr>
          <a:xfrm rot="5400000">
            <a:off x="6070760" y="476921"/>
            <a:ext cx="45719" cy="1170146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Layout24">
  <p:cSld name="Layout24">
    <p:spTree>
      <p:nvGrpSpPr>
        <p:cNvPr id="1" name="Shape 444"/>
        <p:cNvGrpSpPr/>
        <p:nvPr/>
      </p:nvGrpSpPr>
      <p:grpSpPr>
        <a:xfrm>
          <a:off x="0" y="0"/>
          <a:ext cx="0" cy="0"/>
          <a:chOff x="0" y="0"/>
          <a:chExt cx="0" cy="0"/>
        </a:xfrm>
      </p:grpSpPr>
      <p:sp>
        <p:nvSpPr>
          <p:cNvPr id="445" name="Google Shape;445;g37b2d62e5a2_2_325"/>
          <p:cNvSpPr/>
          <p:nvPr/>
        </p:nvSpPr>
        <p:spPr>
          <a:xfrm>
            <a:off x="0" y="-2845"/>
            <a:ext cx="7528884" cy="6130513"/>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46" name="Google Shape;446;g37b2d62e5a2_2_325"/>
          <p:cNvPicPr preferRelativeResize="0"/>
          <p:nvPr/>
        </p:nvPicPr>
        <p:blipFill rotWithShape="1">
          <a:blip r:embed="rId2">
            <a:alphaModFix/>
          </a:blip>
          <a:srcRect/>
          <a:stretch/>
        </p:blipFill>
        <p:spPr>
          <a:xfrm>
            <a:off x="0" y="847435"/>
            <a:ext cx="6356825" cy="5497382"/>
          </a:xfrm>
          <a:prstGeom prst="rect">
            <a:avLst/>
          </a:prstGeom>
          <a:noFill/>
          <a:ln>
            <a:noFill/>
          </a:ln>
        </p:spPr>
      </p:pic>
      <p:sp>
        <p:nvSpPr>
          <p:cNvPr id="447" name="Google Shape;447;g37b2d62e5a2_2_325"/>
          <p:cNvSpPr txBox="1">
            <a:spLocks noGrp="1"/>
          </p:cNvSpPr>
          <p:nvPr>
            <p:ph type="title"/>
          </p:nvPr>
        </p:nvSpPr>
        <p:spPr>
          <a:xfrm>
            <a:off x="6705600" y="2239645"/>
            <a:ext cx="498348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48" name="Google Shape;448;g37b2d62e5a2_2_325"/>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sp>
        <p:nvSpPr>
          <p:cNvPr id="449" name="Google Shape;449;g37b2d62e5a2_2_325"/>
          <p:cNvSpPr>
            <a:spLocks noGrp="1"/>
          </p:cNvSpPr>
          <p:nvPr>
            <p:ph type="pic" idx="2"/>
          </p:nvPr>
        </p:nvSpPr>
        <p:spPr>
          <a:xfrm>
            <a:off x="270294" y="1112838"/>
            <a:ext cx="5810466" cy="3263630"/>
          </a:xfrm>
          <a:prstGeom prst="rect">
            <a:avLst/>
          </a:prstGeom>
          <a:no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Layout25">
  <p:cSld name="Layout25">
    <p:spTree>
      <p:nvGrpSpPr>
        <p:cNvPr id="1" name="Shape 450"/>
        <p:cNvGrpSpPr/>
        <p:nvPr/>
      </p:nvGrpSpPr>
      <p:grpSpPr>
        <a:xfrm>
          <a:off x="0" y="0"/>
          <a:ext cx="0" cy="0"/>
          <a:chOff x="0" y="0"/>
          <a:chExt cx="0" cy="0"/>
        </a:xfrm>
      </p:grpSpPr>
      <p:sp>
        <p:nvSpPr>
          <p:cNvPr id="451" name="Google Shape;451;g37b2d62e5a2_2_331"/>
          <p:cNvSpPr/>
          <p:nvPr/>
        </p:nvSpPr>
        <p:spPr>
          <a:xfrm>
            <a:off x="0" y="-2845"/>
            <a:ext cx="7528884" cy="6486772"/>
          </a:xfrm>
          <a:custGeom>
            <a:avLst/>
            <a:gdLst/>
            <a:ahLst/>
            <a:cxnLst/>
            <a:rect l="l" t="t" r="r" b="b"/>
            <a:pathLst>
              <a:path w="3323801" h="6130513" extrusionOk="0">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g37b2d62e5a2_2_3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3" name="Google Shape;453;g37b2d62e5a2_2_331"/>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None/>
              <a:defRPr/>
            </a:lvl1pPr>
            <a:lvl2pPr marL="0" lvl="1" indent="0" algn="ctr">
              <a:spcBef>
                <a:spcPts val="0"/>
              </a:spcBef>
              <a:spcAft>
                <a:spcPts val="0"/>
              </a:spcAft>
              <a:buNone/>
              <a:defRPr/>
            </a:lvl2pPr>
            <a:lvl3pPr marL="0" lvl="2" indent="0" algn="ctr">
              <a:spcBef>
                <a:spcPts val="0"/>
              </a:spcBef>
              <a:spcAft>
                <a:spcPts val="0"/>
              </a:spcAft>
              <a:buNone/>
              <a:defRPr/>
            </a:lvl3pPr>
            <a:lvl4pPr marL="0" lvl="3" indent="0" algn="ctr">
              <a:spcBef>
                <a:spcPts val="0"/>
              </a:spcBef>
              <a:spcAft>
                <a:spcPts val="0"/>
              </a:spcAft>
              <a:buNone/>
              <a:defRPr/>
            </a:lvl4pPr>
            <a:lvl5pPr marL="0" lvl="4" indent="0" algn="ctr">
              <a:spcBef>
                <a:spcPts val="0"/>
              </a:spcBef>
              <a:spcAft>
                <a:spcPts val="0"/>
              </a:spcAft>
              <a:buNone/>
              <a:defRPr/>
            </a:lvl5pPr>
            <a:lvl6pPr marL="0" lvl="5" indent="0" algn="ctr">
              <a:spcBef>
                <a:spcPts val="0"/>
              </a:spcBef>
              <a:spcAft>
                <a:spcPts val="0"/>
              </a:spcAft>
              <a:buNone/>
              <a:defRPr/>
            </a:lvl6pPr>
            <a:lvl7pPr marL="0" lvl="6" indent="0" algn="ctr">
              <a:spcBef>
                <a:spcPts val="0"/>
              </a:spcBef>
              <a:spcAft>
                <a:spcPts val="0"/>
              </a:spcAft>
              <a:buNone/>
              <a:defRPr/>
            </a:lvl7pPr>
            <a:lvl8pPr marL="0" lvl="7" indent="0" algn="ctr">
              <a:spcBef>
                <a:spcPts val="0"/>
              </a:spcBef>
              <a:spcAft>
                <a:spcPts val="0"/>
              </a:spcAft>
              <a:buNone/>
              <a:defRPr/>
            </a:lvl8pPr>
            <a:lvl9pPr marL="0" lvl="8" indent="0" algn="ctr">
              <a:spcBef>
                <a:spcPts val="0"/>
              </a:spcBef>
              <a:spcAft>
                <a:spcPts val="0"/>
              </a:spcAft>
              <a:buNone/>
              <a:defRPr/>
            </a:lvl9pPr>
          </a:lstStyle>
          <a:p>
            <a:pPr marL="0" lvl="0" indent="0" algn="ctr" rtl="0">
              <a:spcBef>
                <a:spcPts val="0"/>
              </a:spcBef>
              <a:spcAft>
                <a:spcPts val="0"/>
              </a:spcAft>
              <a:buNone/>
            </a:pPr>
            <a:fld id="{00000000-1234-1234-1234-123412341234}" type="slidenum">
              <a:rPr lang="en-MY"/>
              <a:t>‹#›</a:t>
            </a:fld>
            <a:endParaRPr/>
          </a:p>
        </p:txBody>
      </p:sp>
      <p:pic>
        <p:nvPicPr>
          <p:cNvPr id="454" name="Google Shape;454;g37b2d62e5a2_2_331"/>
          <p:cNvPicPr preferRelativeResize="0"/>
          <p:nvPr/>
        </p:nvPicPr>
        <p:blipFill rotWithShape="1">
          <a:blip r:embed="rId2">
            <a:alphaModFix/>
          </a:blip>
          <a:srcRect/>
          <a:stretch/>
        </p:blipFill>
        <p:spPr>
          <a:xfrm>
            <a:off x="708409" y="2103120"/>
            <a:ext cx="1944123" cy="3956064"/>
          </a:xfrm>
          <a:prstGeom prst="rect">
            <a:avLst/>
          </a:prstGeom>
          <a:noFill/>
          <a:ln>
            <a:noFill/>
          </a:ln>
        </p:spPr>
      </p:pic>
      <p:sp>
        <p:nvSpPr>
          <p:cNvPr id="455" name="Google Shape;455;g37b2d62e5a2_2_331"/>
          <p:cNvSpPr>
            <a:spLocks noGrp="1"/>
          </p:cNvSpPr>
          <p:nvPr>
            <p:ph type="pic" idx="2"/>
          </p:nvPr>
        </p:nvSpPr>
        <p:spPr>
          <a:xfrm>
            <a:off x="824948" y="2225675"/>
            <a:ext cx="1709530" cy="3702050"/>
          </a:xfrm>
          <a:prstGeom prst="roundRect">
            <a:avLst>
              <a:gd name="adj" fmla="val 7790"/>
            </a:avLst>
          </a:prstGeom>
          <a:noFill/>
          <a:ln>
            <a:noFill/>
          </a:ln>
        </p:spPr>
      </p:sp>
      <p:pic>
        <p:nvPicPr>
          <p:cNvPr id="456" name="Google Shape;456;g37b2d62e5a2_2_331"/>
          <p:cNvPicPr preferRelativeResize="0"/>
          <p:nvPr/>
        </p:nvPicPr>
        <p:blipFill rotWithShape="1">
          <a:blip r:embed="rId3">
            <a:alphaModFix/>
          </a:blip>
          <a:srcRect/>
          <a:stretch/>
        </p:blipFill>
        <p:spPr>
          <a:xfrm>
            <a:off x="2717545" y="1816925"/>
            <a:ext cx="3481374" cy="4567444"/>
          </a:xfrm>
          <a:prstGeom prst="rect">
            <a:avLst/>
          </a:prstGeom>
          <a:noFill/>
          <a:ln>
            <a:noFill/>
          </a:ln>
        </p:spPr>
      </p:pic>
      <p:sp>
        <p:nvSpPr>
          <p:cNvPr id="457" name="Google Shape;457;g37b2d62e5a2_2_331"/>
          <p:cNvSpPr>
            <a:spLocks noGrp="1"/>
          </p:cNvSpPr>
          <p:nvPr>
            <p:ph type="pic" idx="3"/>
          </p:nvPr>
        </p:nvSpPr>
        <p:spPr>
          <a:xfrm>
            <a:off x="2869284" y="1977842"/>
            <a:ext cx="3185349" cy="4266203"/>
          </a:xfrm>
          <a:prstGeom prst="roundRect">
            <a:avLst>
              <a:gd name="adj" fmla="val 1868"/>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Layout26">
  <p:cSld name="Layout26">
    <p:bg>
      <p:bgPr>
        <a:solidFill>
          <a:srgbClr val="F2F2F2"/>
        </a:solidFill>
        <a:effectLst/>
      </p:bgPr>
    </p:bg>
    <p:spTree>
      <p:nvGrpSpPr>
        <p:cNvPr id="1" name="Shape 458"/>
        <p:cNvGrpSpPr/>
        <p:nvPr/>
      </p:nvGrpSpPr>
      <p:grpSpPr>
        <a:xfrm>
          <a:off x="0" y="0"/>
          <a:ext cx="0" cy="0"/>
          <a:chOff x="0" y="0"/>
          <a:chExt cx="0" cy="0"/>
        </a:xfrm>
      </p:grpSpPr>
      <p:sp>
        <p:nvSpPr>
          <p:cNvPr id="459" name="Google Shape;459;g37b2d62e5a2_2_339"/>
          <p:cNvSpPr/>
          <p:nvPr/>
        </p:nvSpPr>
        <p:spPr>
          <a:xfrm rot="10800000">
            <a:off x="6096000" y="0"/>
            <a:ext cx="6096000" cy="6871855"/>
          </a:xfrm>
          <a:custGeom>
            <a:avLst/>
            <a:gdLst/>
            <a:ahLst/>
            <a:cxnLst/>
            <a:rect l="l" t="t" r="r" b="b"/>
            <a:pathLst>
              <a:path w="6096000" h="6871855" extrusionOk="0">
                <a:moveTo>
                  <a:pt x="0" y="13855"/>
                </a:moveTo>
                <a:lnTo>
                  <a:pt x="4544292" y="0"/>
                </a:lnTo>
                <a:lnTo>
                  <a:pt x="6096000" y="6871855"/>
                </a:lnTo>
                <a:lnTo>
                  <a:pt x="0" y="6871855"/>
                </a:lnTo>
                <a:lnTo>
                  <a:pt x="0" y="13855"/>
                </a:lnTo>
                <a:close/>
              </a:path>
            </a:pathLst>
          </a:cu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60" name="Google Shape;460;g37b2d62e5a2_2_339"/>
          <p:cNvPicPr preferRelativeResize="0"/>
          <p:nvPr/>
        </p:nvPicPr>
        <p:blipFill rotWithShape="1">
          <a:blip r:embed="rId2">
            <a:alphaModFix amt="17000"/>
          </a:blip>
          <a:srcRect/>
          <a:stretch/>
        </p:blipFill>
        <p:spPr>
          <a:xfrm>
            <a:off x="6082780" y="9216"/>
            <a:ext cx="6109220" cy="6858000"/>
          </a:xfrm>
          <a:prstGeom prst="rect">
            <a:avLst/>
          </a:prstGeom>
          <a:noFill/>
          <a:ln>
            <a:noFill/>
          </a:ln>
        </p:spPr>
      </p:pic>
      <p:sp>
        <p:nvSpPr>
          <p:cNvPr id="461" name="Google Shape;461;g37b2d62e5a2_2_339"/>
          <p:cNvSpPr>
            <a:spLocks noGrp="1"/>
          </p:cNvSpPr>
          <p:nvPr>
            <p:ph type="pic" idx="2"/>
          </p:nvPr>
        </p:nvSpPr>
        <p:spPr>
          <a:xfrm>
            <a:off x="0" y="0"/>
            <a:ext cx="7645186" cy="6861429"/>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2.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theme" Target="../theme/theme3.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2.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alpha val="33725"/>
          </a:srgbClr>
        </a:solidFill>
        <a:effectLst/>
      </p:bgPr>
    </p:bg>
    <p:spTree>
      <p:nvGrpSpPr>
        <p:cNvPr id="1" name="Shape 9"/>
        <p:cNvGrpSpPr/>
        <p:nvPr/>
      </p:nvGrpSpPr>
      <p:grpSpPr>
        <a:xfrm>
          <a:off x="0" y="0"/>
          <a:ext cx="0" cy="0"/>
          <a:chOff x="0" y="0"/>
          <a:chExt cx="0" cy="0"/>
        </a:xfrm>
      </p:grpSpPr>
      <p:sp>
        <p:nvSpPr>
          <p:cNvPr id="10" name="Google Shape;10;p13"/>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1" name="Google Shape;11;p13"/>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12" name="Google Shape;12;p13"/>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9pPr>
          </a:lstStyle>
          <a:p>
            <a:endParaRPr/>
          </a:p>
        </p:txBody>
      </p:sp>
      <p:sp>
        <p:nvSpPr>
          <p:cNvPr id="14" name="Google Shape;1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None/>
              <a:defRPr sz="1200" b="0" i="0" u="none" strike="noStrike" cap="none">
                <a:solidFill>
                  <a:srgbClr val="83233E"/>
                </a:solidFill>
                <a:latin typeface="Roboto"/>
                <a:ea typeface="Roboto"/>
                <a:cs typeface="Roboto"/>
                <a:sym typeface="Roboto"/>
              </a:defRPr>
            </a:lvl1pPr>
            <a:lvl2pPr marL="0" marR="0" lvl="1" indent="0" algn="ctr" rtl="0">
              <a:spcBef>
                <a:spcPts val="0"/>
              </a:spcBef>
              <a:spcAft>
                <a:spcPts val="0"/>
              </a:spcAft>
              <a:buNone/>
              <a:defRPr sz="1200" b="0" i="0" u="none" strike="noStrike" cap="none">
                <a:solidFill>
                  <a:srgbClr val="83233E"/>
                </a:solidFill>
                <a:latin typeface="Roboto"/>
                <a:ea typeface="Roboto"/>
                <a:cs typeface="Roboto"/>
                <a:sym typeface="Roboto"/>
              </a:defRPr>
            </a:lvl2pPr>
            <a:lvl3pPr marL="0" marR="0" lvl="2" indent="0" algn="ctr" rtl="0">
              <a:spcBef>
                <a:spcPts val="0"/>
              </a:spcBef>
              <a:spcAft>
                <a:spcPts val="0"/>
              </a:spcAft>
              <a:buNone/>
              <a:defRPr sz="1200" b="0" i="0" u="none" strike="noStrike" cap="none">
                <a:solidFill>
                  <a:srgbClr val="83233E"/>
                </a:solidFill>
                <a:latin typeface="Roboto"/>
                <a:ea typeface="Roboto"/>
                <a:cs typeface="Roboto"/>
                <a:sym typeface="Roboto"/>
              </a:defRPr>
            </a:lvl3pPr>
            <a:lvl4pPr marL="0" marR="0" lvl="3" indent="0" algn="ctr" rtl="0">
              <a:spcBef>
                <a:spcPts val="0"/>
              </a:spcBef>
              <a:spcAft>
                <a:spcPts val="0"/>
              </a:spcAft>
              <a:buNone/>
              <a:defRPr sz="1200" b="0" i="0" u="none" strike="noStrike" cap="none">
                <a:solidFill>
                  <a:srgbClr val="83233E"/>
                </a:solidFill>
                <a:latin typeface="Roboto"/>
                <a:ea typeface="Roboto"/>
                <a:cs typeface="Roboto"/>
                <a:sym typeface="Roboto"/>
              </a:defRPr>
            </a:lvl4pPr>
            <a:lvl5pPr marL="0" marR="0" lvl="4" indent="0" algn="ctr" rtl="0">
              <a:spcBef>
                <a:spcPts val="0"/>
              </a:spcBef>
              <a:spcAft>
                <a:spcPts val="0"/>
              </a:spcAft>
              <a:buNone/>
              <a:defRPr sz="1200" b="0" i="0" u="none" strike="noStrike" cap="none">
                <a:solidFill>
                  <a:srgbClr val="83233E"/>
                </a:solidFill>
                <a:latin typeface="Roboto"/>
                <a:ea typeface="Roboto"/>
                <a:cs typeface="Roboto"/>
                <a:sym typeface="Roboto"/>
              </a:defRPr>
            </a:lvl5pPr>
            <a:lvl6pPr marL="0" marR="0" lvl="5" indent="0" algn="ctr" rtl="0">
              <a:spcBef>
                <a:spcPts val="0"/>
              </a:spcBef>
              <a:spcAft>
                <a:spcPts val="0"/>
              </a:spcAft>
              <a:buNone/>
              <a:defRPr sz="1200" b="0" i="0" u="none" strike="noStrike" cap="none">
                <a:solidFill>
                  <a:srgbClr val="83233E"/>
                </a:solidFill>
                <a:latin typeface="Roboto"/>
                <a:ea typeface="Roboto"/>
                <a:cs typeface="Roboto"/>
                <a:sym typeface="Roboto"/>
              </a:defRPr>
            </a:lvl6pPr>
            <a:lvl7pPr marL="0" marR="0" lvl="6" indent="0" algn="ctr" rtl="0">
              <a:spcBef>
                <a:spcPts val="0"/>
              </a:spcBef>
              <a:spcAft>
                <a:spcPts val="0"/>
              </a:spcAft>
              <a:buNone/>
              <a:defRPr sz="1200" b="0" i="0" u="none" strike="noStrike" cap="none">
                <a:solidFill>
                  <a:srgbClr val="83233E"/>
                </a:solidFill>
                <a:latin typeface="Roboto"/>
                <a:ea typeface="Roboto"/>
                <a:cs typeface="Roboto"/>
                <a:sym typeface="Roboto"/>
              </a:defRPr>
            </a:lvl7pPr>
            <a:lvl8pPr marL="0" marR="0" lvl="7" indent="0" algn="ctr" rtl="0">
              <a:spcBef>
                <a:spcPts val="0"/>
              </a:spcBef>
              <a:spcAft>
                <a:spcPts val="0"/>
              </a:spcAft>
              <a:buNone/>
              <a:defRPr sz="1200" b="0" i="0" u="none" strike="noStrike" cap="none">
                <a:solidFill>
                  <a:srgbClr val="83233E"/>
                </a:solidFill>
                <a:latin typeface="Roboto"/>
                <a:ea typeface="Roboto"/>
                <a:cs typeface="Roboto"/>
                <a:sym typeface="Roboto"/>
              </a:defRPr>
            </a:lvl8pPr>
            <a:lvl9pPr marL="0" marR="0" lvl="8" indent="0" algn="ctr" rtl="0">
              <a:spcBef>
                <a:spcPts val="0"/>
              </a:spcBef>
              <a:spcAft>
                <a:spcPts val="0"/>
              </a:spcAft>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16" name="Google Shape;16;p13"/>
          <p:cNvPicPr preferRelativeResize="0"/>
          <p:nvPr/>
        </p:nvPicPr>
        <p:blipFill rotWithShape="1">
          <a:blip r:embed="rId28">
            <a:alphaModFix/>
          </a:blip>
          <a:srcRect/>
          <a:stretch/>
        </p:blipFill>
        <p:spPr>
          <a:xfrm>
            <a:off x="838200" y="6513174"/>
            <a:ext cx="2824372" cy="158262"/>
          </a:xfrm>
          <a:prstGeom prst="rect">
            <a:avLst/>
          </a:prstGeom>
          <a:noFill/>
          <a:ln>
            <a:noFill/>
          </a:ln>
        </p:spPr>
      </p:pic>
      <p:sp>
        <p:nvSpPr>
          <p:cNvPr id="17" name="Google Shape;17;p13"/>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8" name="Google Shape;18;p13" descr="Logo&#10;&#10;Description automatically generated"/>
          <p:cNvPicPr preferRelativeResize="0"/>
          <p:nvPr/>
        </p:nvPicPr>
        <p:blipFill rotWithShape="1">
          <a:blip r:embed="rId29">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alpha val="33725"/>
          </a:srgbClr>
        </a:solidFill>
        <a:effectLst/>
      </p:bgPr>
    </p:bg>
    <p:spTree>
      <p:nvGrpSpPr>
        <p:cNvPr id="1" name="Shape 160"/>
        <p:cNvGrpSpPr/>
        <p:nvPr/>
      </p:nvGrpSpPr>
      <p:grpSpPr>
        <a:xfrm>
          <a:off x="0" y="0"/>
          <a:ext cx="0" cy="0"/>
          <a:chOff x="0" y="0"/>
          <a:chExt cx="0" cy="0"/>
        </a:xfrm>
      </p:grpSpPr>
      <p:sp>
        <p:nvSpPr>
          <p:cNvPr id="161" name="Google Shape;161;g37b2d62e5a2_2_0"/>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162" name="Google Shape;162;g37b2d62e5a2_2_0"/>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163" name="Google Shape;163;g37b2d62e5a2_2_0"/>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g37b2d62e5a2_2_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9pPr>
          </a:lstStyle>
          <a:p>
            <a:endParaRPr/>
          </a:p>
        </p:txBody>
      </p:sp>
      <p:sp>
        <p:nvSpPr>
          <p:cNvPr id="165" name="Google Shape;165;g37b2d62e5a2_2_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6" name="Google Shape;166;g37b2d62e5a2_2_0"/>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None/>
              <a:defRPr sz="1200" b="0" i="0" u="none" strike="noStrike" cap="none">
                <a:solidFill>
                  <a:srgbClr val="83233E"/>
                </a:solidFill>
                <a:latin typeface="Roboto"/>
                <a:ea typeface="Roboto"/>
                <a:cs typeface="Roboto"/>
                <a:sym typeface="Roboto"/>
              </a:defRPr>
            </a:lvl1pPr>
            <a:lvl2pPr marL="0" marR="0" lvl="1" indent="0" algn="ctr" rtl="0">
              <a:spcBef>
                <a:spcPts val="0"/>
              </a:spcBef>
              <a:spcAft>
                <a:spcPts val="0"/>
              </a:spcAft>
              <a:buNone/>
              <a:defRPr sz="1200" b="0" i="0" u="none" strike="noStrike" cap="none">
                <a:solidFill>
                  <a:srgbClr val="83233E"/>
                </a:solidFill>
                <a:latin typeface="Roboto"/>
                <a:ea typeface="Roboto"/>
                <a:cs typeface="Roboto"/>
                <a:sym typeface="Roboto"/>
              </a:defRPr>
            </a:lvl2pPr>
            <a:lvl3pPr marL="0" marR="0" lvl="2" indent="0" algn="ctr" rtl="0">
              <a:spcBef>
                <a:spcPts val="0"/>
              </a:spcBef>
              <a:spcAft>
                <a:spcPts val="0"/>
              </a:spcAft>
              <a:buNone/>
              <a:defRPr sz="1200" b="0" i="0" u="none" strike="noStrike" cap="none">
                <a:solidFill>
                  <a:srgbClr val="83233E"/>
                </a:solidFill>
                <a:latin typeface="Roboto"/>
                <a:ea typeface="Roboto"/>
                <a:cs typeface="Roboto"/>
                <a:sym typeface="Roboto"/>
              </a:defRPr>
            </a:lvl3pPr>
            <a:lvl4pPr marL="0" marR="0" lvl="3" indent="0" algn="ctr" rtl="0">
              <a:spcBef>
                <a:spcPts val="0"/>
              </a:spcBef>
              <a:spcAft>
                <a:spcPts val="0"/>
              </a:spcAft>
              <a:buNone/>
              <a:defRPr sz="1200" b="0" i="0" u="none" strike="noStrike" cap="none">
                <a:solidFill>
                  <a:srgbClr val="83233E"/>
                </a:solidFill>
                <a:latin typeface="Roboto"/>
                <a:ea typeface="Roboto"/>
                <a:cs typeface="Roboto"/>
                <a:sym typeface="Roboto"/>
              </a:defRPr>
            </a:lvl4pPr>
            <a:lvl5pPr marL="0" marR="0" lvl="4" indent="0" algn="ctr" rtl="0">
              <a:spcBef>
                <a:spcPts val="0"/>
              </a:spcBef>
              <a:spcAft>
                <a:spcPts val="0"/>
              </a:spcAft>
              <a:buNone/>
              <a:defRPr sz="1200" b="0" i="0" u="none" strike="noStrike" cap="none">
                <a:solidFill>
                  <a:srgbClr val="83233E"/>
                </a:solidFill>
                <a:latin typeface="Roboto"/>
                <a:ea typeface="Roboto"/>
                <a:cs typeface="Roboto"/>
                <a:sym typeface="Roboto"/>
              </a:defRPr>
            </a:lvl5pPr>
            <a:lvl6pPr marL="0" marR="0" lvl="5" indent="0" algn="ctr" rtl="0">
              <a:spcBef>
                <a:spcPts val="0"/>
              </a:spcBef>
              <a:spcAft>
                <a:spcPts val="0"/>
              </a:spcAft>
              <a:buNone/>
              <a:defRPr sz="1200" b="0" i="0" u="none" strike="noStrike" cap="none">
                <a:solidFill>
                  <a:srgbClr val="83233E"/>
                </a:solidFill>
                <a:latin typeface="Roboto"/>
                <a:ea typeface="Roboto"/>
                <a:cs typeface="Roboto"/>
                <a:sym typeface="Roboto"/>
              </a:defRPr>
            </a:lvl6pPr>
            <a:lvl7pPr marL="0" marR="0" lvl="6" indent="0" algn="ctr" rtl="0">
              <a:spcBef>
                <a:spcPts val="0"/>
              </a:spcBef>
              <a:spcAft>
                <a:spcPts val="0"/>
              </a:spcAft>
              <a:buNone/>
              <a:defRPr sz="1200" b="0" i="0" u="none" strike="noStrike" cap="none">
                <a:solidFill>
                  <a:srgbClr val="83233E"/>
                </a:solidFill>
                <a:latin typeface="Roboto"/>
                <a:ea typeface="Roboto"/>
                <a:cs typeface="Roboto"/>
                <a:sym typeface="Roboto"/>
              </a:defRPr>
            </a:lvl7pPr>
            <a:lvl8pPr marL="0" marR="0" lvl="7" indent="0" algn="ctr" rtl="0">
              <a:spcBef>
                <a:spcPts val="0"/>
              </a:spcBef>
              <a:spcAft>
                <a:spcPts val="0"/>
              </a:spcAft>
              <a:buNone/>
              <a:defRPr sz="1200" b="0" i="0" u="none" strike="noStrike" cap="none">
                <a:solidFill>
                  <a:srgbClr val="83233E"/>
                </a:solidFill>
                <a:latin typeface="Roboto"/>
                <a:ea typeface="Roboto"/>
                <a:cs typeface="Roboto"/>
                <a:sym typeface="Roboto"/>
              </a:defRPr>
            </a:lvl8pPr>
            <a:lvl9pPr marL="0" marR="0" lvl="8" indent="0" algn="ctr" rtl="0">
              <a:spcBef>
                <a:spcPts val="0"/>
              </a:spcBef>
              <a:spcAft>
                <a:spcPts val="0"/>
              </a:spcAft>
              <a:buNone/>
              <a:defRPr sz="1200" b="0" i="0" u="none" strike="noStrike" cap="none">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167" name="Google Shape;167;g37b2d62e5a2_2_0"/>
          <p:cNvPicPr preferRelativeResize="0"/>
          <p:nvPr/>
        </p:nvPicPr>
        <p:blipFill rotWithShape="1">
          <a:blip r:embed="rId28">
            <a:alphaModFix/>
          </a:blip>
          <a:srcRect/>
          <a:stretch/>
        </p:blipFill>
        <p:spPr>
          <a:xfrm>
            <a:off x="838200" y="6513174"/>
            <a:ext cx="2824372" cy="158262"/>
          </a:xfrm>
          <a:prstGeom prst="rect">
            <a:avLst/>
          </a:prstGeom>
          <a:noFill/>
          <a:ln>
            <a:noFill/>
          </a:ln>
        </p:spPr>
      </p:pic>
      <p:sp>
        <p:nvSpPr>
          <p:cNvPr id="168" name="Google Shape;168;g37b2d62e5a2_2_0"/>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69" name="Google Shape;169;g37b2d62e5a2_2_0" descr="Logo&#10;&#10;Description automatically generated"/>
          <p:cNvPicPr preferRelativeResize="0"/>
          <p:nvPr/>
        </p:nvPicPr>
        <p:blipFill rotWithShape="1">
          <a:blip r:embed="rId29">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2F2F2">
            <a:alpha val="33725"/>
          </a:srgbClr>
        </a:solidFill>
        <a:effectLst/>
      </p:bgPr>
    </p:bg>
    <p:spTree>
      <p:nvGrpSpPr>
        <p:cNvPr id="1" name="Shape 311"/>
        <p:cNvGrpSpPr/>
        <p:nvPr/>
      </p:nvGrpSpPr>
      <p:grpSpPr>
        <a:xfrm>
          <a:off x="0" y="0"/>
          <a:ext cx="0" cy="0"/>
          <a:chOff x="0" y="0"/>
          <a:chExt cx="0" cy="0"/>
        </a:xfrm>
      </p:grpSpPr>
      <p:sp>
        <p:nvSpPr>
          <p:cNvPr id="312" name="Google Shape;312;g37b2d62e5a2_2_192"/>
          <p:cNvSpPr/>
          <p:nvPr/>
        </p:nvSpPr>
        <p:spPr>
          <a:xfrm>
            <a:off x="628226" y="6484103"/>
            <a:ext cx="3185744" cy="212676"/>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13" name="Google Shape;313;g37b2d62e5a2_2_192"/>
          <p:cNvCxnSpPr/>
          <p:nvPr/>
        </p:nvCxnSpPr>
        <p:spPr>
          <a:xfrm>
            <a:off x="0" y="6580451"/>
            <a:ext cx="12192000" cy="0"/>
          </a:xfrm>
          <a:prstGeom prst="straightConnector1">
            <a:avLst/>
          </a:prstGeom>
          <a:noFill/>
          <a:ln w="19050" cap="flat" cmpd="sng">
            <a:solidFill>
              <a:schemeClr val="lt1"/>
            </a:solidFill>
            <a:prstDash val="solid"/>
            <a:miter lim="800000"/>
            <a:headEnd type="none" w="sm" len="sm"/>
            <a:tailEnd type="none" w="sm" len="sm"/>
          </a:ln>
        </p:spPr>
      </p:cxnSp>
      <p:sp>
        <p:nvSpPr>
          <p:cNvPr id="314" name="Google Shape;314;g37b2d62e5a2_2_192"/>
          <p:cNvSpPr/>
          <p:nvPr/>
        </p:nvSpPr>
        <p:spPr>
          <a:xfrm>
            <a:off x="10637134" y="6470465"/>
            <a:ext cx="756421" cy="260177"/>
          </a:xfrm>
          <a:prstGeom prst="roundRect">
            <a:avLst>
              <a:gd name="adj" fmla="val 43893"/>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5" name="Google Shape;315;g37b2d62e5a2_2_1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600" b="1" i="0" u="none" strike="noStrike" cap="none">
                <a:solidFill>
                  <a:srgbClr val="3F3F3F"/>
                </a:solidFill>
                <a:latin typeface="Lato"/>
                <a:ea typeface="Lato"/>
                <a:cs typeface="Lato"/>
                <a:sym typeface="Lato"/>
              </a:defRPr>
            </a:lvl1pPr>
            <a:lvl2pPr marR="0" lvl="1"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2pPr>
            <a:lvl3pPr marR="0" lvl="2"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3pPr>
            <a:lvl4pPr marR="0" lvl="3"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4pPr>
            <a:lvl5pPr marR="0" lvl="4"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5pPr>
            <a:lvl6pPr marR="0" lvl="5"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6pPr>
            <a:lvl7pPr marR="0" lvl="6"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7pPr>
            <a:lvl8pPr marR="0" lvl="7"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8pPr>
            <a:lvl9pPr marR="0" lvl="8" algn="l" rtl="0">
              <a:lnSpc>
                <a:spcPct val="90000"/>
              </a:lnSpc>
              <a:spcBef>
                <a:spcPts val="0"/>
              </a:spcBef>
              <a:spcAft>
                <a:spcPts val="0"/>
              </a:spcAft>
              <a:buSzPts val="1400"/>
              <a:buNone/>
              <a:defRPr sz="4000" b="0" i="0" u="none" strike="noStrike" cap="none">
                <a:solidFill>
                  <a:srgbClr val="595959"/>
                </a:solidFill>
                <a:latin typeface="Roboto"/>
                <a:ea typeface="Roboto"/>
                <a:cs typeface="Roboto"/>
                <a:sym typeface="Roboto"/>
              </a:defRPr>
            </a:lvl9pPr>
          </a:lstStyle>
          <a:p>
            <a:endParaRPr/>
          </a:p>
        </p:txBody>
      </p:sp>
      <p:sp>
        <p:nvSpPr>
          <p:cNvPr id="316" name="Google Shape;316;g37b2d62e5a2_2_19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595959"/>
              </a:buClr>
              <a:buSzPts val="2800"/>
              <a:buFont typeface="Arial"/>
              <a:buChar char="•"/>
              <a:defRPr sz="2800" b="0" i="0" u="none" strike="noStrike" cap="none">
                <a:solidFill>
                  <a:srgbClr val="595959"/>
                </a:solidFill>
                <a:latin typeface="Lato"/>
                <a:ea typeface="Lato"/>
                <a:cs typeface="Lato"/>
                <a:sym typeface="Lato"/>
              </a:defRPr>
            </a:lvl1pPr>
            <a:lvl2pPr marL="914400" marR="0" lvl="1" indent="-381000" algn="l" rtl="0">
              <a:lnSpc>
                <a:spcPct val="90000"/>
              </a:lnSpc>
              <a:spcBef>
                <a:spcPts val="500"/>
              </a:spcBef>
              <a:spcAft>
                <a:spcPts val="0"/>
              </a:spcAft>
              <a:buClr>
                <a:srgbClr val="595959"/>
              </a:buClr>
              <a:buSzPts val="2400"/>
              <a:buFont typeface="Arial"/>
              <a:buChar char="•"/>
              <a:defRPr sz="2400" b="0" i="0" u="none" strike="noStrike" cap="none">
                <a:solidFill>
                  <a:srgbClr val="595959"/>
                </a:solidFill>
                <a:latin typeface="Lato"/>
                <a:ea typeface="Lato"/>
                <a:cs typeface="Lato"/>
                <a:sym typeface="Lato"/>
              </a:defRPr>
            </a:lvl2pPr>
            <a:lvl3pPr marL="1371600" marR="0" lvl="2" indent="-355600" algn="l" rtl="0">
              <a:lnSpc>
                <a:spcPct val="90000"/>
              </a:lnSpc>
              <a:spcBef>
                <a:spcPts val="500"/>
              </a:spcBef>
              <a:spcAft>
                <a:spcPts val="0"/>
              </a:spcAft>
              <a:buClr>
                <a:srgbClr val="595959"/>
              </a:buClr>
              <a:buSzPts val="2000"/>
              <a:buFont typeface="Arial"/>
              <a:buChar char="•"/>
              <a:defRPr sz="2000" b="0" i="0" u="none" strike="noStrike" cap="none">
                <a:solidFill>
                  <a:srgbClr val="595959"/>
                </a:solidFill>
                <a:latin typeface="Lato"/>
                <a:ea typeface="Lato"/>
                <a:cs typeface="Lato"/>
                <a:sym typeface="Lato"/>
              </a:defRPr>
            </a:lvl3pPr>
            <a:lvl4pPr marL="1828800" marR="0" lvl="3"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4pPr>
            <a:lvl5pPr marL="2286000" marR="0" lvl="4" indent="-342900" algn="l" rtl="0">
              <a:lnSpc>
                <a:spcPct val="90000"/>
              </a:lnSpc>
              <a:spcBef>
                <a:spcPts val="500"/>
              </a:spcBef>
              <a:spcAft>
                <a:spcPts val="0"/>
              </a:spcAft>
              <a:buClr>
                <a:srgbClr val="595959"/>
              </a:buClr>
              <a:buSzPts val="1800"/>
              <a:buFont typeface="Arial"/>
              <a:buChar char="•"/>
              <a:defRPr sz="1800" b="0" i="0" u="none" strike="noStrike" cap="none">
                <a:solidFill>
                  <a:srgbClr val="595959"/>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7" name="Google Shape;317;g37b2d62e5a2_2_19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None/>
              <a:defRPr sz="1200" b="0" i="0">
                <a:solidFill>
                  <a:srgbClr val="83233E"/>
                </a:solidFill>
                <a:latin typeface="Roboto"/>
                <a:ea typeface="Roboto"/>
                <a:cs typeface="Roboto"/>
                <a:sym typeface="Roboto"/>
              </a:defRPr>
            </a:lvl1pPr>
            <a:lvl2pPr marL="0" marR="0" lvl="1" indent="0" algn="ctr" rtl="0">
              <a:spcBef>
                <a:spcPts val="0"/>
              </a:spcBef>
              <a:spcAft>
                <a:spcPts val="0"/>
              </a:spcAft>
              <a:buNone/>
              <a:defRPr sz="1200" b="0" i="0">
                <a:solidFill>
                  <a:srgbClr val="83233E"/>
                </a:solidFill>
                <a:latin typeface="Roboto"/>
                <a:ea typeface="Roboto"/>
                <a:cs typeface="Roboto"/>
                <a:sym typeface="Roboto"/>
              </a:defRPr>
            </a:lvl2pPr>
            <a:lvl3pPr marL="0" marR="0" lvl="2" indent="0" algn="ctr" rtl="0">
              <a:spcBef>
                <a:spcPts val="0"/>
              </a:spcBef>
              <a:spcAft>
                <a:spcPts val="0"/>
              </a:spcAft>
              <a:buNone/>
              <a:defRPr sz="1200" b="0" i="0">
                <a:solidFill>
                  <a:srgbClr val="83233E"/>
                </a:solidFill>
                <a:latin typeface="Roboto"/>
                <a:ea typeface="Roboto"/>
                <a:cs typeface="Roboto"/>
                <a:sym typeface="Roboto"/>
              </a:defRPr>
            </a:lvl3pPr>
            <a:lvl4pPr marL="0" marR="0" lvl="3" indent="0" algn="ctr" rtl="0">
              <a:spcBef>
                <a:spcPts val="0"/>
              </a:spcBef>
              <a:spcAft>
                <a:spcPts val="0"/>
              </a:spcAft>
              <a:buNone/>
              <a:defRPr sz="1200" b="0" i="0">
                <a:solidFill>
                  <a:srgbClr val="83233E"/>
                </a:solidFill>
                <a:latin typeface="Roboto"/>
                <a:ea typeface="Roboto"/>
                <a:cs typeface="Roboto"/>
                <a:sym typeface="Roboto"/>
              </a:defRPr>
            </a:lvl4pPr>
            <a:lvl5pPr marL="0" marR="0" lvl="4" indent="0" algn="ctr" rtl="0">
              <a:spcBef>
                <a:spcPts val="0"/>
              </a:spcBef>
              <a:spcAft>
                <a:spcPts val="0"/>
              </a:spcAft>
              <a:buNone/>
              <a:defRPr sz="1200" b="0" i="0">
                <a:solidFill>
                  <a:srgbClr val="83233E"/>
                </a:solidFill>
                <a:latin typeface="Roboto"/>
                <a:ea typeface="Roboto"/>
                <a:cs typeface="Roboto"/>
                <a:sym typeface="Roboto"/>
              </a:defRPr>
            </a:lvl5pPr>
            <a:lvl6pPr marL="0" marR="0" lvl="5" indent="0" algn="ctr" rtl="0">
              <a:spcBef>
                <a:spcPts val="0"/>
              </a:spcBef>
              <a:spcAft>
                <a:spcPts val="0"/>
              </a:spcAft>
              <a:buNone/>
              <a:defRPr sz="1200" b="0" i="0">
                <a:solidFill>
                  <a:srgbClr val="83233E"/>
                </a:solidFill>
                <a:latin typeface="Roboto"/>
                <a:ea typeface="Roboto"/>
                <a:cs typeface="Roboto"/>
                <a:sym typeface="Roboto"/>
              </a:defRPr>
            </a:lvl6pPr>
            <a:lvl7pPr marL="0" marR="0" lvl="6" indent="0" algn="ctr" rtl="0">
              <a:spcBef>
                <a:spcPts val="0"/>
              </a:spcBef>
              <a:spcAft>
                <a:spcPts val="0"/>
              </a:spcAft>
              <a:buNone/>
              <a:defRPr sz="1200" b="0" i="0">
                <a:solidFill>
                  <a:srgbClr val="83233E"/>
                </a:solidFill>
                <a:latin typeface="Roboto"/>
                <a:ea typeface="Roboto"/>
                <a:cs typeface="Roboto"/>
                <a:sym typeface="Roboto"/>
              </a:defRPr>
            </a:lvl7pPr>
            <a:lvl8pPr marL="0" marR="0" lvl="7" indent="0" algn="ctr" rtl="0">
              <a:spcBef>
                <a:spcPts val="0"/>
              </a:spcBef>
              <a:spcAft>
                <a:spcPts val="0"/>
              </a:spcAft>
              <a:buNone/>
              <a:defRPr sz="1200" b="0" i="0">
                <a:solidFill>
                  <a:srgbClr val="83233E"/>
                </a:solidFill>
                <a:latin typeface="Roboto"/>
                <a:ea typeface="Roboto"/>
                <a:cs typeface="Roboto"/>
                <a:sym typeface="Roboto"/>
              </a:defRPr>
            </a:lvl8pPr>
            <a:lvl9pPr marL="0" marR="0" lvl="8" indent="0" algn="ctr" rtl="0">
              <a:spcBef>
                <a:spcPts val="0"/>
              </a:spcBef>
              <a:spcAft>
                <a:spcPts val="0"/>
              </a:spcAft>
              <a:buNone/>
              <a:defRPr sz="1200" b="0" i="0">
                <a:solidFill>
                  <a:srgbClr val="83233E"/>
                </a:solidFill>
                <a:latin typeface="Roboto"/>
                <a:ea typeface="Roboto"/>
                <a:cs typeface="Roboto"/>
                <a:sym typeface="Roboto"/>
              </a:defRPr>
            </a:lvl9pPr>
          </a:lstStyle>
          <a:p>
            <a:pPr marL="0" lvl="0" indent="0" algn="ctr" rtl="0">
              <a:spcBef>
                <a:spcPts val="0"/>
              </a:spcBef>
              <a:spcAft>
                <a:spcPts val="0"/>
              </a:spcAft>
              <a:buNone/>
            </a:pPr>
            <a:fld id="{00000000-1234-1234-1234-123412341234}" type="slidenum">
              <a:rPr lang="en-MY"/>
              <a:t>‹#›</a:t>
            </a:fld>
            <a:endParaRPr/>
          </a:p>
        </p:txBody>
      </p:sp>
      <p:pic>
        <p:nvPicPr>
          <p:cNvPr id="318" name="Google Shape;318;g37b2d62e5a2_2_192"/>
          <p:cNvPicPr preferRelativeResize="0"/>
          <p:nvPr/>
        </p:nvPicPr>
        <p:blipFill rotWithShape="1">
          <a:blip r:embed="rId27">
            <a:alphaModFix/>
          </a:blip>
          <a:srcRect/>
          <a:stretch/>
        </p:blipFill>
        <p:spPr>
          <a:xfrm>
            <a:off x="838200" y="6513174"/>
            <a:ext cx="2824372" cy="158262"/>
          </a:xfrm>
          <a:prstGeom prst="rect">
            <a:avLst/>
          </a:prstGeom>
          <a:noFill/>
          <a:ln>
            <a:noFill/>
          </a:ln>
        </p:spPr>
      </p:pic>
      <p:sp>
        <p:nvSpPr>
          <p:cNvPr id="319" name="Google Shape;319;g37b2d62e5a2_2_192"/>
          <p:cNvSpPr/>
          <p:nvPr/>
        </p:nvSpPr>
        <p:spPr>
          <a:xfrm>
            <a:off x="10328961" y="1"/>
            <a:ext cx="1860468" cy="780222"/>
          </a:xfrm>
          <a:custGeom>
            <a:avLst/>
            <a:gdLst/>
            <a:ahLst/>
            <a:cxnLst/>
            <a:rect l="l" t="t" r="r" b="b"/>
            <a:pathLst>
              <a:path w="1860468" h="997527" extrusionOk="0">
                <a:moveTo>
                  <a:pt x="0" y="0"/>
                </a:moveTo>
                <a:lnTo>
                  <a:pt x="1860468" y="0"/>
                </a:lnTo>
                <a:lnTo>
                  <a:pt x="1860468" y="997527"/>
                </a:lnTo>
                <a:lnTo>
                  <a:pt x="521805" y="997527"/>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20" name="Google Shape;320;g37b2d62e5a2_2_192" descr="Logo&#10;&#10;Description automatically generated"/>
          <p:cNvPicPr preferRelativeResize="0"/>
          <p:nvPr/>
        </p:nvPicPr>
        <p:blipFill rotWithShape="1">
          <a:blip r:embed="rId28">
            <a:alphaModFix/>
          </a:blip>
          <a:srcRect/>
          <a:stretch/>
        </p:blipFill>
        <p:spPr>
          <a:xfrm>
            <a:off x="10742685" y="161365"/>
            <a:ext cx="1344353" cy="45414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3"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10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g"/><Relationship Id="rId7"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1"/>
          <p:cNvSpPr txBox="1">
            <a:spLocks noGrp="1"/>
          </p:cNvSpPr>
          <p:nvPr>
            <p:ph type="title"/>
          </p:nvPr>
        </p:nvSpPr>
        <p:spPr>
          <a:xfrm>
            <a:off x="584823" y="2120900"/>
            <a:ext cx="5117700" cy="2874000"/>
          </a:xfrm>
          <a:prstGeom prst="rect">
            <a:avLst/>
          </a:prstGeom>
          <a:noFill/>
          <a:ln>
            <a:noFill/>
          </a:ln>
        </p:spPr>
        <p:txBody>
          <a:bodyPr spcFirstLastPara="1" wrap="square" lIns="91425" tIns="45700" rIns="91425" bIns="45700" anchor="ctr" anchorCtr="0">
            <a:noAutofit/>
          </a:bodyPr>
          <a:lstStyle/>
          <a:p>
            <a:pPr lvl="0"/>
            <a:r>
              <a:rPr lang="en-US" dirty="0"/>
              <a:t>Software Agile Project Management Composition  </a:t>
            </a:r>
            <a:endParaRPr dirty="0"/>
          </a:p>
        </p:txBody>
      </p:sp>
      <p:sp>
        <p:nvSpPr>
          <p:cNvPr id="2" name="TextBox 1">
            <a:extLst>
              <a:ext uri="{FF2B5EF4-FFF2-40B4-BE49-F238E27FC236}">
                <a16:creationId xmlns:a16="http://schemas.microsoft.com/office/drawing/2014/main" id="{E320CB0D-7A41-B1B4-4131-736663A9BE13}"/>
              </a:ext>
            </a:extLst>
          </p:cNvPr>
          <p:cNvSpPr txBox="1"/>
          <p:nvPr/>
        </p:nvSpPr>
        <p:spPr>
          <a:xfrm>
            <a:off x="8836960" y="2965076"/>
            <a:ext cx="3225052" cy="31393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100" dirty="0">
                <a:latin typeface="Cambria"/>
                <a:ea typeface="Cambria"/>
                <a:cs typeface="Calibri"/>
              </a:rPr>
              <a:t>This slide contains material that is copied from the book Agile Project Manager_v2_handbook by Agile Business Consortium. All rights reserved. No part of this material may be reproduced or transmitted in any form or by any means without the prior written permission of the copyright owner. This material is used here for educational purposes under the doctrine of fair use, with the intention to support learning and teaching.</a:t>
            </a:r>
            <a:endParaRPr lang="en-US" dirty="0">
              <a:latin typeface="Cambria"/>
              <a:ea typeface="Cambria"/>
            </a:endParaRPr>
          </a:p>
          <a:p>
            <a:pPr algn="just"/>
            <a:endParaRPr lang="en-US" sz="1100" dirty="0">
              <a:latin typeface="Cambria"/>
              <a:ea typeface="Cambria"/>
              <a:cs typeface="Calibri"/>
            </a:endParaRPr>
          </a:p>
          <a:p>
            <a:pPr algn="just"/>
            <a:r>
              <a:rPr lang="en-US" sz="1100" dirty="0">
                <a:latin typeface="Cambria"/>
                <a:ea typeface="Cambria"/>
                <a:cs typeface="Calibri"/>
              </a:rPr>
              <a:t>For more information, please refer to the original source: </a:t>
            </a:r>
            <a:endParaRPr lang="en-US">
              <a:latin typeface="Cambria"/>
              <a:ea typeface="Cambria"/>
              <a:cs typeface="Calibri" panose="020F0502020204030204" pitchFamily="34" charset="0"/>
            </a:endParaRPr>
          </a:p>
          <a:p>
            <a:pPr algn="just"/>
            <a:r>
              <a:rPr lang="en-US" sz="1100" b="1" dirty="0">
                <a:latin typeface="Cambria"/>
                <a:ea typeface="Cambria"/>
                <a:cs typeface="Calibri"/>
              </a:rPr>
              <a:t>Book Title: </a:t>
            </a:r>
            <a:r>
              <a:rPr lang="en-US" sz="1100" dirty="0">
                <a:latin typeface="Cambria"/>
                <a:ea typeface="Cambria"/>
                <a:cs typeface="Calibri"/>
              </a:rPr>
              <a:t>Agile Project Manager_v2_handbook</a:t>
            </a:r>
            <a:r>
              <a:rPr lang="en-US" sz="1100" b="1" dirty="0">
                <a:latin typeface="Cambria"/>
                <a:ea typeface="Cambria"/>
                <a:cs typeface="Calibri"/>
              </a:rPr>
              <a:t> Author: </a:t>
            </a:r>
            <a:r>
              <a:rPr lang="en-US" sz="1100" dirty="0">
                <a:latin typeface="Cambria"/>
                <a:ea typeface="Cambria"/>
                <a:cs typeface="Calibri"/>
              </a:rPr>
              <a:t>Agile Business Consortium</a:t>
            </a:r>
            <a:r>
              <a:rPr lang="en-US" sz="1100" b="1" dirty="0">
                <a:latin typeface="Cambria"/>
                <a:ea typeface="Cambria"/>
                <a:cs typeface="Calibri"/>
              </a:rPr>
              <a:t> </a:t>
            </a:r>
            <a:endParaRPr lang="en-US" b="1">
              <a:latin typeface="Cambria"/>
              <a:ea typeface="Cambria"/>
              <a:cs typeface="Calibri" panose="020F0502020204030204" pitchFamily="34" charset="0"/>
            </a:endParaRPr>
          </a:p>
          <a:p>
            <a:pPr algn="just"/>
            <a:r>
              <a:rPr lang="en-US" sz="1100" b="1" dirty="0">
                <a:latin typeface="Cambria"/>
                <a:ea typeface="Cambria"/>
                <a:cs typeface="Calibri"/>
              </a:rPr>
              <a:t>Publisher: </a:t>
            </a:r>
            <a:r>
              <a:rPr lang="en-US" sz="1100" dirty="0">
                <a:latin typeface="Cambria"/>
                <a:ea typeface="Cambria"/>
                <a:cs typeface="Calibri"/>
              </a:rPr>
              <a:t>Buckland Media Group Limited </a:t>
            </a:r>
            <a:endParaRPr lang="en-US">
              <a:latin typeface="Cambria"/>
              <a:ea typeface="Cambria"/>
              <a:cs typeface="Calibri" panose="020F0502020204030204" pitchFamily="34" charset="0"/>
            </a:endParaRPr>
          </a:p>
          <a:p>
            <a:pPr algn="just"/>
            <a:r>
              <a:rPr lang="en-US" sz="1100" b="1" dirty="0">
                <a:latin typeface="Cambria"/>
                <a:ea typeface="Cambria"/>
                <a:cs typeface="Calibri"/>
              </a:rPr>
              <a:t>Year of Publication: </a:t>
            </a:r>
            <a:r>
              <a:rPr lang="en-US" sz="1100" dirty="0">
                <a:latin typeface="Cambria"/>
                <a:ea typeface="Cambria"/>
                <a:cs typeface="Calibri"/>
              </a:rPr>
              <a:t>2017 </a:t>
            </a:r>
            <a:endParaRPr lang="en-US">
              <a:latin typeface="Cambria"/>
              <a:ea typeface="Cambria"/>
              <a:cs typeface="Calibri" panose="020F0502020204030204" pitchFamily="34" charset="0"/>
            </a:endParaRPr>
          </a:p>
          <a:p>
            <a:pPr algn="just"/>
            <a:r>
              <a:rPr lang="en-US" sz="1100" b="1" dirty="0">
                <a:latin typeface="Cambria"/>
                <a:ea typeface="Cambria"/>
                <a:cs typeface="Calibri"/>
              </a:rPr>
              <a:t>Please consult the book for further details and complete content.</a:t>
            </a:r>
            <a:endParaRPr lang="en-US" b="1">
              <a:latin typeface="Cambria"/>
              <a:ea typeface="Cambria"/>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2"/>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a:t>Outline</a:t>
            </a:r>
            <a:endParaRPr/>
          </a:p>
        </p:txBody>
      </p:sp>
      <p:sp>
        <p:nvSpPr>
          <p:cNvPr id="472" name="Google Shape;472;p2"/>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3</a:t>
            </a:fld>
            <a:endParaRPr/>
          </a:p>
        </p:txBody>
      </p:sp>
      <p:sp>
        <p:nvSpPr>
          <p:cNvPr id="473" name="Google Shape;473;p2"/>
          <p:cNvSpPr txBox="1"/>
          <p:nvPr/>
        </p:nvSpPr>
        <p:spPr>
          <a:xfrm>
            <a:off x="983374" y="1735450"/>
            <a:ext cx="10244695" cy="4055400"/>
          </a:xfrm>
          <a:prstGeom prst="rect">
            <a:avLst/>
          </a:prstGeom>
          <a:noFill/>
          <a:ln>
            <a:noFill/>
          </a:ln>
        </p:spPr>
        <p:txBody>
          <a:bodyPr spcFirstLastPara="1" wrap="square" lIns="91425" tIns="91425" rIns="91425" bIns="91425" anchor="t" anchorCtr="0">
            <a:noAutofit/>
          </a:bodyPr>
          <a:lstStyle/>
          <a:p>
            <a:pPr marL="457200" lvl="0" indent="-406400" algn="l" rtl="0">
              <a:lnSpc>
                <a:spcPct val="115000"/>
              </a:lnSpc>
              <a:spcBef>
                <a:spcPts val="0"/>
              </a:spcBef>
              <a:spcAft>
                <a:spcPts val="0"/>
              </a:spcAft>
              <a:buClr>
                <a:srgbClr val="595959"/>
              </a:buClr>
              <a:buSzPts val="2800"/>
              <a:buFont typeface="Lato"/>
              <a:buChar char="●"/>
            </a:pPr>
            <a:r>
              <a:rPr lang="en-MY" sz="2800" dirty="0">
                <a:solidFill>
                  <a:srgbClr val="595959"/>
                </a:solidFill>
                <a:latin typeface="Lato"/>
                <a:ea typeface="Lato"/>
                <a:cs typeface="Lato"/>
                <a:sym typeface="Lato"/>
              </a:rPr>
              <a:t>Introduction to Dynamic Systems Development Method (DSDM) </a:t>
            </a:r>
          </a:p>
          <a:p>
            <a:pPr marL="457200" lvl="0" indent="-406400" algn="l" rtl="0">
              <a:lnSpc>
                <a:spcPct val="115000"/>
              </a:lnSpc>
              <a:spcBef>
                <a:spcPts val="0"/>
              </a:spcBef>
              <a:spcAft>
                <a:spcPts val="0"/>
              </a:spcAft>
              <a:buClr>
                <a:srgbClr val="595959"/>
              </a:buClr>
              <a:buSzPts val="2800"/>
              <a:buFont typeface="Lato"/>
              <a:buChar char="●"/>
            </a:pPr>
            <a:r>
              <a:rPr lang="en-MY" sz="2800" dirty="0">
                <a:solidFill>
                  <a:srgbClr val="595959"/>
                </a:solidFill>
                <a:latin typeface="Lato"/>
                <a:ea typeface="Lato"/>
                <a:cs typeface="Lato"/>
                <a:sym typeface="Lato"/>
              </a:rPr>
              <a:t>The composition of DSDM</a:t>
            </a:r>
          </a:p>
          <a:p>
            <a:pPr marL="457200" lvl="0" indent="-406400" algn="l" rtl="0">
              <a:lnSpc>
                <a:spcPct val="115000"/>
              </a:lnSpc>
              <a:spcBef>
                <a:spcPts val="0"/>
              </a:spcBef>
              <a:spcAft>
                <a:spcPts val="0"/>
              </a:spcAft>
              <a:buClr>
                <a:srgbClr val="595959"/>
              </a:buClr>
              <a:buSzPts val="2800"/>
              <a:buFont typeface="Lato"/>
              <a:buChar char="●"/>
            </a:pPr>
            <a:r>
              <a:rPr lang="en-MY" sz="2800" dirty="0">
                <a:solidFill>
                  <a:srgbClr val="595959"/>
                </a:solidFill>
                <a:latin typeface="Lato"/>
                <a:ea typeface="Lato"/>
                <a:cs typeface="Lato"/>
                <a:sym typeface="Lato"/>
              </a:rPr>
              <a:t>DSDM and Scrum</a:t>
            </a:r>
          </a:p>
          <a:p>
            <a:pPr marL="457200" lvl="0" indent="-406400" algn="l" rtl="0">
              <a:lnSpc>
                <a:spcPct val="115000"/>
              </a:lnSpc>
              <a:spcBef>
                <a:spcPts val="0"/>
              </a:spcBef>
              <a:spcAft>
                <a:spcPts val="0"/>
              </a:spcAft>
              <a:buClr>
                <a:srgbClr val="595959"/>
              </a:buClr>
              <a:buSzPts val="2800"/>
              <a:buFont typeface="Lato"/>
              <a:buChar char="●"/>
            </a:pPr>
            <a:r>
              <a:rPr lang="en-MY" sz="2800" dirty="0">
                <a:solidFill>
                  <a:srgbClr val="595959"/>
                </a:solidFill>
                <a:latin typeface="Lato"/>
                <a:ea typeface="Lato"/>
                <a:cs typeface="Lato"/>
                <a:sym typeface="Lato"/>
              </a:rPr>
              <a:t>Comparison among Scrum, Kanban, and </a:t>
            </a:r>
            <a:r>
              <a:rPr lang="en-MY" sz="2800" dirty="0" err="1">
                <a:solidFill>
                  <a:srgbClr val="595959"/>
                </a:solidFill>
                <a:latin typeface="Lato"/>
                <a:ea typeface="Lato"/>
                <a:cs typeface="Lato"/>
                <a:sym typeface="Lato"/>
              </a:rPr>
              <a:t>Scrumban</a:t>
            </a:r>
            <a:endParaRPr lang="en-MY" sz="2800" dirty="0">
              <a:solidFill>
                <a:srgbClr val="595959"/>
              </a:solidFill>
              <a:latin typeface="Lato"/>
              <a:ea typeface="Lato"/>
              <a:cs typeface="Lato"/>
              <a:sym typeface="Lato"/>
            </a:endParaRPr>
          </a:p>
          <a:p>
            <a:pPr marL="457200" lvl="0" indent="-406400" algn="l" rtl="0">
              <a:lnSpc>
                <a:spcPct val="115000"/>
              </a:lnSpc>
              <a:spcBef>
                <a:spcPts val="0"/>
              </a:spcBef>
              <a:spcAft>
                <a:spcPts val="0"/>
              </a:spcAft>
              <a:buClr>
                <a:srgbClr val="595959"/>
              </a:buClr>
              <a:buSzPts val="2800"/>
              <a:buFont typeface="Lato"/>
              <a:buChar char="●"/>
            </a:pPr>
            <a:r>
              <a:rPr lang="en-MY" sz="2800" dirty="0">
                <a:solidFill>
                  <a:srgbClr val="595959"/>
                </a:solidFill>
                <a:latin typeface="Lato"/>
                <a:ea typeface="Lato"/>
                <a:cs typeface="Lato"/>
                <a:sym typeface="Lato"/>
              </a:rPr>
              <a:t>Introduction to Project Management Tools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g37637ed14d2_0_0"/>
          <p:cNvSpPr txBox="1">
            <a:spLocks noGrp="1"/>
          </p:cNvSpPr>
          <p:nvPr>
            <p:ph type="title"/>
          </p:nvPr>
        </p:nvSpPr>
        <p:spPr>
          <a:xfrm>
            <a:off x="712470" y="314325"/>
            <a:ext cx="105156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sz="2800" dirty="0"/>
              <a:t>Introduction : </a:t>
            </a:r>
            <a:r>
              <a:rPr lang="en-US" sz="2800" dirty="0"/>
              <a:t>Dynamic Systems Development Method (DSDM)</a:t>
            </a:r>
            <a:endParaRPr sz="2800" dirty="0"/>
          </a:p>
        </p:txBody>
      </p:sp>
      <p:sp>
        <p:nvSpPr>
          <p:cNvPr id="479" name="Google Shape;479;g37637ed14d2_0_0"/>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4</a:t>
            </a:fld>
            <a:endParaRPr/>
          </a:p>
        </p:txBody>
      </p:sp>
      <p:sp>
        <p:nvSpPr>
          <p:cNvPr id="481" name="Google Shape;481;g37637ed14d2_0_0"/>
          <p:cNvSpPr txBox="1"/>
          <p:nvPr/>
        </p:nvSpPr>
        <p:spPr>
          <a:xfrm>
            <a:off x="680659" y="3429000"/>
            <a:ext cx="10515600" cy="286228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3F3F3F"/>
              </a:buClr>
              <a:buSzPts val="2200"/>
              <a:buFont typeface="Lato"/>
              <a:buChar char="•"/>
            </a:pPr>
            <a:r>
              <a:rPr lang="en-US" sz="2000" b="1" i="0" u="none" strike="noStrike" cap="none" dirty="0">
                <a:solidFill>
                  <a:srgbClr val="3F3F3F"/>
                </a:solidFill>
                <a:latin typeface="Lato"/>
                <a:ea typeface="Lato"/>
                <a:cs typeface="Lato"/>
                <a:sym typeface="Lato"/>
              </a:rPr>
              <a:t>Clear Roles &amp; Responsibilities</a:t>
            </a:r>
            <a:r>
              <a:rPr lang="en-US" sz="2000" b="0" i="0" u="none" strike="noStrike" cap="none" dirty="0">
                <a:solidFill>
                  <a:srgbClr val="3F3F3F"/>
                </a:solidFill>
                <a:latin typeface="Lato"/>
                <a:ea typeface="Lato"/>
                <a:cs typeface="Lato"/>
                <a:sym typeface="Lato"/>
              </a:rPr>
              <a:t>: DSDM assigns well-defined roles covering business, technical, management, and process interests to ensure balanced representation across the project.</a:t>
            </a:r>
          </a:p>
          <a:p>
            <a:pPr marL="342900" marR="0" lvl="0" indent="-342900" algn="l" rtl="0">
              <a:spcBef>
                <a:spcPts val="0"/>
              </a:spcBef>
              <a:spcAft>
                <a:spcPts val="0"/>
              </a:spcAft>
              <a:buClr>
                <a:srgbClr val="3F3F3F"/>
              </a:buClr>
              <a:buSzPts val="2200"/>
              <a:buFont typeface="Lato"/>
              <a:buChar char="•"/>
            </a:pPr>
            <a:endParaRPr lang="en-US" sz="2000" b="0" i="0" u="none" strike="noStrike" cap="none" dirty="0">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Lato"/>
              <a:buChar char="•"/>
            </a:pPr>
            <a:r>
              <a:rPr lang="en-US" sz="2000" b="1" i="0" u="none" strike="noStrike" cap="none" dirty="0">
                <a:solidFill>
                  <a:srgbClr val="3F3F3F"/>
                </a:solidFill>
                <a:latin typeface="Lato"/>
                <a:ea typeface="Lato"/>
                <a:cs typeface="Lato"/>
                <a:sym typeface="Lato"/>
              </a:rPr>
              <a:t>Collaboration &amp; Communication</a:t>
            </a:r>
            <a:r>
              <a:rPr lang="en-US" sz="2000" b="0" i="0" u="none" strike="noStrike" cap="none" dirty="0">
                <a:solidFill>
                  <a:srgbClr val="3F3F3F"/>
                </a:solidFill>
                <a:latin typeface="Lato"/>
                <a:ea typeface="Lato"/>
                <a:cs typeface="Lato"/>
                <a:sym typeface="Lato"/>
              </a:rPr>
              <a:t>: All team members work closely together, breaking down barriers and fostering effective communication to drive project success.</a:t>
            </a:r>
          </a:p>
          <a:p>
            <a:pPr marL="342900" marR="0" lvl="0" indent="-342900" algn="l" rtl="0">
              <a:spcBef>
                <a:spcPts val="0"/>
              </a:spcBef>
              <a:spcAft>
                <a:spcPts val="0"/>
              </a:spcAft>
              <a:buClr>
                <a:srgbClr val="3F3F3F"/>
              </a:buClr>
              <a:buSzPts val="2200"/>
              <a:buFont typeface="Lato"/>
              <a:buChar char="•"/>
            </a:pPr>
            <a:endParaRPr lang="en-US" sz="2000" b="0" i="0" u="none" strike="noStrike" cap="none" dirty="0">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Lato"/>
              <a:buChar char="•"/>
            </a:pPr>
            <a:r>
              <a:rPr lang="en-US" sz="2000" b="1" i="0" u="none" strike="noStrike" cap="none" dirty="0">
                <a:solidFill>
                  <a:srgbClr val="3F3F3F"/>
                </a:solidFill>
                <a:latin typeface="Lato"/>
                <a:ea typeface="Lato"/>
                <a:cs typeface="Lato"/>
                <a:sym typeface="Lato"/>
              </a:rPr>
              <a:t>Empowered, Self-</a:t>
            </a:r>
            <a:r>
              <a:rPr lang="en-US" sz="2000" b="1" i="0" u="none" strike="noStrike" cap="none" dirty="0" err="1">
                <a:solidFill>
                  <a:srgbClr val="3F3F3F"/>
                </a:solidFill>
                <a:latin typeface="Lato"/>
                <a:ea typeface="Lato"/>
                <a:cs typeface="Lato"/>
                <a:sym typeface="Lato"/>
              </a:rPr>
              <a:t>Organising</a:t>
            </a:r>
            <a:r>
              <a:rPr lang="en-US" sz="2000" b="1" i="0" u="none" strike="noStrike" cap="none" dirty="0">
                <a:solidFill>
                  <a:srgbClr val="3F3F3F"/>
                </a:solidFill>
                <a:latin typeface="Lato"/>
                <a:ea typeface="Lato"/>
                <a:cs typeface="Lato"/>
                <a:sym typeface="Lato"/>
              </a:rPr>
              <a:t> Teams</a:t>
            </a:r>
            <a:r>
              <a:rPr lang="en-US" sz="2000" b="0" i="0" u="none" strike="noStrike" cap="none" dirty="0">
                <a:solidFill>
                  <a:srgbClr val="3F3F3F"/>
                </a:solidFill>
                <a:latin typeface="Lato"/>
                <a:ea typeface="Lato"/>
                <a:cs typeface="Lato"/>
                <a:sym typeface="Lato"/>
              </a:rPr>
              <a:t>: The best solutions come from teams that are empowered to self-</a:t>
            </a:r>
            <a:r>
              <a:rPr lang="en-US" sz="2000" b="0" i="0" u="none" strike="noStrike" cap="none" dirty="0" err="1">
                <a:solidFill>
                  <a:srgbClr val="3F3F3F"/>
                </a:solidFill>
                <a:latin typeface="Lato"/>
                <a:ea typeface="Lato"/>
                <a:cs typeface="Lato"/>
                <a:sym typeface="Lato"/>
              </a:rPr>
              <a:t>organise</a:t>
            </a:r>
            <a:r>
              <a:rPr lang="en-US" sz="2000" b="0" i="0" u="none" strike="noStrike" cap="none" dirty="0">
                <a:solidFill>
                  <a:srgbClr val="3F3F3F"/>
                </a:solidFill>
                <a:latin typeface="Lato"/>
                <a:ea typeface="Lato"/>
                <a:cs typeface="Lato"/>
                <a:sym typeface="Lato"/>
              </a:rPr>
              <a:t> and take responsibility within agreed boundaries.</a:t>
            </a:r>
            <a:endParaRPr sz="2000" b="0" i="0" u="none" strike="noStrike" cap="none" dirty="0">
              <a:solidFill>
                <a:srgbClr val="3F3F3F"/>
              </a:solidFill>
              <a:latin typeface="Lato"/>
              <a:ea typeface="Lato"/>
              <a:cs typeface="Lato"/>
              <a:sym typeface="Lato"/>
            </a:endParaRPr>
          </a:p>
        </p:txBody>
      </p:sp>
      <p:sp>
        <p:nvSpPr>
          <p:cNvPr id="3" name="TextBox 2">
            <a:extLst>
              <a:ext uri="{FF2B5EF4-FFF2-40B4-BE49-F238E27FC236}">
                <a16:creationId xmlns:a16="http://schemas.microsoft.com/office/drawing/2014/main" id="{6067C00A-7086-302B-CD8E-1445550D0F84}"/>
              </a:ext>
            </a:extLst>
          </p:cNvPr>
          <p:cNvSpPr txBox="1"/>
          <p:nvPr/>
        </p:nvSpPr>
        <p:spPr>
          <a:xfrm>
            <a:off x="2588584" y="1461398"/>
            <a:ext cx="7014831" cy="1477328"/>
          </a:xfrm>
          <a:prstGeom prst="rect">
            <a:avLst/>
          </a:prstGeom>
          <a:noFill/>
        </p:spPr>
        <p:txBody>
          <a:bodyPr wrap="square">
            <a:spAutoFit/>
          </a:bodyPr>
          <a:lstStyle/>
          <a:p>
            <a:pPr>
              <a:buNone/>
            </a:pPr>
            <a:r>
              <a:rPr lang="en-US" sz="1800" b="1" dirty="0"/>
              <a:t>Recap…</a:t>
            </a:r>
          </a:p>
          <a:p>
            <a:pPr>
              <a:buNone/>
            </a:pPr>
            <a:r>
              <a:rPr lang="en-US" sz="1800" dirty="0"/>
              <a:t>The DSDM philosophy is that:</a:t>
            </a:r>
          </a:p>
          <a:p>
            <a:pPr algn="ctr">
              <a:buNone/>
            </a:pPr>
            <a:r>
              <a:rPr lang="en-US" sz="1800" dirty="0">
                <a:solidFill>
                  <a:srgbClr val="00B0F0"/>
                </a:solidFill>
              </a:rPr>
              <a:t>“best business value emerges when projects are aligned to clear business goals, deliver frequently and involve the collaboration of motivated and empowered people.”</a:t>
            </a:r>
          </a:p>
        </p:txBody>
      </p:sp>
      <p:sp>
        <p:nvSpPr>
          <p:cNvPr id="6" name="TextBox 5">
            <a:extLst>
              <a:ext uri="{FF2B5EF4-FFF2-40B4-BE49-F238E27FC236}">
                <a16:creationId xmlns:a16="http://schemas.microsoft.com/office/drawing/2014/main" id="{AA036896-3713-CD6A-6969-C3E0E0897767}"/>
              </a:ext>
            </a:extLst>
          </p:cNvPr>
          <p:cNvSpPr txBox="1"/>
          <p:nvPr/>
        </p:nvSpPr>
        <p:spPr>
          <a:xfrm>
            <a:off x="712469" y="3028931"/>
            <a:ext cx="6103088" cy="40006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342900" indent="-342900">
              <a:buClr>
                <a:srgbClr val="3F3F3F"/>
              </a:buClr>
              <a:buSzPts val="2200"/>
              <a:buFont typeface="Lato"/>
              <a:buChar char="•"/>
              <a:defRPr sz="1600" b="1">
                <a:solidFill>
                  <a:srgbClr val="3F3F3F"/>
                </a:solidFill>
                <a:latin typeface="Lato"/>
                <a:ea typeface="Lato"/>
                <a:cs typeface="Lato"/>
              </a:defRPr>
            </a:lvl1pPr>
          </a:lstStyle>
          <a:p>
            <a:pPr marL="0" indent="0">
              <a:buNone/>
            </a:pPr>
            <a:r>
              <a:rPr lang="en-MY" sz="2000" dirty="0"/>
              <a:t>This is achieved when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1D2750E7-108F-0F1D-1A44-5EFA773F152A}"/>
            </a:ext>
          </a:extLst>
        </p:cNvPr>
        <p:cNvGrpSpPr/>
        <p:nvPr/>
      </p:nvGrpSpPr>
      <p:grpSpPr>
        <a:xfrm>
          <a:off x="0" y="0"/>
          <a:ext cx="0" cy="0"/>
          <a:chOff x="0" y="0"/>
          <a:chExt cx="0" cy="0"/>
        </a:xfrm>
      </p:grpSpPr>
      <p:sp>
        <p:nvSpPr>
          <p:cNvPr id="486" name="Google Shape;486;g37b2d62e5a2_2_156">
            <a:extLst>
              <a:ext uri="{FF2B5EF4-FFF2-40B4-BE49-F238E27FC236}">
                <a16:creationId xmlns:a16="http://schemas.microsoft.com/office/drawing/2014/main" id="{E5AF9DC8-DBCF-DD69-FB43-5B9DF2FF7FE1}"/>
              </a:ext>
            </a:extLst>
          </p:cNvPr>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dirty="0"/>
              <a:t>The Composition of DSDM</a:t>
            </a:r>
          </a:p>
        </p:txBody>
      </p:sp>
      <p:sp>
        <p:nvSpPr>
          <p:cNvPr id="487" name="Google Shape;487;g37b2d62e5a2_2_156">
            <a:extLst>
              <a:ext uri="{FF2B5EF4-FFF2-40B4-BE49-F238E27FC236}">
                <a16:creationId xmlns:a16="http://schemas.microsoft.com/office/drawing/2014/main" id="{30162EB0-DEAA-8AFB-055C-70D677BE8BDC}"/>
              </a:ext>
            </a:extLst>
          </p:cNvPr>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5</a:t>
            </a:fld>
            <a:endParaRPr lang="en-MY"/>
          </a:p>
        </p:txBody>
      </p:sp>
      <p:sp>
        <p:nvSpPr>
          <p:cNvPr id="5" name="Google Shape;481;g37637ed14d2_0_0">
            <a:extLst>
              <a:ext uri="{FF2B5EF4-FFF2-40B4-BE49-F238E27FC236}">
                <a16:creationId xmlns:a16="http://schemas.microsoft.com/office/drawing/2014/main" id="{D7D9E43E-C548-66E0-1599-C42E114FE575}"/>
              </a:ext>
            </a:extLst>
          </p:cNvPr>
          <p:cNvSpPr txBox="1"/>
          <p:nvPr/>
        </p:nvSpPr>
        <p:spPr>
          <a:xfrm>
            <a:off x="8112615" y="1920252"/>
            <a:ext cx="4065115" cy="584735"/>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dirty="0"/>
              <a:t>A set of 8 principles that bring the philosophy into practice.</a:t>
            </a:r>
            <a:endParaRPr lang="en-US" sz="1600" i="0" u="none" strike="noStrike" cap="none" dirty="0">
              <a:solidFill>
                <a:srgbClr val="3F3F3F"/>
              </a:solidFill>
              <a:latin typeface="Lato"/>
              <a:ea typeface="Lato"/>
              <a:cs typeface="Lato"/>
              <a:sym typeface="Lato"/>
            </a:endParaRPr>
          </a:p>
        </p:txBody>
      </p:sp>
      <p:pic>
        <p:nvPicPr>
          <p:cNvPr id="8" name="Picture 7">
            <a:extLst>
              <a:ext uri="{FF2B5EF4-FFF2-40B4-BE49-F238E27FC236}">
                <a16:creationId xmlns:a16="http://schemas.microsoft.com/office/drawing/2014/main" id="{8597704F-9929-C65B-731B-87B0F0907C24}"/>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Lst>
          </a:blip>
          <a:stretch>
            <a:fillRect/>
          </a:stretch>
        </p:blipFill>
        <p:spPr>
          <a:xfrm>
            <a:off x="3827925" y="1439839"/>
            <a:ext cx="4284690" cy="3540642"/>
          </a:xfrm>
          <a:prstGeom prst="rect">
            <a:avLst/>
          </a:prstGeom>
        </p:spPr>
      </p:pic>
      <p:sp>
        <p:nvSpPr>
          <p:cNvPr id="2" name="TextBox 1">
            <a:extLst>
              <a:ext uri="{FF2B5EF4-FFF2-40B4-BE49-F238E27FC236}">
                <a16:creationId xmlns:a16="http://schemas.microsoft.com/office/drawing/2014/main" id="{A18B3848-E814-AB23-89F3-875BC01647D8}"/>
              </a:ext>
            </a:extLst>
          </p:cNvPr>
          <p:cNvSpPr txBox="1"/>
          <p:nvPr/>
        </p:nvSpPr>
        <p:spPr>
          <a:xfrm>
            <a:off x="1062342" y="1305635"/>
            <a:ext cx="3349256" cy="830997"/>
          </a:xfrm>
          <a:prstGeom prst="rect">
            <a:avLst/>
          </a:prstGeom>
          <a:solidFill>
            <a:schemeClr val="bg1"/>
          </a:solidFill>
        </p:spPr>
        <p:txBody>
          <a:bodyPr wrap="square">
            <a:spAutoFit/>
          </a:bodyPr>
          <a:lstStyle/>
          <a:p>
            <a:pPr algn="ctr">
              <a:buNone/>
            </a:pPr>
            <a:r>
              <a:rPr lang="en-US" sz="1200" dirty="0">
                <a:solidFill>
                  <a:srgbClr val="00B0F0"/>
                </a:solidFill>
              </a:rPr>
              <a:t>“best business value emerges when projects are aligned to clear business goals, deliver frequently and involve the collaboration of motivated and empowered people.”</a:t>
            </a:r>
          </a:p>
        </p:txBody>
      </p:sp>
      <p:sp>
        <p:nvSpPr>
          <p:cNvPr id="3" name="Google Shape;481;g37637ed14d2_0_0">
            <a:extLst>
              <a:ext uri="{FF2B5EF4-FFF2-40B4-BE49-F238E27FC236}">
                <a16:creationId xmlns:a16="http://schemas.microsoft.com/office/drawing/2014/main" id="{716B3877-90E4-5E68-B8A7-B80C6C1F5C13}"/>
              </a:ext>
            </a:extLst>
          </p:cNvPr>
          <p:cNvSpPr txBox="1"/>
          <p:nvPr/>
        </p:nvSpPr>
        <p:spPr>
          <a:xfrm>
            <a:off x="92214" y="2752639"/>
            <a:ext cx="3735711" cy="830956"/>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dirty="0"/>
              <a:t>The lifecycle, phases, timeboxing, iteration, governance flow. Describes how work is structured.</a:t>
            </a:r>
            <a:endParaRPr lang="en-US" sz="1600" i="0" u="none" strike="noStrike" cap="none" dirty="0">
              <a:solidFill>
                <a:srgbClr val="3F3F3F"/>
              </a:solidFill>
              <a:latin typeface="Lato"/>
              <a:ea typeface="Lato"/>
              <a:cs typeface="Lato"/>
              <a:sym typeface="Lato"/>
            </a:endParaRPr>
          </a:p>
        </p:txBody>
      </p:sp>
      <p:sp>
        <p:nvSpPr>
          <p:cNvPr id="6" name="Google Shape;481;g37637ed14d2_0_0">
            <a:extLst>
              <a:ext uri="{FF2B5EF4-FFF2-40B4-BE49-F238E27FC236}">
                <a16:creationId xmlns:a16="http://schemas.microsoft.com/office/drawing/2014/main" id="{C6FE22B8-57D1-EA27-9D44-0D45899BFB59}"/>
              </a:ext>
            </a:extLst>
          </p:cNvPr>
          <p:cNvSpPr txBox="1"/>
          <p:nvPr/>
        </p:nvSpPr>
        <p:spPr>
          <a:xfrm>
            <a:off x="92214" y="3840920"/>
            <a:ext cx="3735712" cy="1077178"/>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dirty="0"/>
              <a:t>Roles, responsibilities, team interactions, empowered decision-making. Captures who does what, and how people collaborate.</a:t>
            </a:r>
            <a:endParaRPr lang="en-US" sz="1600" i="0" u="none" strike="noStrike" cap="none" dirty="0">
              <a:solidFill>
                <a:srgbClr val="3F3F3F"/>
              </a:solidFill>
              <a:latin typeface="Lato"/>
              <a:ea typeface="Lato"/>
              <a:cs typeface="Lato"/>
              <a:sym typeface="Lato"/>
            </a:endParaRPr>
          </a:p>
        </p:txBody>
      </p:sp>
      <p:sp>
        <p:nvSpPr>
          <p:cNvPr id="7" name="Google Shape;481;g37637ed14d2_0_0">
            <a:extLst>
              <a:ext uri="{FF2B5EF4-FFF2-40B4-BE49-F238E27FC236}">
                <a16:creationId xmlns:a16="http://schemas.microsoft.com/office/drawing/2014/main" id="{0879EA7E-D9A7-0AE3-70B9-4E2603DF2E76}"/>
              </a:ext>
            </a:extLst>
          </p:cNvPr>
          <p:cNvSpPr txBox="1"/>
          <p:nvPr/>
        </p:nvSpPr>
        <p:spPr>
          <a:xfrm>
            <a:off x="8126885" y="2844265"/>
            <a:ext cx="4065115" cy="1077178"/>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dirty="0"/>
              <a:t>The deliverables, artefacts, outputs (business, solution, governance) required. Defines what is produced and tracked.</a:t>
            </a:r>
            <a:endParaRPr lang="en-US" sz="1600" i="0" u="none" strike="noStrike" cap="none" dirty="0">
              <a:solidFill>
                <a:srgbClr val="3F3F3F"/>
              </a:solidFill>
              <a:latin typeface="Lato"/>
              <a:ea typeface="Lato"/>
              <a:cs typeface="Lato"/>
              <a:sym typeface="Lato"/>
            </a:endParaRPr>
          </a:p>
        </p:txBody>
      </p:sp>
      <p:sp>
        <p:nvSpPr>
          <p:cNvPr id="11" name="Google Shape;481;g37637ed14d2_0_0">
            <a:extLst>
              <a:ext uri="{FF2B5EF4-FFF2-40B4-BE49-F238E27FC236}">
                <a16:creationId xmlns:a16="http://schemas.microsoft.com/office/drawing/2014/main" id="{D7B964BD-6B96-1A99-A066-6804ED9E235D}"/>
              </a:ext>
            </a:extLst>
          </p:cNvPr>
          <p:cNvSpPr txBox="1"/>
          <p:nvPr/>
        </p:nvSpPr>
        <p:spPr>
          <a:xfrm>
            <a:off x="8126884" y="4260721"/>
            <a:ext cx="4065115" cy="1077178"/>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dirty="0"/>
              <a:t>Recommended techniques, methods, workshops, modelling, testing, etc. These are tools &amp; approaches to support execution.</a:t>
            </a:r>
            <a:endParaRPr lang="en-US" sz="1600" i="0" u="none" strike="noStrike" cap="none" dirty="0">
              <a:solidFill>
                <a:srgbClr val="3F3F3F"/>
              </a:solidFill>
              <a:latin typeface="Lato"/>
              <a:ea typeface="Lato"/>
              <a:cs typeface="Lato"/>
              <a:sym typeface="Lato"/>
            </a:endParaRPr>
          </a:p>
        </p:txBody>
      </p:sp>
      <p:sp>
        <p:nvSpPr>
          <p:cNvPr id="12" name="Google Shape;481;g37637ed14d2_0_0">
            <a:extLst>
              <a:ext uri="{FF2B5EF4-FFF2-40B4-BE49-F238E27FC236}">
                <a16:creationId xmlns:a16="http://schemas.microsoft.com/office/drawing/2014/main" id="{A88BB969-D708-20D8-B942-0B69AEF301DD}"/>
              </a:ext>
            </a:extLst>
          </p:cNvPr>
          <p:cNvSpPr txBox="1"/>
          <p:nvPr/>
        </p:nvSpPr>
        <p:spPr>
          <a:xfrm>
            <a:off x="3827925" y="5183975"/>
            <a:ext cx="4284690" cy="1323399"/>
          </a:xfrm>
          <a:prstGeom prst="rect">
            <a:avLst/>
          </a:prstGeom>
          <a:noFill/>
          <a:ln>
            <a:noFill/>
          </a:ln>
        </p:spPr>
        <p:txBody>
          <a:bodyPr spcFirstLastPara="1" wrap="square" lIns="91425" tIns="45700" rIns="91425" bIns="45700" anchor="t" anchorCtr="0">
            <a:spAutoFit/>
          </a:bodyPr>
          <a:lstStyle/>
          <a:p>
            <a:pPr marL="342900" lvl="0" indent="-342900">
              <a:buClr>
                <a:srgbClr val="3F3F3F"/>
              </a:buClr>
              <a:buSzPts val="2200"/>
              <a:buFont typeface="Lato"/>
              <a:buChar char="•"/>
            </a:pPr>
            <a:r>
              <a:rPr lang="en-US" sz="1600" b="1" dirty="0"/>
              <a:t>Common sense</a:t>
            </a:r>
            <a:r>
              <a:rPr lang="en-US" sz="1600" dirty="0"/>
              <a:t>: using sound practical judgment, independent of over-theory.</a:t>
            </a:r>
          </a:p>
          <a:p>
            <a:pPr marL="342900" lvl="0" indent="-342900">
              <a:buClr>
                <a:srgbClr val="3F3F3F"/>
              </a:buClr>
              <a:buSzPts val="2200"/>
              <a:buFont typeface="Lato"/>
              <a:buChar char="•"/>
            </a:pPr>
            <a:r>
              <a:rPr lang="en-US" sz="1600" b="1" dirty="0"/>
              <a:t>Pragmatism</a:t>
            </a:r>
            <a:r>
              <a:rPr lang="en-US" sz="1600" dirty="0"/>
              <a:t>: making decisions based on immediate practical consequences rather than rigid theory or dogma.</a:t>
            </a:r>
            <a:endParaRPr lang="en-US" sz="1600" i="0" u="none" strike="noStrike" cap="none" dirty="0">
              <a:solidFill>
                <a:srgbClr val="3F3F3F"/>
              </a:solidFill>
              <a:latin typeface="Lato"/>
              <a:ea typeface="Lato"/>
              <a:cs typeface="Lato"/>
              <a:sym typeface="Lato"/>
            </a:endParaRPr>
          </a:p>
        </p:txBody>
      </p:sp>
      <p:cxnSp>
        <p:nvCxnSpPr>
          <p:cNvPr id="15" name="Connector: Elbow 14">
            <a:extLst>
              <a:ext uri="{FF2B5EF4-FFF2-40B4-BE49-F238E27FC236}">
                <a16:creationId xmlns:a16="http://schemas.microsoft.com/office/drawing/2014/main" id="{A9156150-0E18-300E-6C12-11D5077C1710}"/>
              </a:ext>
            </a:extLst>
          </p:cNvPr>
          <p:cNvCxnSpPr>
            <a:endCxn id="5" idx="0"/>
          </p:cNvCxnSpPr>
          <p:nvPr/>
        </p:nvCxnSpPr>
        <p:spPr>
          <a:xfrm flipV="1">
            <a:off x="7687340" y="1920252"/>
            <a:ext cx="2457833" cy="584735"/>
          </a:xfrm>
          <a:prstGeom prst="bentConnector4">
            <a:avLst>
              <a:gd name="adj1" fmla="val 1297"/>
              <a:gd name="adj2" fmla="val 139095"/>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A65632C0-E4B9-E6FE-741F-815676BC2BD9}"/>
              </a:ext>
            </a:extLst>
          </p:cNvPr>
          <p:cNvCxnSpPr>
            <a:cxnSpLocks/>
            <a:endCxn id="7" idx="0"/>
          </p:cNvCxnSpPr>
          <p:nvPr/>
        </p:nvCxnSpPr>
        <p:spPr>
          <a:xfrm flipV="1">
            <a:off x="6458423" y="2844265"/>
            <a:ext cx="3701020" cy="292367"/>
          </a:xfrm>
          <a:prstGeom prst="bentConnector4">
            <a:avLst>
              <a:gd name="adj1" fmla="val 22541"/>
              <a:gd name="adj2" fmla="val 178189"/>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8A60CDEC-87F9-6071-2A6A-AFB65637013E}"/>
              </a:ext>
            </a:extLst>
          </p:cNvPr>
          <p:cNvCxnSpPr>
            <a:cxnSpLocks/>
            <a:endCxn id="11" idx="0"/>
          </p:cNvCxnSpPr>
          <p:nvPr/>
        </p:nvCxnSpPr>
        <p:spPr>
          <a:xfrm flipV="1">
            <a:off x="7512780" y="4260721"/>
            <a:ext cx="2646662" cy="56806"/>
          </a:xfrm>
          <a:prstGeom prst="bentConnector4">
            <a:avLst>
              <a:gd name="adj1" fmla="val 11601"/>
              <a:gd name="adj2" fmla="val 502422"/>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ACD506C-87D7-9F0C-D746-20FF609AE2C0}"/>
              </a:ext>
            </a:extLst>
          </p:cNvPr>
          <p:cNvCxnSpPr>
            <a:cxnSpLocks/>
            <a:endCxn id="12" idx="1"/>
          </p:cNvCxnSpPr>
          <p:nvPr/>
        </p:nvCxnSpPr>
        <p:spPr>
          <a:xfrm rot="5400000">
            <a:off x="3408892" y="5111943"/>
            <a:ext cx="1152766" cy="314699"/>
          </a:xfrm>
          <a:prstGeom prst="bentConnector4">
            <a:avLst>
              <a:gd name="adj1" fmla="val 21299"/>
              <a:gd name="adj2" fmla="val 172641"/>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8A98C249-9308-828D-8581-98F36C331FB3}"/>
              </a:ext>
            </a:extLst>
          </p:cNvPr>
          <p:cNvCxnSpPr>
            <a:cxnSpLocks/>
          </p:cNvCxnSpPr>
          <p:nvPr/>
        </p:nvCxnSpPr>
        <p:spPr>
          <a:xfrm rot="10800000" flipV="1">
            <a:off x="3683326" y="4241937"/>
            <a:ext cx="1777640" cy="137571"/>
          </a:xfrm>
          <a:prstGeom prst="bentConnector3">
            <a:avLst>
              <a:gd name="adj1" fmla="val 50000"/>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D1748DEF-9C55-5B30-0562-C6AB32836E98}"/>
              </a:ext>
            </a:extLst>
          </p:cNvPr>
          <p:cNvCxnSpPr>
            <a:cxnSpLocks/>
            <a:endCxn id="3" idx="0"/>
          </p:cNvCxnSpPr>
          <p:nvPr/>
        </p:nvCxnSpPr>
        <p:spPr>
          <a:xfrm rot="10800000">
            <a:off x="1960071" y="2752640"/>
            <a:ext cx="2451527" cy="346693"/>
          </a:xfrm>
          <a:prstGeom prst="bentConnector4">
            <a:avLst>
              <a:gd name="adj1" fmla="val 11904"/>
              <a:gd name="adj2" fmla="val 165937"/>
            </a:avLst>
          </a:prstGeom>
          <a:ln w="19050">
            <a:solidFill>
              <a:srgbClr val="FF0000"/>
            </a:solidFill>
            <a:prstDash val="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9483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37b2d62e5a2_2_156"/>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dirty="0"/>
              <a:t>The People in DSDM</a:t>
            </a:r>
          </a:p>
        </p:txBody>
      </p:sp>
      <p:sp>
        <p:nvSpPr>
          <p:cNvPr id="487" name="Google Shape;487;g37b2d62e5a2_2_156"/>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6</a:t>
            </a:fld>
            <a:endParaRPr lang="en-MY"/>
          </a:p>
        </p:txBody>
      </p:sp>
      <p:sp>
        <p:nvSpPr>
          <p:cNvPr id="5" name="Google Shape;481;g37637ed14d2_0_0">
            <a:extLst>
              <a:ext uri="{FF2B5EF4-FFF2-40B4-BE49-F238E27FC236}">
                <a16:creationId xmlns:a16="http://schemas.microsoft.com/office/drawing/2014/main" id="{725E63AE-9F3A-2AAD-AD4E-DA194FE8DCB2}"/>
              </a:ext>
            </a:extLst>
          </p:cNvPr>
          <p:cNvSpPr txBox="1"/>
          <p:nvPr/>
        </p:nvSpPr>
        <p:spPr>
          <a:xfrm>
            <a:off x="304867" y="1690082"/>
            <a:ext cx="7637654" cy="4524275"/>
          </a:xfrm>
          <a:prstGeom prst="rect">
            <a:avLst/>
          </a:prstGeom>
          <a:noFill/>
          <a:ln>
            <a:noFill/>
          </a:ln>
        </p:spPr>
        <p:txBody>
          <a:bodyPr spcFirstLastPara="1" wrap="square" lIns="91425" tIns="45700" rIns="91425" bIns="45700" anchor="t" anchorCtr="0">
            <a:spAutoFit/>
          </a:bodyPr>
          <a:lstStyle/>
          <a:p>
            <a:pPr marL="342900" marR="0" lvl="0" indent="-342900" rtl="0">
              <a:spcBef>
                <a:spcPts val="0"/>
              </a:spcBef>
              <a:spcAft>
                <a:spcPts val="0"/>
              </a:spcAft>
              <a:buClr>
                <a:srgbClr val="3F3F3F"/>
              </a:buClr>
              <a:buSzPts val="2200"/>
              <a:buFont typeface="Lato"/>
              <a:buChar char="•"/>
            </a:pPr>
            <a:r>
              <a:rPr lang="en-US" sz="1800" b="1" i="0" u="none" strike="noStrike" cap="none" dirty="0" err="1">
                <a:solidFill>
                  <a:srgbClr val="3F3F3F"/>
                </a:solidFill>
                <a:latin typeface="Lato"/>
                <a:ea typeface="Lato"/>
                <a:cs typeface="Lato"/>
                <a:sym typeface="Lato"/>
              </a:rPr>
              <a:t>Colour</a:t>
            </a:r>
            <a:r>
              <a:rPr lang="en-US" sz="1800" b="1" i="0" u="none" strike="noStrike" cap="none" dirty="0">
                <a:solidFill>
                  <a:srgbClr val="3F3F3F"/>
                </a:solidFill>
                <a:latin typeface="Lato"/>
                <a:ea typeface="Lato"/>
                <a:cs typeface="Lato"/>
                <a:sym typeface="Lato"/>
              </a:rPr>
              <a:t> Scheme (Roles of Interest): </a:t>
            </a:r>
            <a:r>
              <a:rPr lang="en-US" sz="1800" b="1" i="0" u="none" strike="noStrike" cap="none" dirty="0">
                <a:solidFill>
                  <a:srgbClr val="FFC000"/>
                </a:solidFill>
                <a:latin typeface="Lato"/>
                <a:ea typeface="Lato"/>
                <a:cs typeface="Lato"/>
                <a:sym typeface="Lato"/>
              </a:rPr>
              <a:t>Orange</a:t>
            </a:r>
            <a:r>
              <a:rPr lang="en-US" sz="1800" i="0" u="none" strike="noStrike" cap="none" dirty="0">
                <a:solidFill>
                  <a:srgbClr val="3F3F3F"/>
                </a:solidFill>
                <a:latin typeface="Lato"/>
                <a:ea typeface="Lato"/>
                <a:cs typeface="Lato"/>
                <a:sym typeface="Lato"/>
              </a:rPr>
              <a:t> = Business view, </a:t>
            </a:r>
            <a:r>
              <a:rPr lang="en-US" sz="1800" b="1" i="0" u="none" strike="noStrike" cap="none" dirty="0">
                <a:solidFill>
                  <a:srgbClr val="00B050"/>
                </a:solidFill>
                <a:latin typeface="Lato"/>
                <a:ea typeface="Lato"/>
                <a:cs typeface="Lato"/>
                <a:sym typeface="Lato"/>
              </a:rPr>
              <a:t>Green</a:t>
            </a:r>
            <a:r>
              <a:rPr lang="en-US" sz="1800" i="0" u="none" strike="noStrike" cap="none" dirty="0">
                <a:solidFill>
                  <a:srgbClr val="3F3F3F"/>
                </a:solidFill>
                <a:latin typeface="Lato"/>
                <a:ea typeface="Lato"/>
                <a:cs typeface="Lato"/>
                <a:sym typeface="Lato"/>
              </a:rPr>
              <a:t> = Solution/technical view, </a:t>
            </a:r>
            <a:r>
              <a:rPr lang="en-US" sz="1800" b="1" i="0" u="none" strike="noStrike" cap="none" dirty="0">
                <a:solidFill>
                  <a:srgbClr val="0070C0"/>
                </a:solidFill>
                <a:latin typeface="Lato"/>
                <a:ea typeface="Lato"/>
                <a:cs typeface="Lato"/>
                <a:sym typeface="Lato"/>
              </a:rPr>
              <a:t>Blue</a:t>
            </a:r>
            <a:r>
              <a:rPr lang="en-US" sz="1800" i="0" u="none" strike="noStrike" cap="none" dirty="0">
                <a:solidFill>
                  <a:srgbClr val="3F3F3F"/>
                </a:solidFill>
                <a:latin typeface="Lato"/>
                <a:ea typeface="Lato"/>
                <a:cs typeface="Lato"/>
                <a:sym typeface="Lato"/>
              </a:rPr>
              <a:t> = Management/leadership view, </a:t>
            </a:r>
            <a:r>
              <a:rPr lang="en-US" sz="1800" b="1" i="0" u="none" strike="noStrike" cap="none" dirty="0">
                <a:solidFill>
                  <a:srgbClr val="3F3F3F"/>
                </a:solidFill>
                <a:latin typeface="Lato"/>
                <a:ea typeface="Lato"/>
                <a:cs typeface="Lato"/>
                <a:sym typeface="Lato"/>
              </a:rPr>
              <a:t>Grey</a:t>
            </a:r>
            <a:r>
              <a:rPr lang="en-US" sz="1800" i="0" u="none" strike="noStrike" cap="none" dirty="0">
                <a:solidFill>
                  <a:srgbClr val="3F3F3F"/>
                </a:solidFill>
                <a:latin typeface="Lato"/>
                <a:ea typeface="Lato"/>
                <a:cs typeface="Lato"/>
                <a:sym typeface="Lato"/>
              </a:rPr>
              <a:t> = Process view, Mixed = Covers multiple views.</a:t>
            </a:r>
          </a:p>
          <a:p>
            <a:pPr marL="342900" marR="0" lvl="0" indent="-342900" rtl="0">
              <a:spcBef>
                <a:spcPts val="0"/>
              </a:spcBef>
              <a:spcAft>
                <a:spcPts val="0"/>
              </a:spcAft>
              <a:buClr>
                <a:srgbClr val="3F3F3F"/>
              </a:buClr>
              <a:buSzPts val="2200"/>
              <a:buFont typeface="Lato"/>
              <a:buChar char="•"/>
            </a:pPr>
            <a:endParaRPr lang="en-US" sz="1800" i="0" u="none" strike="noStrike" cap="none" dirty="0">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Lato"/>
              <a:buChar char="•"/>
            </a:pPr>
            <a:r>
              <a:rPr lang="en-US" sz="1800" b="1" i="0" u="none" strike="noStrike" cap="none" dirty="0">
                <a:solidFill>
                  <a:srgbClr val="3F3F3F"/>
                </a:solidFill>
                <a:latin typeface="Lato"/>
                <a:ea typeface="Lato"/>
                <a:cs typeface="Lato"/>
                <a:sym typeface="Lato"/>
              </a:rPr>
              <a:t>Role Categories: </a:t>
            </a:r>
          </a:p>
          <a:p>
            <a:pPr marL="342900" lvl="2" indent="-342900">
              <a:buClr>
                <a:srgbClr val="3F3F3F"/>
              </a:buClr>
              <a:buSzPts val="2200"/>
              <a:buFont typeface="Wingdings" panose="05000000000000000000" pitchFamily="2" charset="2"/>
              <a:buChar char="§"/>
            </a:pPr>
            <a:r>
              <a:rPr lang="en-US" sz="1600" b="1" i="0" u="none" strike="noStrike" cap="none" dirty="0">
                <a:solidFill>
                  <a:srgbClr val="3F3F3F"/>
                </a:solidFill>
                <a:latin typeface="Lato"/>
                <a:ea typeface="Lato"/>
                <a:cs typeface="Lato"/>
                <a:sym typeface="Lato"/>
              </a:rPr>
              <a:t>Project-level roles</a:t>
            </a:r>
            <a:r>
              <a:rPr lang="en-US" sz="1600" i="0" u="none" strike="noStrike" cap="none" dirty="0">
                <a:solidFill>
                  <a:srgbClr val="3F3F3F"/>
                </a:solidFill>
                <a:latin typeface="Lato"/>
                <a:ea typeface="Lato"/>
                <a:cs typeface="Lato"/>
                <a:sym typeface="Lato"/>
              </a:rPr>
              <a:t>: Business Sponsor, Business Visionary, Technical Coordinator, Project Manager, Business Analyst → direct, manage, and govern the project. </a:t>
            </a:r>
          </a:p>
          <a:p>
            <a:pPr marL="342900" lvl="2" indent="-342900">
              <a:buClr>
                <a:srgbClr val="3F3F3F"/>
              </a:buClr>
              <a:buSzPts val="2200"/>
              <a:buFont typeface="Wingdings" panose="05000000000000000000" pitchFamily="2" charset="2"/>
              <a:buChar char="§"/>
            </a:pPr>
            <a:r>
              <a:rPr lang="en-US" sz="1600" b="1" i="0" u="none" strike="noStrike" cap="none" dirty="0">
                <a:solidFill>
                  <a:srgbClr val="3F3F3F"/>
                </a:solidFill>
                <a:latin typeface="Lato"/>
                <a:ea typeface="Lato"/>
                <a:cs typeface="Lato"/>
                <a:sym typeface="Lato"/>
              </a:rPr>
              <a:t>Solution Development Team roles</a:t>
            </a:r>
            <a:r>
              <a:rPr lang="en-US" sz="1600" i="0" u="none" strike="noStrike" cap="none" dirty="0">
                <a:solidFill>
                  <a:srgbClr val="3F3F3F"/>
                </a:solidFill>
                <a:latin typeface="Lato"/>
                <a:ea typeface="Lato"/>
                <a:cs typeface="Lato"/>
                <a:sym typeface="Lato"/>
              </a:rPr>
              <a:t>: Business Ambassador, Solution Developer, Solution Tester, Business Analyst, Team Leader → engine room of the project, shaping and building the solution.</a:t>
            </a:r>
          </a:p>
          <a:p>
            <a:pPr marL="342900" lvl="2" indent="-342900">
              <a:buClr>
                <a:srgbClr val="3F3F3F"/>
              </a:buClr>
              <a:buSzPts val="2200"/>
              <a:buFont typeface="Wingdings" panose="05000000000000000000" pitchFamily="2" charset="2"/>
              <a:buChar char="§"/>
            </a:pPr>
            <a:r>
              <a:rPr lang="en-US" sz="1600" b="1" i="0" u="none" strike="noStrike" cap="none" dirty="0">
                <a:solidFill>
                  <a:srgbClr val="3F3F3F"/>
                </a:solidFill>
                <a:latin typeface="Lato"/>
                <a:ea typeface="Lato"/>
                <a:cs typeface="Lato"/>
                <a:sym typeface="Lato"/>
              </a:rPr>
              <a:t>Supporting roles</a:t>
            </a:r>
            <a:r>
              <a:rPr lang="en-US" sz="1600" i="0" u="none" strike="noStrike" cap="none" dirty="0">
                <a:solidFill>
                  <a:srgbClr val="3F3F3F"/>
                </a:solidFill>
                <a:latin typeface="Lato"/>
                <a:ea typeface="Lato"/>
                <a:cs typeface="Lato"/>
                <a:sym typeface="Lato"/>
              </a:rPr>
              <a:t>: Business Advisors, Technical Advisors, Workshop Facilitator, DSDM Coach → provide guidance, expertise, and support as needed.</a:t>
            </a:r>
          </a:p>
          <a:p>
            <a:pPr marL="342900" lvl="2" indent="-342900">
              <a:buClr>
                <a:srgbClr val="3F3F3F"/>
              </a:buClr>
              <a:buSzPts val="2200"/>
              <a:buFont typeface="Wingdings" panose="05000000000000000000" pitchFamily="2" charset="2"/>
              <a:buChar char="§"/>
            </a:pPr>
            <a:endParaRPr lang="en-US" sz="1600" i="0" u="none" strike="noStrike" cap="none" dirty="0">
              <a:solidFill>
                <a:srgbClr val="3F3F3F"/>
              </a:solidFill>
              <a:latin typeface="Lato"/>
              <a:ea typeface="Lato"/>
              <a:cs typeface="Lato"/>
              <a:sym typeface="Lato"/>
            </a:endParaRPr>
          </a:p>
          <a:p>
            <a:pPr marL="342900" marR="0" lvl="0" indent="-342900" algn="l" rtl="0">
              <a:spcBef>
                <a:spcPts val="0"/>
              </a:spcBef>
              <a:spcAft>
                <a:spcPts val="0"/>
              </a:spcAft>
              <a:buClr>
                <a:srgbClr val="3F3F3F"/>
              </a:buClr>
              <a:buSzPts val="2200"/>
              <a:buFont typeface="Lato"/>
              <a:buChar char="•"/>
            </a:pPr>
            <a:r>
              <a:rPr lang="en-US" sz="1800" b="1" i="0" u="none" strike="noStrike" cap="none" dirty="0">
                <a:solidFill>
                  <a:srgbClr val="3F3F3F"/>
                </a:solidFill>
                <a:latin typeface="Lato"/>
                <a:ea typeface="Lato"/>
                <a:cs typeface="Lato"/>
                <a:sym typeface="Lato"/>
              </a:rPr>
              <a:t>Role Flexibility: </a:t>
            </a:r>
            <a:r>
              <a:rPr lang="en-US" sz="1800" i="0" u="none" strike="noStrike" cap="none" dirty="0">
                <a:solidFill>
                  <a:srgbClr val="3F3F3F"/>
                </a:solidFill>
                <a:latin typeface="Lato"/>
                <a:ea typeface="Lato"/>
                <a:cs typeface="Lato"/>
                <a:sym typeface="Lato"/>
              </a:rPr>
              <a:t>One person can hold multiple roles, or a role may be shared by several people, provided communication and collaboration remain effective.</a:t>
            </a:r>
          </a:p>
        </p:txBody>
      </p:sp>
      <p:pic>
        <p:nvPicPr>
          <p:cNvPr id="9" name="Picture 8">
            <a:extLst>
              <a:ext uri="{FF2B5EF4-FFF2-40B4-BE49-F238E27FC236}">
                <a16:creationId xmlns:a16="http://schemas.microsoft.com/office/drawing/2014/main" id="{694D3A20-AFE5-A6C5-DA82-67638C580316}"/>
              </a:ext>
            </a:extLst>
          </p:cNvPr>
          <p:cNvPicPr>
            <a:picLocks noChangeAspect="1"/>
          </p:cNvPicPr>
          <p:nvPr/>
        </p:nvPicPr>
        <p:blipFill>
          <a:blip r:embed="rId3">
            <a:alphaModFix amt="70000"/>
          </a:blip>
          <a:stretch>
            <a:fillRect/>
          </a:stretch>
        </p:blipFill>
        <p:spPr>
          <a:xfrm>
            <a:off x="8125780" y="1690082"/>
            <a:ext cx="3966967" cy="43917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ED3A5EAE-8A2B-D493-16E4-8DF243B6D48B}"/>
            </a:ext>
          </a:extLst>
        </p:cNvPr>
        <p:cNvGrpSpPr/>
        <p:nvPr/>
      </p:nvGrpSpPr>
      <p:grpSpPr>
        <a:xfrm>
          <a:off x="0" y="0"/>
          <a:ext cx="0" cy="0"/>
          <a:chOff x="0" y="0"/>
          <a:chExt cx="0" cy="0"/>
        </a:xfrm>
      </p:grpSpPr>
      <p:sp>
        <p:nvSpPr>
          <p:cNvPr id="486" name="Google Shape;486;g37b2d62e5a2_2_156">
            <a:extLst>
              <a:ext uri="{FF2B5EF4-FFF2-40B4-BE49-F238E27FC236}">
                <a16:creationId xmlns:a16="http://schemas.microsoft.com/office/drawing/2014/main" id="{5E7901F6-693A-62C6-BA61-1C844D4C254E}"/>
              </a:ext>
            </a:extLst>
          </p:cNvPr>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dirty="0"/>
              <a:t>DSDM and Scrum</a:t>
            </a:r>
          </a:p>
        </p:txBody>
      </p:sp>
      <p:sp>
        <p:nvSpPr>
          <p:cNvPr id="487" name="Google Shape;487;g37b2d62e5a2_2_156">
            <a:extLst>
              <a:ext uri="{FF2B5EF4-FFF2-40B4-BE49-F238E27FC236}">
                <a16:creationId xmlns:a16="http://schemas.microsoft.com/office/drawing/2014/main" id="{D46C6147-B06D-9F87-7FB8-AFE6835EADD0}"/>
              </a:ext>
            </a:extLst>
          </p:cNvPr>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7</a:t>
            </a:fld>
            <a:endParaRPr lang="en-MY"/>
          </a:p>
        </p:txBody>
      </p:sp>
      <p:graphicFrame>
        <p:nvGraphicFramePr>
          <p:cNvPr id="4" name="Table 3">
            <a:extLst>
              <a:ext uri="{FF2B5EF4-FFF2-40B4-BE49-F238E27FC236}">
                <a16:creationId xmlns:a16="http://schemas.microsoft.com/office/drawing/2014/main" id="{045A3D6C-3F13-92FC-A58E-21D007BE658D}"/>
              </a:ext>
            </a:extLst>
          </p:cNvPr>
          <p:cNvGraphicFramePr>
            <a:graphicFrameLocks noGrp="1"/>
          </p:cNvGraphicFramePr>
          <p:nvPr>
            <p:extLst>
              <p:ext uri="{D42A27DB-BD31-4B8C-83A1-F6EECF244321}">
                <p14:modId xmlns:p14="http://schemas.microsoft.com/office/powerpoint/2010/main" val="3632473372"/>
              </p:ext>
            </p:extLst>
          </p:nvPr>
        </p:nvGraphicFramePr>
        <p:xfrm>
          <a:off x="359143" y="1545924"/>
          <a:ext cx="11622569" cy="4866640"/>
        </p:xfrm>
        <a:graphic>
          <a:graphicData uri="http://schemas.openxmlformats.org/drawingml/2006/table">
            <a:tbl>
              <a:tblPr firstRow="1" bandRow="1">
                <a:tableStyleId>{5940675A-B579-460E-94D1-54222C63F5DA}</a:tableStyleId>
              </a:tblPr>
              <a:tblGrid>
                <a:gridCol w="2157562">
                  <a:extLst>
                    <a:ext uri="{9D8B030D-6E8A-4147-A177-3AD203B41FA5}">
                      <a16:colId xmlns:a16="http://schemas.microsoft.com/office/drawing/2014/main" val="819745253"/>
                    </a:ext>
                  </a:extLst>
                </a:gridCol>
                <a:gridCol w="4747292">
                  <a:extLst>
                    <a:ext uri="{9D8B030D-6E8A-4147-A177-3AD203B41FA5}">
                      <a16:colId xmlns:a16="http://schemas.microsoft.com/office/drawing/2014/main" val="4273543235"/>
                    </a:ext>
                  </a:extLst>
                </a:gridCol>
                <a:gridCol w="4717715">
                  <a:extLst>
                    <a:ext uri="{9D8B030D-6E8A-4147-A177-3AD203B41FA5}">
                      <a16:colId xmlns:a16="http://schemas.microsoft.com/office/drawing/2014/main" val="776986021"/>
                    </a:ext>
                  </a:extLst>
                </a:gridCol>
              </a:tblGrid>
              <a:tr h="370840">
                <a:tc>
                  <a:txBody>
                    <a:bodyPr/>
                    <a:lstStyle/>
                    <a:p>
                      <a:r>
                        <a:rPr lang="en-MY" sz="1400" b="1" dirty="0"/>
                        <a:t>Aspect</a:t>
                      </a:r>
                    </a:p>
                  </a:txBody>
                  <a:tcPr>
                    <a:solidFill>
                      <a:schemeClr val="bg1">
                        <a:lumMod val="85000"/>
                      </a:schemeClr>
                    </a:solidFill>
                  </a:tcPr>
                </a:tc>
                <a:tc>
                  <a:txBody>
                    <a:bodyPr/>
                    <a:lstStyle/>
                    <a:p>
                      <a:pPr algn="ctr"/>
                      <a:r>
                        <a:rPr lang="en-MY" sz="1400" b="1" dirty="0"/>
                        <a:t>DSDM</a:t>
                      </a:r>
                    </a:p>
                  </a:txBody>
                  <a:tcPr>
                    <a:solidFill>
                      <a:schemeClr val="bg1">
                        <a:lumMod val="85000"/>
                      </a:schemeClr>
                    </a:solidFill>
                  </a:tcPr>
                </a:tc>
                <a:tc>
                  <a:txBody>
                    <a:bodyPr/>
                    <a:lstStyle/>
                    <a:p>
                      <a:pPr algn="ctr"/>
                      <a:r>
                        <a:rPr lang="en-MY" sz="1400" b="1" dirty="0"/>
                        <a:t>Scrum</a:t>
                      </a:r>
                    </a:p>
                  </a:txBody>
                  <a:tcPr>
                    <a:solidFill>
                      <a:schemeClr val="bg1">
                        <a:lumMod val="85000"/>
                      </a:schemeClr>
                    </a:solidFill>
                  </a:tcPr>
                </a:tc>
                <a:extLst>
                  <a:ext uri="{0D108BD9-81ED-4DB2-BD59-A6C34878D82A}">
                    <a16:rowId xmlns:a16="http://schemas.microsoft.com/office/drawing/2014/main" val="3975480377"/>
                  </a:ext>
                </a:extLst>
              </a:tr>
              <a:tr h="370840">
                <a:tc>
                  <a:txBody>
                    <a:bodyPr/>
                    <a:lstStyle/>
                    <a:p>
                      <a:r>
                        <a:rPr lang="en-MY" sz="1300" b="1" dirty="0"/>
                        <a:t>Scope / Lifecycle Coverage</a:t>
                      </a:r>
                    </a:p>
                  </a:txBody>
                  <a:tcPr/>
                </a:tc>
                <a:tc>
                  <a:txBody>
                    <a:bodyPr/>
                    <a:lstStyle/>
                    <a:p>
                      <a:r>
                        <a:rPr lang="en-US" sz="1300" dirty="0"/>
                        <a:t>Covers the entire project lifecycle: pre-project, feasibility, foundations, evolutionary development, deployment, post-project.</a:t>
                      </a:r>
                      <a:endParaRPr lang="en-MY" sz="1300" dirty="0"/>
                    </a:p>
                  </a:txBody>
                  <a:tcPr/>
                </a:tc>
                <a:tc>
                  <a:txBody>
                    <a:bodyPr/>
                    <a:lstStyle/>
                    <a:p>
                      <a:r>
                        <a:rPr lang="en-US" sz="1300" dirty="0"/>
                        <a:t>Primarily focused on the development lifecycle (product backlog → sprints → increments). Governance / project initiation phases are less prescribed.</a:t>
                      </a:r>
                      <a:endParaRPr lang="en-MY" sz="1300" dirty="0"/>
                    </a:p>
                  </a:txBody>
                  <a:tcPr/>
                </a:tc>
                <a:extLst>
                  <a:ext uri="{0D108BD9-81ED-4DB2-BD59-A6C34878D82A}">
                    <a16:rowId xmlns:a16="http://schemas.microsoft.com/office/drawing/2014/main" val="4144715037"/>
                  </a:ext>
                </a:extLst>
              </a:tr>
              <a:tr h="370840">
                <a:tc>
                  <a:txBody>
                    <a:bodyPr/>
                    <a:lstStyle/>
                    <a:p>
                      <a:r>
                        <a:rPr lang="en-MY" sz="1300" b="1" dirty="0"/>
                        <a:t>Governance &amp; Structure</a:t>
                      </a:r>
                    </a:p>
                  </a:txBody>
                  <a:tcPr/>
                </a:tc>
                <a:tc>
                  <a:txBody>
                    <a:bodyPr/>
                    <a:lstStyle/>
                    <a:p>
                      <a:r>
                        <a:rPr lang="en-US" sz="1300" dirty="0"/>
                        <a:t>More structured governance, roles, disciplines, and artefacts. Designed to balance agility with control.</a:t>
                      </a:r>
                      <a:endParaRPr lang="en-MY" sz="1300" dirty="0"/>
                    </a:p>
                  </a:txBody>
                  <a:tcPr/>
                </a:tc>
                <a:tc>
                  <a:txBody>
                    <a:bodyPr/>
                    <a:lstStyle/>
                    <a:p>
                      <a:r>
                        <a:rPr lang="en-US" sz="1300" dirty="0"/>
                        <a:t>Lightweight framework with minimal prescribed governance outside the core roles and events.</a:t>
                      </a:r>
                      <a:endParaRPr lang="en-MY" sz="1300" dirty="0"/>
                    </a:p>
                  </a:txBody>
                  <a:tcPr/>
                </a:tc>
                <a:extLst>
                  <a:ext uri="{0D108BD9-81ED-4DB2-BD59-A6C34878D82A}">
                    <a16:rowId xmlns:a16="http://schemas.microsoft.com/office/drawing/2014/main" val="8444359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MY" sz="1300" b="1" dirty="0"/>
                        <a:t>Fixed vs Variable Elements</a:t>
                      </a:r>
                    </a:p>
                  </a:txBody>
                  <a:tcPr/>
                </a:tc>
                <a:tc>
                  <a:txBody>
                    <a:bodyPr/>
                    <a:lstStyle/>
                    <a:p>
                      <a:r>
                        <a:rPr lang="en-US" sz="1300" dirty="0"/>
                        <a:t>Fixes time, cost, quality early on; scope is variable and managed via </a:t>
                      </a:r>
                      <a:r>
                        <a:rPr lang="en-US" sz="1300" dirty="0" err="1"/>
                        <a:t>MoSCoW</a:t>
                      </a:r>
                      <a:r>
                        <a:rPr lang="en-US" sz="1300" dirty="0"/>
                        <a:t> </a:t>
                      </a:r>
                      <a:r>
                        <a:rPr lang="en-US" sz="1300" dirty="0" err="1"/>
                        <a:t>prioritisation</a:t>
                      </a:r>
                      <a:r>
                        <a:rPr lang="en-US" sz="1300" dirty="0"/>
                        <a:t>.</a:t>
                      </a:r>
                      <a:endParaRPr lang="en-MY" sz="1300" dirty="0"/>
                    </a:p>
                  </a:txBody>
                  <a:tcPr/>
                </a:tc>
                <a:tc>
                  <a:txBody>
                    <a:bodyPr/>
                    <a:lstStyle/>
                    <a:p>
                      <a:r>
                        <a:rPr lang="en-US" sz="1300" dirty="0"/>
                        <a:t>Fixes scope (commitment) per sprint; time is fixed in each sprint, cost is implicit (team capacity).</a:t>
                      </a:r>
                      <a:endParaRPr lang="en-MY" sz="1300" dirty="0"/>
                    </a:p>
                  </a:txBody>
                  <a:tcPr/>
                </a:tc>
                <a:extLst>
                  <a:ext uri="{0D108BD9-81ED-4DB2-BD59-A6C34878D82A}">
                    <a16:rowId xmlns:a16="http://schemas.microsoft.com/office/drawing/2014/main" val="1820736012"/>
                  </a:ext>
                </a:extLst>
              </a:tr>
              <a:tr h="370840">
                <a:tc>
                  <a:txBody>
                    <a:bodyPr/>
                    <a:lstStyle/>
                    <a:p>
                      <a:r>
                        <a:rPr lang="en-MY" sz="1300" b="1" dirty="0"/>
                        <a:t>Requirements / Scope Management</a:t>
                      </a:r>
                    </a:p>
                  </a:txBody>
                  <a:tcPr/>
                </a:tc>
                <a:tc>
                  <a:txBody>
                    <a:bodyPr/>
                    <a:lstStyle/>
                    <a:p>
                      <a:r>
                        <a:rPr lang="en-US" sz="1300" dirty="0"/>
                        <a:t>Uses </a:t>
                      </a:r>
                      <a:r>
                        <a:rPr lang="en-US" sz="1300" dirty="0" err="1"/>
                        <a:t>MoSCoW</a:t>
                      </a:r>
                      <a:r>
                        <a:rPr lang="en-US" sz="1300" dirty="0"/>
                        <a:t> </a:t>
                      </a:r>
                      <a:r>
                        <a:rPr lang="en-US" sz="1300" dirty="0" err="1"/>
                        <a:t>prioritisation</a:t>
                      </a:r>
                      <a:r>
                        <a:rPr lang="en-US" sz="1300" dirty="0"/>
                        <a:t> to </a:t>
                      </a:r>
                      <a:r>
                        <a:rPr lang="en-US" sz="1300" dirty="0" err="1"/>
                        <a:t>categorise</a:t>
                      </a:r>
                      <a:r>
                        <a:rPr lang="en-US" sz="1300" dirty="0"/>
                        <a:t> requirements (Must, Should, Could, Won’t).</a:t>
                      </a:r>
                      <a:endParaRPr lang="en-MY" sz="1300" dirty="0"/>
                    </a:p>
                  </a:txBody>
                  <a:tcPr/>
                </a:tc>
                <a:tc>
                  <a:txBody>
                    <a:bodyPr/>
                    <a:lstStyle/>
                    <a:p>
                      <a:r>
                        <a:rPr lang="en-US" sz="1300" dirty="0"/>
                        <a:t>Uses product backlog ordering / </a:t>
                      </a:r>
                      <a:r>
                        <a:rPr lang="en-US" sz="1300" dirty="0" err="1"/>
                        <a:t>prioritisation</a:t>
                      </a:r>
                      <a:r>
                        <a:rPr lang="en-US" sz="1300" dirty="0"/>
                        <a:t>; changes may be made between sprints but generally backlog is fluid.</a:t>
                      </a:r>
                      <a:endParaRPr lang="en-MY" sz="1300" dirty="0"/>
                    </a:p>
                  </a:txBody>
                  <a:tcPr/>
                </a:tc>
                <a:extLst>
                  <a:ext uri="{0D108BD9-81ED-4DB2-BD59-A6C34878D82A}">
                    <a16:rowId xmlns:a16="http://schemas.microsoft.com/office/drawing/2014/main" val="3409280076"/>
                  </a:ext>
                </a:extLst>
              </a:tr>
              <a:tr h="370840">
                <a:tc>
                  <a:txBody>
                    <a:bodyPr/>
                    <a:lstStyle/>
                    <a:p>
                      <a:r>
                        <a:rPr lang="en-MY" sz="1300" b="1" dirty="0"/>
                        <a:t>Roles &amp; Role Variety</a:t>
                      </a:r>
                    </a:p>
                  </a:txBody>
                  <a:tcPr/>
                </a:tc>
                <a:tc>
                  <a:txBody>
                    <a:bodyPr/>
                    <a:lstStyle/>
                    <a:p>
                      <a:r>
                        <a:rPr lang="en-US" sz="1300" dirty="0"/>
                        <a:t>Many roles: Business Sponsor, Business Visionary, Technical Coordinator, Business Analyst, Solution Developer, etc. Rich role structure.</a:t>
                      </a:r>
                      <a:endParaRPr lang="en-MY" sz="1300" dirty="0"/>
                    </a:p>
                  </a:txBody>
                  <a:tcPr/>
                </a:tc>
                <a:tc>
                  <a:txBody>
                    <a:bodyPr/>
                    <a:lstStyle/>
                    <a:p>
                      <a:r>
                        <a:rPr lang="en-US" sz="1300" dirty="0"/>
                        <a:t>Fewer roles: Product Owner, Scrum Master, Development Team. More lean and focused.</a:t>
                      </a:r>
                      <a:endParaRPr lang="en-MY" sz="1300" dirty="0"/>
                    </a:p>
                  </a:txBody>
                  <a:tcPr/>
                </a:tc>
                <a:extLst>
                  <a:ext uri="{0D108BD9-81ED-4DB2-BD59-A6C34878D82A}">
                    <a16:rowId xmlns:a16="http://schemas.microsoft.com/office/drawing/2014/main" val="747957804"/>
                  </a:ext>
                </a:extLst>
              </a:tr>
              <a:tr h="370840">
                <a:tc>
                  <a:txBody>
                    <a:bodyPr/>
                    <a:lstStyle/>
                    <a:p>
                      <a:r>
                        <a:rPr lang="en-MY" sz="1300" b="1" dirty="0"/>
                        <a:t>Change Handling</a:t>
                      </a:r>
                    </a:p>
                  </a:txBody>
                  <a:tcPr/>
                </a:tc>
                <a:tc>
                  <a:txBody>
                    <a:bodyPr/>
                    <a:lstStyle/>
                    <a:p>
                      <a:r>
                        <a:rPr lang="en-US" sz="1300" dirty="0"/>
                        <a:t>Accepts change, but within boundaries; scope is trimmed if needed (using </a:t>
                      </a:r>
                      <a:r>
                        <a:rPr lang="en-US" sz="1300" dirty="0" err="1"/>
                        <a:t>MoSCoW</a:t>
                      </a:r>
                      <a:r>
                        <a:rPr lang="en-US" sz="1300" dirty="0"/>
                        <a:t>) to meet time and cost constraints.</a:t>
                      </a:r>
                      <a:endParaRPr lang="en-MY" sz="1300" dirty="0"/>
                    </a:p>
                  </a:txBody>
                  <a:tcPr/>
                </a:tc>
                <a:tc>
                  <a:txBody>
                    <a:bodyPr/>
                    <a:lstStyle/>
                    <a:p>
                      <a:r>
                        <a:rPr lang="en-US" sz="1300" dirty="0"/>
                        <a:t>Encourages change, backlog is adaptive; within a sprint, changes are limited to preserve focus.</a:t>
                      </a:r>
                      <a:endParaRPr lang="en-MY" sz="1300" dirty="0"/>
                    </a:p>
                  </a:txBody>
                  <a:tcPr/>
                </a:tc>
                <a:extLst>
                  <a:ext uri="{0D108BD9-81ED-4DB2-BD59-A6C34878D82A}">
                    <a16:rowId xmlns:a16="http://schemas.microsoft.com/office/drawing/2014/main" val="1723976305"/>
                  </a:ext>
                </a:extLst>
              </a:tr>
              <a:tr h="370840">
                <a:tc>
                  <a:txBody>
                    <a:bodyPr/>
                    <a:lstStyle/>
                    <a:p>
                      <a:r>
                        <a:rPr lang="en-MY" sz="1300" b="1" dirty="0"/>
                        <a:t>Best Use / Fit</a:t>
                      </a:r>
                    </a:p>
                  </a:txBody>
                  <a:tcPr/>
                </a:tc>
                <a:tc>
                  <a:txBody>
                    <a:bodyPr/>
                    <a:lstStyle/>
                    <a:p>
                      <a:r>
                        <a:rPr lang="en-US" sz="1300" dirty="0"/>
                        <a:t>Larger projects needing agility plus governance — especially where project initiation, accountability, stakeholder roles, and full lifecycle governance are needed.</a:t>
                      </a:r>
                      <a:endParaRPr lang="en-MY" sz="1300" dirty="0"/>
                    </a:p>
                  </a:txBody>
                  <a:tcPr/>
                </a:tc>
                <a:tc>
                  <a:txBody>
                    <a:bodyPr/>
                    <a:lstStyle/>
                    <a:p>
                      <a:r>
                        <a:rPr lang="en-US" sz="1300" dirty="0"/>
                        <a:t>Product development teams wanting agility, fast feedback, minimal overhead, and frequent delivery in iterative cycles.</a:t>
                      </a:r>
                      <a:endParaRPr lang="en-MY" sz="1300" dirty="0"/>
                    </a:p>
                  </a:txBody>
                  <a:tcPr/>
                </a:tc>
                <a:extLst>
                  <a:ext uri="{0D108BD9-81ED-4DB2-BD59-A6C34878D82A}">
                    <a16:rowId xmlns:a16="http://schemas.microsoft.com/office/drawing/2014/main" val="2619564509"/>
                  </a:ext>
                </a:extLst>
              </a:tr>
              <a:tr h="370840">
                <a:tc>
                  <a:txBody>
                    <a:bodyPr/>
                    <a:lstStyle/>
                    <a:p>
                      <a:r>
                        <a:rPr lang="en-MY" sz="1300" b="1" dirty="0"/>
                        <a:t>Complexity &amp; Overhead</a:t>
                      </a:r>
                    </a:p>
                  </a:txBody>
                  <a:tcPr/>
                </a:tc>
                <a:tc>
                  <a:txBody>
                    <a:bodyPr/>
                    <a:lstStyle/>
                    <a:p>
                      <a:r>
                        <a:rPr lang="en-US" sz="1300" dirty="0"/>
                        <a:t>Higher overhead because of more roles, more governance, more artefacts and control points.</a:t>
                      </a:r>
                      <a:endParaRPr lang="en-MY" sz="1300" dirty="0"/>
                    </a:p>
                  </a:txBody>
                  <a:tcPr/>
                </a:tc>
                <a:tc>
                  <a:txBody>
                    <a:bodyPr/>
                    <a:lstStyle/>
                    <a:p>
                      <a:r>
                        <a:rPr lang="en-US" sz="1300" dirty="0"/>
                        <a:t>Lower overhead; lean structure with less prescribed artefacts and roles.</a:t>
                      </a:r>
                      <a:endParaRPr lang="en-MY" sz="1300" dirty="0"/>
                    </a:p>
                  </a:txBody>
                  <a:tcPr/>
                </a:tc>
                <a:extLst>
                  <a:ext uri="{0D108BD9-81ED-4DB2-BD59-A6C34878D82A}">
                    <a16:rowId xmlns:a16="http://schemas.microsoft.com/office/drawing/2014/main" val="2006393494"/>
                  </a:ext>
                </a:extLst>
              </a:tr>
            </a:tbl>
          </a:graphicData>
        </a:graphic>
      </p:graphicFrame>
    </p:spTree>
    <p:extLst>
      <p:ext uri="{BB962C8B-B14F-4D97-AF65-F5344CB8AC3E}">
        <p14:creationId xmlns:p14="http://schemas.microsoft.com/office/powerpoint/2010/main" val="3912960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91F9A5B4-E8C6-1F6B-4EC7-D5953F36B5B9}"/>
            </a:ext>
          </a:extLst>
        </p:cNvPr>
        <p:cNvGrpSpPr/>
        <p:nvPr/>
      </p:nvGrpSpPr>
      <p:grpSpPr>
        <a:xfrm>
          <a:off x="0" y="0"/>
          <a:ext cx="0" cy="0"/>
          <a:chOff x="0" y="0"/>
          <a:chExt cx="0" cy="0"/>
        </a:xfrm>
      </p:grpSpPr>
      <p:sp>
        <p:nvSpPr>
          <p:cNvPr id="486" name="Google Shape;486;g37b2d62e5a2_2_156">
            <a:extLst>
              <a:ext uri="{FF2B5EF4-FFF2-40B4-BE49-F238E27FC236}">
                <a16:creationId xmlns:a16="http://schemas.microsoft.com/office/drawing/2014/main" id="{320DF5EF-402A-D7F6-3992-00F334D8A2FE}"/>
              </a:ext>
            </a:extLst>
          </p:cNvPr>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lvl="0"/>
            <a:r>
              <a:rPr lang="en-MY" dirty="0">
                <a:solidFill>
                  <a:srgbClr val="595959"/>
                </a:solidFill>
              </a:rPr>
              <a:t>Comparison among Scrum, Kanban, and </a:t>
            </a:r>
            <a:r>
              <a:rPr lang="en-MY" dirty="0" err="1">
                <a:solidFill>
                  <a:srgbClr val="595959"/>
                </a:solidFill>
              </a:rPr>
              <a:t>Scrumban</a:t>
            </a:r>
            <a:endParaRPr lang="en-MY" dirty="0"/>
          </a:p>
        </p:txBody>
      </p:sp>
      <p:sp>
        <p:nvSpPr>
          <p:cNvPr id="487" name="Google Shape;487;g37b2d62e5a2_2_156">
            <a:extLst>
              <a:ext uri="{FF2B5EF4-FFF2-40B4-BE49-F238E27FC236}">
                <a16:creationId xmlns:a16="http://schemas.microsoft.com/office/drawing/2014/main" id="{075C93F5-3B9B-424B-DD16-E4D528FB78BB}"/>
              </a:ext>
            </a:extLst>
          </p:cNvPr>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8</a:t>
            </a:fld>
            <a:endParaRPr lang="en-MY"/>
          </a:p>
        </p:txBody>
      </p:sp>
      <p:graphicFrame>
        <p:nvGraphicFramePr>
          <p:cNvPr id="2" name="Table 1">
            <a:extLst>
              <a:ext uri="{FF2B5EF4-FFF2-40B4-BE49-F238E27FC236}">
                <a16:creationId xmlns:a16="http://schemas.microsoft.com/office/drawing/2014/main" id="{59C466B8-D55D-5CF6-7837-CEDAAFFCA885}"/>
              </a:ext>
            </a:extLst>
          </p:cNvPr>
          <p:cNvGraphicFramePr>
            <a:graphicFrameLocks noGrp="1"/>
          </p:cNvGraphicFramePr>
          <p:nvPr>
            <p:extLst>
              <p:ext uri="{D42A27DB-BD31-4B8C-83A1-F6EECF244321}">
                <p14:modId xmlns:p14="http://schemas.microsoft.com/office/powerpoint/2010/main" val="2196435026"/>
              </p:ext>
            </p:extLst>
          </p:nvPr>
        </p:nvGraphicFramePr>
        <p:xfrm>
          <a:off x="275264" y="1464963"/>
          <a:ext cx="11641472" cy="4759960"/>
        </p:xfrm>
        <a:graphic>
          <a:graphicData uri="http://schemas.openxmlformats.org/drawingml/2006/table">
            <a:tbl>
              <a:tblPr firstRow="1" bandRow="1">
                <a:tableStyleId>{5940675A-B579-460E-94D1-54222C63F5DA}</a:tableStyleId>
              </a:tblPr>
              <a:tblGrid>
                <a:gridCol w="1551172">
                  <a:extLst>
                    <a:ext uri="{9D8B030D-6E8A-4147-A177-3AD203B41FA5}">
                      <a16:colId xmlns:a16="http://schemas.microsoft.com/office/drawing/2014/main" val="819745253"/>
                    </a:ext>
                  </a:extLst>
                </a:gridCol>
                <a:gridCol w="3413051">
                  <a:extLst>
                    <a:ext uri="{9D8B030D-6E8A-4147-A177-3AD203B41FA5}">
                      <a16:colId xmlns:a16="http://schemas.microsoft.com/office/drawing/2014/main" val="4273543235"/>
                    </a:ext>
                  </a:extLst>
                </a:gridCol>
                <a:gridCol w="3391786">
                  <a:extLst>
                    <a:ext uri="{9D8B030D-6E8A-4147-A177-3AD203B41FA5}">
                      <a16:colId xmlns:a16="http://schemas.microsoft.com/office/drawing/2014/main" val="776986021"/>
                    </a:ext>
                  </a:extLst>
                </a:gridCol>
                <a:gridCol w="3285463">
                  <a:extLst>
                    <a:ext uri="{9D8B030D-6E8A-4147-A177-3AD203B41FA5}">
                      <a16:colId xmlns:a16="http://schemas.microsoft.com/office/drawing/2014/main" val="3013372602"/>
                    </a:ext>
                  </a:extLst>
                </a:gridCol>
              </a:tblGrid>
              <a:tr h="370840">
                <a:tc>
                  <a:txBody>
                    <a:bodyPr/>
                    <a:lstStyle/>
                    <a:p>
                      <a:r>
                        <a:rPr lang="en-MY" b="1" dirty="0"/>
                        <a:t>Aspect</a:t>
                      </a:r>
                    </a:p>
                  </a:txBody>
                  <a:tcPr>
                    <a:solidFill>
                      <a:schemeClr val="bg1">
                        <a:lumMod val="85000"/>
                      </a:schemeClr>
                    </a:solidFill>
                  </a:tcPr>
                </a:tc>
                <a:tc>
                  <a:txBody>
                    <a:bodyPr/>
                    <a:lstStyle/>
                    <a:p>
                      <a:pPr algn="ctr"/>
                      <a:r>
                        <a:rPr lang="en-MY" b="1" dirty="0"/>
                        <a:t>Scrum</a:t>
                      </a:r>
                    </a:p>
                  </a:txBody>
                  <a:tcPr>
                    <a:solidFill>
                      <a:schemeClr val="bg1">
                        <a:lumMod val="85000"/>
                      </a:schemeClr>
                    </a:solidFill>
                  </a:tcPr>
                </a:tc>
                <a:tc>
                  <a:txBody>
                    <a:bodyPr/>
                    <a:lstStyle/>
                    <a:p>
                      <a:pPr algn="ctr"/>
                      <a:r>
                        <a:rPr lang="en-MY" b="1" dirty="0"/>
                        <a:t>Kanban</a:t>
                      </a:r>
                    </a:p>
                  </a:txBody>
                  <a:tcPr>
                    <a:solidFill>
                      <a:schemeClr val="bg1">
                        <a:lumMod val="85000"/>
                      </a:schemeClr>
                    </a:solidFill>
                  </a:tcPr>
                </a:tc>
                <a:tc>
                  <a:txBody>
                    <a:bodyPr/>
                    <a:lstStyle/>
                    <a:p>
                      <a:pPr algn="ctr"/>
                      <a:r>
                        <a:rPr lang="en-MY" b="1" dirty="0" err="1"/>
                        <a:t>Scrumban</a:t>
                      </a:r>
                      <a:endParaRPr lang="en-MY" b="1" dirty="0"/>
                    </a:p>
                  </a:txBody>
                  <a:tcPr>
                    <a:solidFill>
                      <a:schemeClr val="bg1">
                        <a:lumMod val="85000"/>
                      </a:schemeClr>
                    </a:solidFill>
                  </a:tcPr>
                </a:tc>
                <a:extLst>
                  <a:ext uri="{0D108BD9-81ED-4DB2-BD59-A6C34878D82A}">
                    <a16:rowId xmlns:a16="http://schemas.microsoft.com/office/drawing/2014/main" val="3975480377"/>
                  </a:ext>
                </a:extLst>
              </a:tr>
              <a:tr h="370840">
                <a:tc>
                  <a:txBody>
                    <a:bodyPr/>
                    <a:lstStyle/>
                    <a:p>
                      <a:r>
                        <a:rPr lang="en-MY" b="1" dirty="0"/>
                        <a:t>Description</a:t>
                      </a:r>
                    </a:p>
                  </a:txBody>
                  <a:tcPr/>
                </a:tc>
                <a:tc>
                  <a:txBody>
                    <a:bodyPr/>
                    <a:lstStyle/>
                    <a:p>
                      <a:r>
                        <a:rPr lang="en-US" dirty="0"/>
                        <a:t>Lightweight framework to develop and sustain complex products via defined accountabilities, events, and artifacts.</a:t>
                      </a:r>
                      <a:endParaRPr lang="en-MY" dirty="0"/>
                    </a:p>
                  </a:txBody>
                  <a:tcPr/>
                </a:tc>
                <a:tc>
                  <a:txBody>
                    <a:bodyPr/>
                    <a:lstStyle/>
                    <a:p>
                      <a:r>
                        <a:rPr lang="en-US" dirty="0"/>
                        <a:t>Visual flow method that optimizes work by visualizing tasks and limiting WIP to keep work moving.</a:t>
                      </a:r>
                      <a:endParaRPr lang="en-MY" dirty="0"/>
                    </a:p>
                  </a:txBody>
                  <a:tcPr/>
                </a:tc>
                <a:tc>
                  <a:txBody>
                    <a:bodyPr/>
                    <a:lstStyle/>
                    <a:p>
                      <a:r>
                        <a:rPr lang="en-US" dirty="0"/>
                        <a:t>Hybrid that combines Scrum’s cadence/ceremonies with Kanban’s visual flow and WIP limits for more flexibility.</a:t>
                      </a:r>
                      <a:endParaRPr lang="en-MY" dirty="0"/>
                    </a:p>
                  </a:txBody>
                  <a:tcPr/>
                </a:tc>
                <a:extLst>
                  <a:ext uri="{0D108BD9-81ED-4DB2-BD59-A6C34878D82A}">
                    <a16:rowId xmlns:a16="http://schemas.microsoft.com/office/drawing/2014/main" val="4144715037"/>
                  </a:ext>
                </a:extLst>
              </a:tr>
              <a:tr h="370840">
                <a:tc>
                  <a:txBody>
                    <a:bodyPr/>
                    <a:lstStyle/>
                    <a:p>
                      <a:r>
                        <a:rPr lang="en-MY" b="1" dirty="0"/>
                        <a:t>Iterations/Timeboxing</a:t>
                      </a:r>
                    </a:p>
                  </a:txBody>
                  <a:tcPr/>
                </a:tc>
                <a:tc>
                  <a:txBody>
                    <a:bodyPr/>
                    <a:lstStyle/>
                    <a:p>
                      <a:r>
                        <a:rPr lang="en-US" dirty="0"/>
                        <a:t>Work happens in fixed-length Sprints of one month or less. (Many teams use 1–4 weeks.)</a:t>
                      </a:r>
                      <a:endParaRPr lang="en-MY" dirty="0"/>
                    </a:p>
                  </a:txBody>
                  <a:tcPr/>
                </a:tc>
                <a:tc>
                  <a:txBody>
                    <a:bodyPr/>
                    <a:lstStyle/>
                    <a:p>
                      <a:r>
                        <a:rPr lang="en-US" dirty="0"/>
                        <a:t>No fixed iterations; teams pull work continuously.</a:t>
                      </a:r>
                      <a:endParaRPr lang="en-MY" dirty="0"/>
                    </a:p>
                  </a:txBody>
                  <a:tcPr/>
                </a:tc>
                <a:tc>
                  <a:txBody>
                    <a:bodyPr/>
                    <a:lstStyle/>
                    <a:p>
                      <a:r>
                        <a:rPr lang="en-US" dirty="0"/>
                        <a:t>Uses short sprints when helpful plus continuous pull as capacity allows.</a:t>
                      </a:r>
                      <a:endParaRPr lang="en-MY" dirty="0"/>
                    </a:p>
                  </a:txBody>
                  <a:tcPr/>
                </a:tc>
                <a:extLst>
                  <a:ext uri="{0D108BD9-81ED-4DB2-BD59-A6C34878D82A}">
                    <a16:rowId xmlns:a16="http://schemas.microsoft.com/office/drawing/2014/main" val="844435992"/>
                  </a:ext>
                </a:extLst>
              </a:tr>
              <a:tr h="370840">
                <a:tc>
                  <a:txBody>
                    <a:bodyPr/>
                    <a:lstStyle/>
                    <a:p>
                      <a:r>
                        <a:rPr lang="en-MY" b="1" dirty="0"/>
                        <a:t>Roles &amp; Events</a:t>
                      </a:r>
                    </a:p>
                  </a:txBody>
                  <a:tcPr/>
                </a:tc>
                <a:tc>
                  <a:txBody>
                    <a:bodyPr/>
                    <a:lstStyle/>
                    <a:p>
                      <a:r>
                        <a:rPr lang="en-US" dirty="0"/>
                        <a:t>Explicit events: Sprint Planning, Daily Scrum, Sprint Review, Sprint Retrospective (within each Sprint).</a:t>
                      </a:r>
                      <a:endParaRPr lang="en-MY" dirty="0"/>
                    </a:p>
                  </a:txBody>
                  <a:tcPr/>
                </a:tc>
                <a:tc>
                  <a:txBody>
                    <a:bodyPr/>
                    <a:lstStyle/>
                    <a:p>
                      <a:r>
                        <a:rPr lang="en-US" dirty="0"/>
                        <a:t>Few mandated roles/ceremonies; teams keep it lightweight and adapt meetings to need.</a:t>
                      </a:r>
                      <a:endParaRPr lang="en-MY" dirty="0"/>
                    </a:p>
                  </a:txBody>
                  <a:tcPr/>
                </a:tc>
                <a:tc>
                  <a:txBody>
                    <a:bodyPr/>
                    <a:lstStyle/>
                    <a:p>
                      <a:r>
                        <a:rPr lang="en-US" dirty="0"/>
                        <a:t>May keep some Scrum ceremonies (e.g., standups/retros) while applying Kanban flow controls.</a:t>
                      </a:r>
                      <a:endParaRPr lang="en-MY" dirty="0"/>
                    </a:p>
                  </a:txBody>
                  <a:tcPr/>
                </a:tc>
                <a:extLst>
                  <a:ext uri="{0D108BD9-81ED-4DB2-BD59-A6C34878D82A}">
                    <a16:rowId xmlns:a16="http://schemas.microsoft.com/office/drawing/2014/main" val="1820736012"/>
                  </a:ext>
                </a:extLst>
              </a:tr>
              <a:tr h="370840">
                <a:tc>
                  <a:txBody>
                    <a:bodyPr/>
                    <a:lstStyle/>
                    <a:p>
                      <a:r>
                        <a:rPr lang="en-MY" b="1" dirty="0"/>
                        <a:t>Work in Progress (WIP)</a:t>
                      </a:r>
                    </a:p>
                  </a:txBody>
                  <a:tcPr/>
                </a:tc>
                <a:tc>
                  <a:txBody>
                    <a:bodyPr/>
                    <a:lstStyle/>
                    <a:p>
                      <a:r>
                        <a:rPr lang="en-US" dirty="0"/>
                        <a:t>WIP is indirectly constrained by the Sprint commitment and Sprint Goal.</a:t>
                      </a:r>
                      <a:endParaRPr lang="en-MY" dirty="0"/>
                    </a:p>
                  </a:txBody>
                  <a:tcPr/>
                </a:tc>
                <a:tc>
                  <a:txBody>
                    <a:bodyPr/>
                    <a:lstStyle/>
                    <a:p>
                      <a:r>
                        <a:rPr lang="en-US" dirty="0"/>
                        <a:t>Explicit WIP limits per workflow stage to expose bottlenecks and stabilize flow.</a:t>
                      </a:r>
                      <a:endParaRPr lang="en-MY" dirty="0"/>
                    </a:p>
                  </a:txBody>
                  <a:tcPr/>
                </a:tc>
                <a:tc>
                  <a:txBody>
                    <a:bodyPr/>
                    <a:lstStyle/>
                    <a:p>
                      <a:r>
                        <a:rPr lang="en-US" dirty="0"/>
                        <a:t>Uses Kanban-style WIP limits with simple policies/triggers to manage flow.</a:t>
                      </a:r>
                      <a:endParaRPr lang="en-MY" dirty="0"/>
                    </a:p>
                  </a:txBody>
                  <a:tcPr/>
                </a:tc>
                <a:extLst>
                  <a:ext uri="{0D108BD9-81ED-4DB2-BD59-A6C34878D82A}">
                    <a16:rowId xmlns:a16="http://schemas.microsoft.com/office/drawing/2014/main" val="3409280076"/>
                  </a:ext>
                </a:extLst>
              </a:tr>
              <a:tr h="370840">
                <a:tc>
                  <a:txBody>
                    <a:bodyPr/>
                    <a:lstStyle/>
                    <a:p>
                      <a:r>
                        <a:rPr lang="en-MY" b="1" dirty="0"/>
                        <a:t>Planning &amp; Adaptation</a:t>
                      </a:r>
                    </a:p>
                  </a:txBody>
                  <a:tcPr/>
                </a:tc>
                <a:tc>
                  <a:txBody>
                    <a:bodyPr/>
                    <a:lstStyle/>
                    <a:p>
                      <a:r>
                        <a:rPr lang="en-US" dirty="0"/>
                        <a:t>Plan at the start of each Sprint; avoid changes that endanger the Sprint Goal during the Sprint.</a:t>
                      </a:r>
                      <a:endParaRPr lang="en-MY" dirty="0"/>
                    </a:p>
                  </a:txBody>
                  <a:tcPr/>
                </a:tc>
                <a:tc>
                  <a:txBody>
                    <a:bodyPr/>
                    <a:lstStyle/>
                    <a:p>
                      <a:r>
                        <a:rPr lang="en-US" dirty="0"/>
                        <a:t>Continuous prioritization; new work is pulled as capacity appears.</a:t>
                      </a:r>
                      <a:endParaRPr lang="en-MY" dirty="0"/>
                    </a:p>
                  </a:txBody>
                  <a:tcPr/>
                </a:tc>
                <a:tc>
                  <a:txBody>
                    <a:bodyPr/>
                    <a:lstStyle/>
                    <a:p>
                      <a:r>
                        <a:rPr lang="en-US" dirty="0"/>
                        <a:t>On-demand planning triggered when the ready backlog drops below a threshold.</a:t>
                      </a:r>
                      <a:endParaRPr lang="en-MY" dirty="0"/>
                    </a:p>
                  </a:txBody>
                  <a:tcPr/>
                </a:tc>
                <a:extLst>
                  <a:ext uri="{0D108BD9-81ED-4DB2-BD59-A6C34878D82A}">
                    <a16:rowId xmlns:a16="http://schemas.microsoft.com/office/drawing/2014/main" val="747957804"/>
                  </a:ext>
                </a:extLst>
              </a:tr>
              <a:tr h="370840">
                <a:tc>
                  <a:txBody>
                    <a:bodyPr/>
                    <a:lstStyle/>
                    <a:p>
                      <a:r>
                        <a:rPr lang="en-MY" b="1" dirty="0"/>
                        <a:t>Best Use Case</a:t>
                      </a:r>
                    </a:p>
                  </a:txBody>
                  <a:tcPr/>
                </a:tc>
                <a:tc>
                  <a:txBody>
                    <a:bodyPr/>
                    <a:lstStyle/>
                    <a:p>
                      <a:r>
                        <a:rPr lang="en-US" dirty="0"/>
                        <a:t>Cross-functional product teams needing structure and a steady delivery cadence.</a:t>
                      </a:r>
                      <a:endParaRPr lang="en-MY" dirty="0"/>
                    </a:p>
                  </a:txBody>
                  <a:tcPr/>
                </a:tc>
                <a:tc>
                  <a:txBody>
                    <a:bodyPr/>
                    <a:lstStyle/>
                    <a:p>
                      <a:r>
                        <a:rPr lang="en-US" dirty="0"/>
                        <a:t>Ops/support/maintenance or any flow-based work needing adaptability and smooth throughput.</a:t>
                      </a:r>
                      <a:endParaRPr lang="en-MY" dirty="0"/>
                    </a:p>
                  </a:txBody>
                  <a:tcPr/>
                </a:tc>
                <a:tc>
                  <a:txBody>
                    <a:bodyPr/>
                    <a:lstStyle/>
                    <a:p>
                      <a:r>
                        <a:rPr lang="en-US" dirty="0"/>
                        <a:t>Teams that want a balance of structure and flexibility, or are evolving from </a:t>
                      </a:r>
                      <a:r>
                        <a:rPr lang="en-US" dirty="0" err="1"/>
                        <a:t>Scrum↔Kanban</a:t>
                      </a:r>
                      <a:r>
                        <a:rPr lang="en-US" dirty="0"/>
                        <a:t>.</a:t>
                      </a:r>
                      <a:endParaRPr lang="en-MY" dirty="0"/>
                    </a:p>
                  </a:txBody>
                  <a:tcPr/>
                </a:tc>
                <a:extLst>
                  <a:ext uri="{0D108BD9-81ED-4DB2-BD59-A6C34878D82A}">
                    <a16:rowId xmlns:a16="http://schemas.microsoft.com/office/drawing/2014/main" val="1723976305"/>
                  </a:ext>
                </a:extLst>
              </a:tr>
            </a:tbl>
          </a:graphicData>
        </a:graphic>
      </p:graphicFrame>
    </p:spTree>
    <p:extLst>
      <p:ext uri="{BB962C8B-B14F-4D97-AF65-F5344CB8AC3E}">
        <p14:creationId xmlns:p14="http://schemas.microsoft.com/office/powerpoint/2010/main" val="1764682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82F97FE5-794A-F080-AADB-4BBCC52648AB}"/>
            </a:ext>
          </a:extLst>
        </p:cNvPr>
        <p:cNvGrpSpPr/>
        <p:nvPr/>
      </p:nvGrpSpPr>
      <p:grpSpPr>
        <a:xfrm>
          <a:off x="0" y="0"/>
          <a:ext cx="0" cy="0"/>
          <a:chOff x="0" y="0"/>
          <a:chExt cx="0" cy="0"/>
        </a:xfrm>
      </p:grpSpPr>
      <p:sp>
        <p:nvSpPr>
          <p:cNvPr id="486" name="Google Shape;486;g37b2d62e5a2_2_156">
            <a:extLst>
              <a:ext uri="{FF2B5EF4-FFF2-40B4-BE49-F238E27FC236}">
                <a16:creationId xmlns:a16="http://schemas.microsoft.com/office/drawing/2014/main" id="{74333EFD-5FDC-252D-F02F-805A4F7893F8}"/>
              </a:ext>
            </a:extLst>
          </p:cNvPr>
          <p:cNvSpPr txBox="1">
            <a:spLocks noGrp="1"/>
          </p:cNvSpPr>
          <p:nvPr>
            <p:ph type="title"/>
          </p:nvPr>
        </p:nvSpPr>
        <p:spPr>
          <a:xfrm>
            <a:off x="712470" y="314325"/>
            <a:ext cx="10515600" cy="922020"/>
          </a:xfrm>
          <a:prstGeom prst="rect">
            <a:avLst/>
          </a:prstGeom>
          <a:noFill/>
          <a:ln>
            <a:noFill/>
          </a:ln>
        </p:spPr>
        <p:txBody>
          <a:bodyPr spcFirstLastPara="1" wrap="square" lIns="91425" tIns="45700" rIns="91425" bIns="45700" anchor="ctr" anchorCtr="0">
            <a:noAutofit/>
          </a:bodyPr>
          <a:lstStyle/>
          <a:p>
            <a:pPr lvl="0"/>
            <a:r>
              <a:rPr lang="en-MY">
                <a:solidFill>
                  <a:srgbClr val="595959"/>
                </a:solidFill>
              </a:rPr>
              <a:t>Introduction to Project Management Tools</a:t>
            </a:r>
            <a:endParaRPr lang="en-MY" dirty="0"/>
          </a:p>
        </p:txBody>
      </p:sp>
      <p:sp>
        <p:nvSpPr>
          <p:cNvPr id="487" name="Google Shape;487;g37b2d62e5a2_2_156">
            <a:extLst>
              <a:ext uri="{FF2B5EF4-FFF2-40B4-BE49-F238E27FC236}">
                <a16:creationId xmlns:a16="http://schemas.microsoft.com/office/drawing/2014/main" id="{C1117A68-E062-1FD5-FAB3-19C002344FCE}"/>
              </a:ext>
            </a:extLst>
          </p:cNvPr>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9</a:t>
            </a:fld>
            <a:endParaRPr lang="en-MY"/>
          </a:p>
        </p:txBody>
      </p:sp>
      <p:sp>
        <p:nvSpPr>
          <p:cNvPr id="5" name="Google Shape;481;g37637ed14d2_0_0">
            <a:extLst>
              <a:ext uri="{FF2B5EF4-FFF2-40B4-BE49-F238E27FC236}">
                <a16:creationId xmlns:a16="http://schemas.microsoft.com/office/drawing/2014/main" id="{852AE811-EFDA-FC7E-C225-4DE7839EAB9D}"/>
              </a:ext>
            </a:extLst>
          </p:cNvPr>
          <p:cNvSpPr txBox="1"/>
          <p:nvPr/>
        </p:nvSpPr>
        <p:spPr>
          <a:xfrm>
            <a:off x="136253" y="1567533"/>
            <a:ext cx="4024831" cy="4524275"/>
          </a:xfrm>
          <a:prstGeom prst="rect">
            <a:avLst/>
          </a:prstGeom>
          <a:noFill/>
          <a:ln>
            <a:noFill/>
          </a:ln>
        </p:spPr>
        <p:txBody>
          <a:bodyPr spcFirstLastPara="1" wrap="square" lIns="91425" tIns="45700" rIns="91425" bIns="45700" anchor="t" anchorCtr="0">
            <a:spAutoFit/>
          </a:bodyPr>
          <a:lstStyle/>
          <a:p>
            <a:pPr lvl="0">
              <a:buClr>
                <a:srgbClr val="3F3F3F"/>
              </a:buClr>
              <a:buSzPts val="2200"/>
            </a:pPr>
            <a:r>
              <a:rPr lang="en-US" sz="1600" b="1" dirty="0">
                <a:solidFill>
                  <a:srgbClr val="3F3F3F"/>
                </a:solidFill>
                <a:latin typeface="Lato"/>
                <a:ea typeface="Lato"/>
                <a:cs typeface="Lato"/>
                <a:sym typeface="Lato"/>
              </a:rPr>
              <a:t>Project Management Tools</a:t>
            </a:r>
          </a:p>
          <a:p>
            <a:pPr marL="342900" lvl="0" indent="-342900">
              <a:buClr>
                <a:srgbClr val="3F3F3F"/>
              </a:buClr>
              <a:buSzPts val="2200"/>
              <a:buFont typeface="Wingdings" panose="05000000000000000000" pitchFamily="2" charset="2"/>
              <a:buChar char="§"/>
            </a:pPr>
            <a:r>
              <a:rPr lang="en-US" sz="1600" dirty="0">
                <a:solidFill>
                  <a:srgbClr val="3F3F3F"/>
                </a:solidFill>
                <a:latin typeface="Lato"/>
                <a:ea typeface="Lato"/>
                <a:cs typeface="Lato"/>
                <a:sym typeface="Lato"/>
              </a:rPr>
              <a:t>Project management tools are software or systems that support planning, executing, controlling, and closing of projects. </a:t>
            </a:r>
          </a:p>
          <a:p>
            <a:pPr marL="342900" lvl="0" indent="-342900">
              <a:buClr>
                <a:srgbClr val="3F3F3F"/>
              </a:buClr>
              <a:buSzPts val="2200"/>
              <a:buFont typeface="Wingdings" panose="05000000000000000000" pitchFamily="2" charset="2"/>
              <a:buChar char="§"/>
            </a:pPr>
            <a:r>
              <a:rPr lang="en-US" sz="1600" dirty="0">
                <a:solidFill>
                  <a:srgbClr val="3F3F3F"/>
                </a:solidFill>
                <a:latin typeface="Lato"/>
                <a:ea typeface="Lato"/>
                <a:cs typeface="Lato"/>
                <a:sym typeface="Lato"/>
              </a:rPr>
              <a:t>It help teams organize tasks, monitor progress, allocate resources, communicate, and report status.</a:t>
            </a:r>
          </a:p>
          <a:p>
            <a:pPr marL="342900" lvl="0" indent="-342900">
              <a:buClr>
                <a:srgbClr val="3F3F3F"/>
              </a:buClr>
              <a:buSzPts val="2200"/>
              <a:buFont typeface="Wingdings" panose="05000000000000000000" pitchFamily="2" charset="2"/>
              <a:buChar char="§"/>
            </a:pPr>
            <a:r>
              <a:rPr lang="en-US" sz="1600" dirty="0">
                <a:solidFill>
                  <a:srgbClr val="3F3F3F"/>
                </a:solidFill>
                <a:latin typeface="Lato"/>
                <a:ea typeface="Lato"/>
                <a:cs typeface="Lato"/>
                <a:sym typeface="Lato"/>
              </a:rPr>
              <a:t>These tools act as enablers — they don’t replace good process or governance, but make applying them easier, more visible and efficient. </a:t>
            </a:r>
          </a:p>
          <a:p>
            <a:pPr marL="342900" lvl="0" indent="-342900">
              <a:buClr>
                <a:srgbClr val="3F3F3F"/>
              </a:buClr>
              <a:buSzPts val="2200"/>
              <a:buFont typeface="Wingdings" panose="05000000000000000000" pitchFamily="2" charset="2"/>
              <a:buChar char="§"/>
            </a:pPr>
            <a:r>
              <a:rPr lang="en-US" sz="1600" dirty="0">
                <a:solidFill>
                  <a:srgbClr val="3F3F3F"/>
                </a:solidFill>
                <a:latin typeface="Lato"/>
                <a:ea typeface="Lato"/>
                <a:cs typeface="Lato"/>
                <a:sym typeface="Lato"/>
              </a:rPr>
              <a:t>The choice of tool depends on factors like project complexity, team size, methodology (Agile, Waterfall, hybrid), and integration needs.</a:t>
            </a:r>
          </a:p>
          <a:p>
            <a:pPr marL="342900" lvl="0" indent="-342900">
              <a:buClr>
                <a:srgbClr val="3F3F3F"/>
              </a:buClr>
              <a:buSzPts val="2200"/>
              <a:buFont typeface="Wingdings" panose="05000000000000000000" pitchFamily="2" charset="2"/>
              <a:buChar char="§"/>
            </a:pPr>
            <a:r>
              <a:rPr lang="en-US" sz="1600" dirty="0"/>
              <a:t>Here are common categories, with their focus and key features:</a:t>
            </a:r>
            <a:endParaRPr lang="en-US" sz="1600" b="1" dirty="0">
              <a:solidFill>
                <a:srgbClr val="3F3F3F"/>
              </a:solidFill>
              <a:latin typeface="Lato"/>
              <a:ea typeface="Lato"/>
              <a:cs typeface="Lato"/>
              <a:sym typeface="Lato"/>
            </a:endParaRPr>
          </a:p>
        </p:txBody>
      </p:sp>
      <p:graphicFrame>
        <p:nvGraphicFramePr>
          <p:cNvPr id="2" name="Table 1">
            <a:extLst>
              <a:ext uri="{FF2B5EF4-FFF2-40B4-BE49-F238E27FC236}">
                <a16:creationId xmlns:a16="http://schemas.microsoft.com/office/drawing/2014/main" id="{E26A1DBE-3EE3-0DC7-25D0-D5F8D29B4D72}"/>
              </a:ext>
            </a:extLst>
          </p:cNvPr>
          <p:cNvGraphicFramePr>
            <a:graphicFrameLocks noGrp="1"/>
          </p:cNvGraphicFramePr>
          <p:nvPr>
            <p:extLst>
              <p:ext uri="{D42A27DB-BD31-4B8C-83A1-F6EECF244321}">
                <p14:modId xmlns:p14="http://schemas.microsoft.com/office/powerpoint/2010/main" val="1025999825"/>
              </p:ext>
            </p:extLst>
          </p:nvPr>
        </p:nvGraphicFramePr>
        <p:xfrm>
          <a:off x="4161084" y="1323922"/>
          <a:ext cx="7894663" cy="5108662"/>
        </p:xfrm>
        <a:graphic>
          <a:graphicData uri="http://schemas.openxmlformats.org/drawingml/2006/table">
            <a:tbl>
              <a:tblPr firstRow="1" bandRow="1">
                <a:tableStyleId>{5940675A-B579-460E-94D1-54222C63F5DA}</a:tableStyleId>
              </a:tblPr>
              <a:tblGrid>
                <a:gridCol w="1775975">
                  <a:extLst>
                    <a:ext uri="{9D8B030D-6E8A-4147-A177-3AD203B41FA5}">
                      <a16:colId xmlns:a16="http://schemas.microsoft.com/office/drawing/2014/main" val="2264167462"/>
                    </a:ext>
                  </a:extLst>
                </a:gridCol>
                <a:gridCol w="2733435">
                  <a:extLst>
                    <a:ext uri="{9D8B030D-6E8A-4147-A177-3AD203B41FA5}">
                      <a16:colId xmlns:a16="http://schemas.microsoft.com/office/drawing/2014/main" val="2566792409"/>
                    </a:ext>
                  </a:extLst>
                </a:gridCol>
                <a:gridCol w="3385253">
                  <a:extLst>
                    <a:ext uri="{9D8B030D-6E8A-4147-A177-3AD203B41FA5}">
                      <a16:colId xmlns:a16="http://schemas.microsoft.com/office/drawing/2014/main" val="3785573469"/>
                    </a:ext>
                  </a:extLst>
                </a:gridCol>
              </a:tblGrid>
              <a:tr h="434566">
                <a:tc>
                  <a:txBody>
                    <a:bodyPr/>
                    <a:lstStyle/>
                    <a:p>
                      <a:pPr algn="ctr"/>
                      <a:r>
                        <a:rPr lang="en-US" sz="1600" b="1" dirty="0"/>
                        <a:t>Category </a:t>
                      </a:r>
                      <a:endParaRPr lang="en-MY" sz="1600" b="1" dirty="0"/>
                    </a:p>
                  </a:txBody>
                  <a:tcPr>
                    <a:solidFill>
                      <a:schemeClr val="bg1">
                        <a:lumMod val="95000"/>
                      </a:schemeClr>
                    </a:solidFill>
                  </a:tcPr>
                </a:tc>
                <a:tc>
                  <a:txBody>
                    <a:bodyPr/>
                    <a:lstStyle/>
                    <a:p>
                      <a:pPr algn="ctr"/>
                      <a:r>
                        <a:rPr lang="en-US" sz="1600" b="1" dirty="0"/>
                        <a:t>Focus / Purpose</a:t>
                      </a:r>
                      <a:endParaRPr lang="en-MY" sz="1600" b="1" dirty="0"/>
                    </a:p>
                  </a:txBody>
                  <a:tcPr>
                    <a:solidFill>
                      <a:schemeClr val="bg1">
                        <a:lumMod val="95000"/>
                      </a:schemeClr>
                    </a:solidFill>
                  </a:tcPr>
                </a:tc>
                <a:tc>
                  <a:txBody>
                    <a:bodyPr/>
                    <a:lstStyle/>
                    <a:p>
                      <a:pPr algn="ctr"/>
                      <a:r>
                        <a:rPr lang="en-US" sz="1600" b="1" dirty="0"/>
                        <a:t>Key Features</a:t>
                      </a:r>
                      <a:endParaRPr lang="en-MY" sz="1600" b="1" dirty="0"/>
                    </a:p>
                  </a:txBody>
                  <a:tcPr>
                    <a:solidFill>
                      <a:schemeClr val="bg1">
                        <a:lumMod val="95000"/>
                      </a:schemeClr>
                    </a:solidFill>
                  </a:tcPr>
                </a:tc>
                <a:extLst>
                  <a:ext uri="{0D108BD9-81ED-4DB2-BD59-A6C34878D82A}">
                    <a16:rowId xmlns:a16="http://schemas.microsoft.com/office/drawing/2014/main" val="2783477281"/>
                  </a:ext>
                </a:extLst>
              </a:tr>
              <a:tr h="776335">
                <a:tc>
                  <a:txBody>
                    <a:bodyPr/>
                    <a:lstStyle/>
                    <a:p>
                      <a:pPr algn="l"/>
                      <a:r>
                        <a:rPr lang="en-US" sz="1100" b="1" dirty="0"/>
                        <a:t>All-in-One / Integrated Tools</a:t>
                      </a:r>
                      <a:endParaRPr lang="en-MY" sz="1100" b="1" dirty="0"/>
                    </a:p>
                  </a:txBody>
                  <a:tcPr>
                    <a:solidFill>
                      <a:schemeClr val="bg1"/>
                    </a:solidFill>
                  </a:tcPr>
                </a:tc>
                <a:tc>
                  <a:txBody>
                    <a:bodyPr/>
                    <a:lstStyle/>
                    <a:p>
                      <a:r>
                        <a:rPr lang="en-US" sz="1100" dirty="0"/>
                        <a:t>Provide end-to-end project management coverage </a:t>
                      </a:r>
                      <a:endParaRPr lang="en-MY" sz="1100" dirty="0"/>
                    </a:p>
                  </a:txBody>
                  <a:tcPr>
                    <a:solidFill>
                      <a:schemeClr val="bg1"/>
                    </a:solidFill>
                  </a:tcPr>
                </a:tc>
                <a:tc>
                  <a:txBody>
                    <a:bodyPr/>
                    <a:lstStyle/>
                    <a:p>
                      <a:r>
                        <a:rPr lang="en-US" sz="1100" dirty="0"/>
                        <a:t>Task planning , scheduling, resource allocation, dashboards, reporting, collaborating.</a:t>
                      </a:r>
                      <a:endParaRPr lang="en-MY" sz="1100" dirty="0"/>
                    </a:p>
                  </a:txBody>
                  <a:tcPr>
                    <a:solidFill>
                      <a:schemeClr val="bg1"/>
                    </a:solidFill>
                  </a:tcPr>
                </a:tc>
                <a:extLst>
                  <a:ext uri="{0D108BD9-81ED-4DB2-BD59-A6C34878D82A}">
                    <a16:rowId xmlns:a16="http://schemas.microsoft.com/office/drawing/2014/main" val="3928313748"/>
                  </a:ext>
                </a:extLst>
              </a:tr>
              <a:tr h="635021">
                <a:tc>
                  <a:txBody>
                    <a:bodyPr/>
                    <a:lstStyle/>
                    <a:p>
                      <a:pPr algn="l"/>
                      <a:r>
                        <a:rPr lang="en-US" sz="1100" b="1" dirty="0"/>
                        <a:t>Task / To-Do Management Tools</a:t>
                      </a:r>
                      <a:endParaRPr lang="en-MY" sz="1100" b="1" dirty="0"/>
                    </a:p>
                  </a:txBody>
                  <a:tcPr>
                    <a:solidFill>
                      <a:schemeClr val="bg1"/>
                    </a:solidFill>
                  </a:tcPr>
                </a:tc>
                <a:tc>
                  <a:txBody>
                    <a:bodyPr/>
                    <a:lstStyle/>
                    <a:p>
                      <a:r>
                        <a:rPr lang="en-US" sz="1100" dirty="0"/>
                        <a:t>Managing individual tasks and simple workflows </a:t>
                      </a:r>
                      <a:endParaRPr lang="en-MY" sz="1100" dirty="0"/>
                    </a:p>
                  </a:txBody>
                  <a:tcPr>
                    <a:solidFill>
                      <a:schemeClr val="bg1"/>
                    </a:solidFill>
                  </a:tcPr>
                </a:tc>
                <a:tc>
                  <a:txBody>
                    <a:bodyPr/>
                    <a:lstStyle/>
                    <a:p>
                      <a:r>
                        <a:rPr lang="en-US" sz="1100" dirty="0"/>
                        <a:t>Task lists, assignment, due dates, status tracking</a:t>
                      </a:r>
                      <a:endParaRPr lang="en-MY" sz="1100" dirty="0"/>
                    </a:p>
                  </a:txBody>
                  <a:tcPr>
                    <a:solidFill>
                      <a:schemeClr val="bg1"/>
                    </a:solidFill>
                  </a:tcPr>
                </a:tc>
                <a:extLst>
                  <a:ext uri="{0D108BD9-81ED-4DB2-BD59-A6C34878D82A}">
                    <a16:rowId xmlns:a16="http://schemas.microsoft.com/office/drawing/2014/main" val="3471735126"/>
                  </a:ext>
                </a:extLst>
              </a:tr>
              <a:tr h="519698">
                <a:tc>
                  <a:txBody>
                    <a:bodyPr/>
                    <a:lstStyle/>
                    <a:p>
                      <a:pPr algn="l"/>
                      <a:r>
                        <a:rPr lang="en-US" sz="1100" b="1" dirty="0"/>
                        <a:t>Time / Schedule Tools</a:t>
                      </a:r>
                      <a:endParaRPr lang="en-MY" sz="1100" b="1" dirty="0"/>
                    </a:p>
                  </a:txBody>
                  <a:tcPr>
                    <a:solidFill>
                      <a:schemeClr val="bg1"/>
                    </a:solidFill>
                  </a:tcPr>
                </a:tc>
                <a:tc>
                  <a:txBody>
                    <a:bodyPr/>
                    <a:lstStyle/>
                    <a:p>
                      <a:r>
                        <a:rPr lang="en-US" sz="1100" dirty="0"/>
                        <a:t>Focus on timelines and time tracking </a:t>
                      </a:r>
                      <a:endParaRPr lang="en-MY" sz="1100" dirty="0"/>
                    </a:p>
                  </a:txBody>
                  <a:tcPr>
                    <a:solidFill>
                      <a:schemeClr val="bg1"/>
                    </a:solidFill>
                  </a:tcPr>
                </a:tc>
                <a:tc>
                  <a:txBody>
                    <a:bodyPr/>
                    <a:lstStyle/>
                    <a:p>
                      <a:r>
                        <a:rPr lang="en-US" sz="1100" dirty="0"/>
                        <a:t>Gantt charts, calendars, </a:t>
                      </a:r>
                      <a:r>
                        <a:rPr lang="en-US" sz="1100" dirty="0" err="1"/>
                        <a:t>despendencies</a:t>
                      </a:r>
                      <a:r>
                        <a:rPr lang="en-US" sz="1100" dirty="0"/>
                        <a:t>, milestones</a:t>
                      </a:r>
                      <a:endParaRPr lang="en-MY" sz="1100" dirty="0"/>
                    </a:p>
                  </a:txBody>
                  <a:tcPr>
                    <a:solidFill>
                      <a:schemeClr val="bg1"/>
                    </a:solidFill>
                  </a:tcPr>
                </a:tc>
                <a:extLst>
                  <a:ext uri="{0D108BD9-81ED-4DB2-BD59-A6C34878D82A}">
                    <a16:rowId xmlns:a16="http://schemas.microsoft.com/office/drawing/2014/main" val="2983051996"/>
                  </a:ext>
                </a:extLst>
              </a:tr>
              <a:tr h="551394">
                <a:tc>
                  <a:txBody>
                    <a:bodyPr/>
                    <a:lstStyle/>
                    <a:p>
                      <a:pPr algn="l"/>
                      <a:r>
                        <a:rPr lang="en-US" sz="1100" b="1" dirty="0"/>
                        <a:t>Resource Management Tools </a:t>
                      </a:r>
                      <a:endParaRPr lang="en-MY" sz="1100" b="1" dirty="0"/>
                    </a:p>
                  </a:txBody>
                  <a:tcPr>
                    <a:solidFill>
                      <a:schemeClr val="bg1"/>
                    </a:solidFill>
                  </a:tcPr>
                </a:tc>
                <a:tc>
                  <a:txBody>
                    <a:bodyPr/>
                    <a:lstStyle/>
                    <a:p>
                      <a:r>
                        <a:rPr lang="en-US" sz="1100" dirty="0"/>
                        <a:t>Allocating and balancing resources </a:t>
                      </a:r>
                      <a:endParaRPr lang="en-MY" sz="1100" dirty="0"/>
                    </a:p>
                  </a:txBody>
                  <a:tcPr>
                    <a:solidFill>
                      <a:schemeClr val="bg1"/>
                    </a:solidFill>
                  </a:tcPr>
                </a:tc>
                <a:tc>
                  <a:txBody>
                    <a:bodyPr/>
                    <a:lstStyle/>
                    <a:p>
                      <a:r>
                        <a:rPr lang="en-US" sz="1100" dirty="0"/>
                        <a:t>Workload view, availability, conflicts, forecasts</a:t>
                      </a:r>
                      <a:endParaRPr lang="en-MY" sz="1100" dirty="0"/>
                    </a:p>
                  </a:txBody>
                  <a:tcPr>
                    <a:solidFill>
                      <a:schemeClr val="bg1"/>
                    </a:solidFill>
                  </a:tcPr>
                </a:tc>
                <a:extLst>
                  <a:ext uri="{0D108BD9-81ED-4DB2-BD59-A6C34878D82A}">
                    <a16:rowId xmlns:a16="http://schemas.microsoft.com/office/drawing/2014/main" val="213960699"/>
                  </a:ext>
                </a:extLst>
              </a:tr>
              <a:tr h="638978">
                <a:tc>
                  <a:txBody>
                    <a:bodyPr/>
                    <a:lstStyle/>
                    <a:p>
                      <a:pPr algn="l"/>
                      <a:r>
                        <a:rPr lang="en-US" sz="1100" b="1" dirty="0"/>
                        <a:t>Collaboration / Communication Tools</a:t>
                      </a:r>
                      <a:endParaRPr lang="en-MY" sz="1100" b="1" dirty="0"/>
                    </a:p>
                  </a:txBody>
                  <a:tcPr>
                    <a:solidFill>
                      <a:schemeClr val="bg1"/>
                    </a:solidFill>
                  </a:tcPr>
                </a:tc>
                <a:tc>
                  <a:txBody>
                    <a:bodyPr/>
                    <a:lstStyle/>
                    <a:p>
                      <a:r>
                        <a:rPr lang="en-US" sz="1100" dirty="0"/>
                        <a:t>Enabling team communication and document sharing </a:t>
                      </a:r>
                      <a:endParaRPr lang="en-MY" sz="1100" dirty="0"/>
                    </a:p>
                  </a:txBody>
                  <a:tcPr>
                    <a:solidFill>
                      <a:schemeClr val="bg1"/>
                    </a:solidFill>
                  </a:tcPr>
                </a:tc>
                <a:tc>
                  <a:txBody>
                    <a:bodyPr/>
                    <a:lstStyle/>
                    <a:p>
                      <a:r>
                        <a:rPr lang="en-US" sz="1100" dirty="0"/>
                        <a:t>Messaging, file sharing, comment threads, versioning </a:t>
                      </a:r>
                      <a:endParaRPr lang="en-MY" sz="1100" dirty="0"/>
                    </a:p>
                  </a:txBody>
                  <a:tcPr>
                    <a:solidFill>
                      <a:schemeClr val="bg1"/>
                    </a:solidFill>
                  </a:tcPr>
                </a:tc>
                <a:extLst>
                  <a:ext uri="{0D108BD9-81ED-4DB2-BD59-A6C34878D82A}">
                    <a16:rowId xmlns:a16="http://schemas.microsoft.com/office/drawing/2014/main" val="3160245644"/>
                  </a:ext>
                </a:extLst>
              </a:tr>
              <a:tr h="776335">
                <a:tc>
                  <a:txBody>
                    <a:bodyPr/>
                    <a:lstStyle/>
                    <a:p>
                      <a:pPr algn="l"/>
                      <a:r>
                        <a:rPr lang="en-US" sz="1100" b="1" dirty="0" err="1"/>
                        <a:t>Speacilized</a:t>
                      </a:r>
                      <a:r>
                        <a:rPr lang="en-US" sz="1100" b="1" dirty="0"/>
                        <a:t> / Industry – Specific Tools</a:t>
                      </a:r>
                      <a:endParaRPr lang="en-MY" sz="1100" b="1" dirty="0"/>
                    </a:p>
                  </a:txBody>
                  <a:tcPr>
                    <a:solidFill>
                      <a:schemeClr val="bg1"/>
                    </a:solidFill>
                  </a:tcPr>
                </a:tc>
                <a:tc>
                  <a:txBody>
                    <a:bodyPr/>
                    <a:lstStyle/>
                    <a:p>
                      <a:r>
                        <a:rPr lang="en-US" sz="1100" dirty="0"/>
                        <a:t>Tailored team specific domains or methodologies </a:t>
                      </a:r>
                      <a:endParaRPr lang="en-MY" sz="1100" dirty="0"/>
                    </a:p>
                  </a:txBody>
                  <a:tcPr>
                    <a:solidFill>
                      <a:schemeClr val="bg1"/>
                    </a:solidFill>
                  </a:tcPr>
                </a:tc>
                <a:tc>
                  <a:txBody>
                    <a:bodyPr/>
                    <a:lstStyle/>
                    <a:p>
                      <a:r>
                        <a:rPr lang="en-US" sz="1100" dirty="0"/>
                        <a:t>For software: backlog + issue tracking for construction: equipment and materials planning: for marketing : campaign timelines</a:t>
                      </a:r>
                      <a:endParaRPr lang="en-MY" sz="1100" dirty="0"/>
                    </a:p>
                  </a:txBody>
                  <a:tcPr>
                    <a:solidFill>
                      <a:schemeClr val="bg1"/>
                    </a:solidFill>
                  </a:tcPr>
                </a:tc>
                <a:extLst>
                  <a:ext uri="{0D108BD9-81ED-4DB2-BD59-A6C34878D82A}">
                    <a16:rowId xmlns:a16="http://schemas.microsoft.com/office/drawing/2014/main" val="327775739"/>
                  </a:ext>
                </a:extLst>
              </a:tr>
              <a:tr h="776335">
                <a:tc>
                  <a:txBody>
                    <a:bodyPr/>
                    <a:lstStyle/>
                    <a:p>
                      <a:pPr algn="l"/>
                      <a:r>
                        <a:rPr lang="en-US" sz="1100" b="1" dirty="0"/>
                        <a:t>On-Premise </a:t>
                      </a:r>
                      <a:r>
                        <a:rPr lang="en-US" sz="1100" b="1" dirty="0" err="1"/>
                        <a:t>vc</a:t>
                      </a:r>
                      <a:r>
                        <a:rPr lang="en-US" sz="1100" b="1" dirty="0"/>
                        <a:t> Cloud / Deployment Types</a:t>
                      </a:r>
                      <a:endParaRPr lang="en-MY" sz="1100" b="1" dirty="0"/>
                    </a:p>
                  </a:txBody>
                  <a:tcPr>
                    <a:solidFill>
                      <a:schemeClr val="bg1"/>
                    </a:solidFill>
                  </a:tcPr>
                </a:tc>
                <a:tc>
                  <a:txBody>
                    <a:bodyPr/>
                    <a:lstStyle/>
                    <a:p>
                      <a:r>
                        <a:rPr lang="en-US" sz="1100" dirty="0"/>
                        <a:t>Based on how the tool is hosted and accessed </a:t>
                      </a:r>
                      <a:endParaRPr lang="en-MY" sz="1100" dirty="0"/>
                    </a:p>
                  </a:txBody>
                  <a:tcPr>
                    <a:solidFill>
                      <a:schemeClr val="bg1"/>
                    </a:solidFill>
                  </a:tcPr>
                </a:tc>
                <a:tc>
                  <a:txBody>
                    <a:bodyPr/>
                    <a:lstStyle/>
                    <a:p>
                      <a:r>
                        <a:rPr lang="en-US" sz="1100" dirty="0"/>
                        <a:t>Installed servers (on-premise) vs Saas / cloud tools; mobile or desktop clients</a:t>
                      </a:r>
                      <a:endParaRPr lang="en-MY" sz="1100" dirty="0"/>
                    </a:p>
                  </a:txBody>
                  <a:tcPr>
                    <a:solidFill>
                      <a:schemeClr val="bg1"/>
                    </a:solidFill>
                  </a:tcPr>
                </a:tc>
                <a:extLst>
                  <a:ext uri="{0D108BD9-81ED-4DB2-BD59-A6C34878D82A}">
                    <a16:rowId xmlns:a16="http://schemas.microsoft.com/office/drawing/2014/main" val="3534396847"/>
                  </a:ext>
                </a:extLst>
              </a:tr>
            </a:tbl>
          </a:graphicData>
        </a:graphic>
      </p:graphicFrame>
    </p:spTree>
    <p:extLst>
      <p:ext uri="{BB962C8B-B14F-4D97-AF65-F5344CB8AC3E}">
        <p14:creationId xmlns:p14="http://schemas.microsoft.com/office/powerpoint/2010/main" val="371163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7">
          <a:extLst>
            <a:ext uri="{FF2B5EF4-FFF2-40B4-BE49-F238E27FC236}">
              <a16:creationId xmlns:a16="http://schemas.microsoft.com/office/drawing/2014/main" id="{7E537B70-4F2A-D2D6-D6C8-5D1DF7DFEC0F}"/>
            </a:ext>
          </a:extLst>
        </p:cNvPr>
        <p:cNvGrpSpPr/>
        <p:nvPr/>
      </p:nvGrpSpPr>
      <p:grpSpPr>
        <a:xfrm>
          <a:off x="0" y="0"/>
          <a:ext cx="0" cy="0"/>
          <a:chOff x="0" y="0"/>
          <a:chExt cx="0" cy="0"/>
        </a:xfrm>
      </p:grpSpPr>
      <p:sp>
        <p:nvSpPr>
          <p:cNvPr id="478" name="Google Shape;478;g37637ed14d2_0_0">
            <a:extLst>
              <a:ext uri="{FF2B5EF4-FFF2-40B4-BE49-F238E27FC236}">
                <a16:creationId xmlns:a16="http://schemas.microsoft.com/office/drawing/2014/main" id="{B4F82FFA-5962-3BA2-0E48-FDA4FBE9CB82}"/>
              </a:ext>
            </a:extLst>
          </p:cNvPr>
          <p:cNvSpPr txBox="1">
            <a:spLocks noGrp="1"/>
          </p:cNvSpPr>
          <p:nvPr>
            <p:ph type="title"/>
          </p:nvPr>
        </p:nvSpPr>
        <p:spPr>
          <a:xfrm>
            <a:off x="712470" y="314325"/>
            <a:ext cx="10515600" cy="9219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MY" dirty="0"/>
              <a:t>Comparison of the Project Management Tools</a:t>
            </a:r>
            <a:endParaRPr dirty="0"/>
          </a:p>
        </p:txBody>
      </p:sp>
      <p:sp>
        <p:nvSpPr>
          <p:cNvPr id="479" name="Google Shape;479;g37637ed14d2_0_0">
            <a:extLst>
              <a:ext uri="{FF2B5EF4-FFF2-40B4-BE49-F238E27FC236}">
                <a16:creationId xmlns:a16="http://schemas.microsoft.com/office/drawing/2014/main" id="{19575519-3CC1-7390-B5FA-19653B0354F7}"/>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10</a:t>
            </a:fld>
            <a:endParaRPr/>
          </a:p>
        </p:txBody>
      </p:sp>
      <p:graphicFrame>
        <p:nvGraphicFramePr>
          <p:cNvPr id="2" name="Table 1">
            <a:extLst>
              <a:ext uri="{FF2B5EF4-FFF2-40B4-BE49-F238E27FC236}">
                <a16:creationId xmlns:a16="http://schemas.microsoft.com/office/drawing/2014/main" id="{2B6066D3-46F4-6F04-3D38-FB96FFA3735F}"/>
              </a:ext>
            </a:extLst>
          </p:cNvPr>
          <p:cNvGraphicFramePr>
            <a:graphicFrameLocks noGrp="1"/>
          </p:cNvGraphicFramePr>
          <p:nvPr>
            <p:extLst>
              <p:ext uri="{D42A27DB-BD31-4B8C-83A1-F6EECF244321}">
                <p14:modId xmlns:p14="http://schemas.microsoft.com/office/powerpoint/2010/main" val="2586388807"/>
              </p:ext>
            </p:extLst>
          </p:nvPr>
        </p:nvGraphicFramePr>
        <p:xfrm>
          <a:off x="279148" y="1416052"/>
          <a:ext cx="11633704" cy="4836705"/>
        </p:xfrm>
        <a:graphic>
          <a:graphicData uri="http://schemas.openxmlformats.org/drawingml/2006/table">
            <a:tbl>
              <a:tblPr firstRow="1" bandRow="1">
                <a:tableStyleId>{5940675A-B579-460E-94D1-54222C63F5DA}</a:tableStyleId>
              </a:tblPr>
              <a:tblGrid>
                <a:gridCol w="1620570">
                  <a:extLst>
                    <a:ext uri="{9D8B030D-6E8A-4147-A177-3AD203B41FA5}">
                      <a16:colId xmlns:a16="http://schemas.microsoft.com/office/drawing/2014/main" val="3549231807"/>
                    </a:ext>
                  </a:extLst>
                </a:gridCol>
                <a:gridCol w="3829370">
                  <a:extLst>
                    <a:ext uri="{9D8B030D-6E8A-4147-A177-3AD203B41FA5}">
                      <a16:colId xmlns:a16="http://schemas.microsoft.com/office/drawing/2014/main" val="1974743202"/>
                    </a:ext>
                  </a:extLst>
                </a:gridCol>
                <a:gridCol w="3275338">
                  <a:extLst>
                    <a:ext uri="{9D8B030D-6E8A-4147-A177-3AD203B41FA5}">
                      <a16:colId xmlns:a16="http://schemas.microsoft.com/office/drawing/2014/main" val="1370123361"/>
                    </a:ext>
                  </a:extLst>
                </a:gridCol>
                <a:gridCol w="2908426">
                  <a:extLst>
                    <a:ext uri="{9D8B030D-6E8A-4147-A177-3AD203B41FA5}">
                      <a16:colId xmlns:a16="http://schemas.microsoft.com/office/drawing/2014/main" val="89649301"/>
                    </a:ext>
                  </a:extLst>
                </a:gridCol>
              </a:tblGrid>
              <a:tr h="529883">
                <a:tc>
                  <a:txBody>
                    <a:bodyPr/>
                    <a:lstStyle/>
                    <a:p>
                      <a:pPr algn="ctr"/>
                      <a:endParaRPr lang="en-US" sz="1400" b="1" dirty="0">
                        <a:latin typeface="+mn-lt"/>
                      </a:endParaRPr>
                    </a:p>
                    <a:p>
                      <a:pPr algn="ctr"/>
                      <a:r>
                        <a:rPr lang="en-US" sz="1400" b="1" dirty="0">
                          <a:latin typeface="+mn-lt"/>
                        </a:rPr>
                        <a:t>Tool</a:t>
                      </a:r>
                    </a:p>
                    <a:p>
                      <a:pPr algn="ctr"/>
                      <a:endParaRPr lang="en-MY" sz="1400" b="1" dirty="0">
                        <a:latin typeface="+mn-lt"/>
                      </a:endParaRPr>
                    </a:p>
                  </a:txBody>
                  <a:tcPr>
                    <a:solidFill>
                      <a:schemeClr val="bg1">
                        <a:lumMod val="95000"/>
                      </a:schemeClr>
                    </a:solidFill>
                  </a:tcPr>
                </a:tc>
                <a:tc>
                  <a:txBody>
                    <a:bodyPr/>
                    <a:lstStyle/>
                    <a:p>
                      <a:pPr algn="ctr"/>
                      <a:endParaRPr lang="en-US" sz="1400" b="1" dirty="0">
                        <a:latin typeface="+mn-lt"/>
                      </a:endParaRPr>
                    </a:p>
                    <a:p>
                      <a:pPr algn="ctr"/>
                      <a:r>
                        <a:rPr lang="en-US" sz="1400" b="1" dirty="0">
                          <a:latin typeface="+mn-lt"/>
                        </a:rPr>
                        <a:t>Strengths / Key Features </a:t>
                      </a:r>
                      <a:endParaRPr lang="en-MY" sz="1400" b="1" dirty="0">
                        <a:latin typeface="+mn-lt"/>
                      </a:endParaRPr>
                    </a:p>
                  </a:txBody>
                  <a:tcPr>
                    <a:solidFill>
                      <a:schemeClr val="bg1">
                        <a:lumMod val="95000"/>
                      </a:schemeClr>
                    </a:solidFill>
                  </a:tcPr>
                </a:tc>
                <a:tc>
                  <a:txBody>
                    <a:bodyPr/>
                    <a:lstStyle/>
                    <a:p>
                      <a:pPr algn="ctr"/>
                      <a:endParaRPr lang="en-US" sz="1400" b="1" dirty="0">
                        <a:latin typeface="+mn-lt"/>
                      </a:endParaRPr>
                    </a:p>
                    <a:p>
                      <a:pPr algn="ctr"/>
                      <a:r>
                        <a:rPr lang="en-US" sz="1400" b="1" dirty="0">
                          <a:latin typeface="+mn-lt"/>
                        </a:rPr>
                        <a:t>Weaknesses / Trade-offs</a:t>
                      </a:r>
                      <a:endParaRPr lang="en-MY" sz="1400" b="1" dirty="0">
                        <a:latin typeface="+mn-lt"/>
                      </a:endParaRPr>
                    </a:p>
                  </a:txBody>
                  <a:tcPr>
                    <a:solidFill>
                      <a:schemeClr val="bg1">
                        <a:lumMod val="95000"/>
                      </a:schemeClr>
                    </a:solidFill>
                  </a:tcPr>
                </a:tc>
                <a:tc>
                  <a:txBody>
                    <a:bodyPr/>
                    <a:lstStyle/>
                    <a:p>
                      <a:pPr algn="ctr"/>
                      <a:r>
                        <a:rPr lang="en-US" sz="1400" b="1" dirty="0">
                          <a:latin typeface="+mn-lt"/>
                        </a:rPr>
                        <a:t> </a:t>
                      </a:r>
                    </a:p>
                    <a:p>
                      <a:pPr algn="ctr"/>
                      <a:r>
                        <a:rPr lang="en-US" sz="1400" b="1" dirty="0">
                          <a:latin typeface="+mn-lt"/>
                        </a:rPr>
                        <a:t>Best Fit / Use Case</a:t>
                      </a:r>
                      <a:endParaRPr lang="en-MY" sz="1400" b="1" dirty="0">
                        <a:latin typeface="+mn-lt"/>
                      </a:endParaRPr>
                    </a:p>
                  </a:txBody>
                  <a:tcPr>
                    <a:solidFill>
                      <a:schemeClr val="bg1">
                        <a:lumMod val="95000"/>
                      </a:schemeClr>
                    </a:solidFill>
                  </a:tcPr>
                </a:tc>
                <a:extLst>
                  <a:ext uri="{0D108BD9-81ED-4DB2-BD59-A6C34878D82A}">
                    <a16:rowId xmlns:a16="http://schemas.microsoft.com/office/drawing/2014/main" val="3873525710"/>
                  </a:ext>
                </a:extLst>
              </a:tr>
              <a:tr h="1180367">
                <a:tc>
                  <a:txBody>
                    <a:bodyPr/>
                    <a:lstStyle/>
                    <a:p>
                      <a:pPr algn="ctr"/>
                      <a:endParaRPr lang="en-US" sz="1400" b="1" dirty="0">
                        <a:latin typeface="+mn-lt"/>
                      </a:endParaRPr>
                    </a:p>
                    <a:p>
                      <a:pPr algn="ctr"/>
                      <a:r>
                        <a:rPr lang="en-US" sz="1400" b="1" dirty="0">
                          <a:latin typeface="+mn-lt"/>
                        </a:rPr>
                        <a:t>Jira</a:t>
                      </a:r>
                      <a:endParaRPr lang="en-MY" sz="1400" b="1" dirty="0">
                        <a:latin typeface="+mn-lt"/>
                      </a:endParaRPr>
                    </a:p>
                  </a:txBody>
                  <a:tcPr/>
                </a:tc>
                <a:tc>
                  <a:txBody>
                    <a:bodyPr/>
                    <a:lstStyle/>
                    <a:p>
                      <a:r>
                        <a:rPr lang="en-US" sz="1300" dirty="0">
                          <a:latin typeface="+mn-lt"/>
                        </a:rPr>
                        <a:t>Strong support for Agile (Scrum, Kanban ,hybrid) with boards, backlogs, roadmaps, and integrations. Powerful automation templates and workflow customization.</a:t>
                      </a:r>
                    </a:p>
                    <a:p>
                      <a:endParaRPr lang="en-US" sz="1300" dirty="0">
                        <a:latin typeface="+mn-lt"/>
                      </a:endParaRPr>
                    </a:p>
                    <a:p>
                      <a:r>
                        <a:rPr lang="en-US" sz="1300" dirty="0">
                          <a:latin typeface="+mn-lt"/>
                        </a:rPr>
                        <a:t>Excellent issue / fast tracking, reporting, and visibility across teams.</a:t>
                      </a:r>
                      <a:endParaRPr lang="en-MY" sz="1300" dirty="0">
                        <a:latin typeface="+mn-lt"/>
                      </a:endParaRPr>
                    </a:p>
                  </a:txBody>
                  <a:tcPr/>
                </a:tc>
                <a:tc>
                  <a:txBody>
                    <a:bodyPr/>
                    <a:lstStyle/>
                    <a:p>
                      <a:r>
                        <a:rPr lang="en-US" sz="1300" dirty="0">
                          <a:latin typeface="+mn-lt"/>
                        </a:rPr>
                        <a:t>Can be complex to configure and maintain for non-technical teams.</a:t>
                      </a:r>
                    </a:p>
                    <a:p>
                      <a:endParaRPr lang="en-US" sz="1300" dirty="0">
                        <a:latin typeface="+mn-lt"/>
                      </a:endParaRPr>
                    </a:p>
                    <a:p>
                      <a:r>
                        <a:rPr lang="en-US" sz="1300" dirty="0">
                          <a:latin typeface="+mn-lt"/>
                        </a:rPr>
                        <a:t>Some features (reporting, advanced planning) may require add-ons or plugins.</a:t>
                      </a:r>
                      <a:endParaRPr lang="en-MY" sz="1300" dirty="0">
                        <a:latin typeface="+mn-lt"/>
                      </a:endParaRPr>
                    </a:p>
                  </a:txBody>
                  <a:tcPr/>
                </a:tc>
                <a:tc>
                  <a:txBody>
                    <a:bodyPr/>
                    <a:lstStyle/>
                    <a:p>
                      <a:r>
                        <a:rPr lang="en-US" sz="1300" dirty="0">
                          <a:latin typeface="+mn-lt"/>
                        </a:rPr>
                        <a:t>Software development teams. Agile teams needing robust issue tracking and process control.</a:t>
                      </a:r>
                      <a:endParaRPr lang="en-MY" sz="1300" dirty="0">
                        <a:latin typeface="+mn-lt"/>
                      </a:endParaRPr>
                    </a:p>
                  </a:txBody>
                  <a:tcPr/>
                </a:tc>
                <a:extLst>
                  <a:ext uri="{0D108BD9-81ED-4DB2-BD59-A6C34878D82A}">
                    <a16:rowId xmlns:a16="http://schemas.microsoft.com/office/drawing/2014/main" val="868582083"/>
                  </a:ext>
                </a:extLst>
              </a:tr>
              <a:tr h="1180367">
                <a:tc>
                  <a:txBody>
                    <a:bodyPr/>
                    <a:lstStyle/>
                    <a:p>
                      <a:pPr algn="ctr"/>
                      <a:endParaRPr lang="en-US" sz="1400" b="1" dirty="0">
                        <a:latin typeface="+mn-lt"/>
                      </a:endParaRPr>
                    </a:p>
                    <a:p>
                      <a:pPr algn="ctr"/>
                      <a:r>
                        <a:rPr lang="en-US" sz="1400" b="1" dirty="0">
                          <a:latin typeface="+mn-lt"/>
                        </a:rPr>
                        <a:t>Trello</a:t>
                      </a:r>
                      <a:endParaRPr lang="en-MY" sz="1400" b="1" dirty="0">
                        <a:latin typeface="+mn-lt"/>
                      </a:endParaRPr>
                    </a:p>
                  </a:txBody>
                  <a:tcPr/>
                </a:tc>
                <a:tc>
                  <a:txBody>
                    <a:bodyPr/>
                    <a:lstStyle/>
                    <a:p>
                      <a:pPr marL="0" algn="l" defTabSz="914400" rtl="0" eaLnBrk="1" latinLnBrk="0" hangingPunct="1"/>
                      <a:r>
                        <a:rPr lang="en-US" sz="1300" kern="1200" dirty="0">
                          <a:solidFill>
                            <a:schemeClr val="dk1"/>
                          </a:solidFill>
                          <a:latin typeface="+mn-lt"/>
                        </a:rPr>
                        <a:t>Simplicity and ease of use ; intuitive Kanban board interface ideal for small teams.</a:t>
                      </a:r>
                    </a:p>
                    <a:p>
                      <a:pPr marL="0" algn="l" defTabSz="914400" rtl="0" eaLnBrk="1" latinLnBrk="0" hangingPunct="1"/>
                      <a:endParaRPr lang="en-US" sz="1300" kern="1200" dirty="0">
                        <a:solidFill>
                          <a:schemeClr val="dk1"/>
                        </a:solidFill>
                        <a:latin typeface="+mn-lt"/>
                      </a:endParaRPr>
                    </a:p>
                    <a:p>
                      <a:pPr marL="0" algn="l" defTabSz="914400" rtl="0" eaLnBrk="1" latinLnBrk="0" hangingPunct="1"/>
                      <a:r>
                        <a:rPr lang="en-US" sz="1300" kern="1200" dirty="0">
                          <a:solidFill>
                            <a:schemeClr val="dk1"/>
                          </a:solidFill>
                          <a:latin typeface="+mn-lt"/>
                        </a:rPr>
                        <a:t>Lightweight fast setup, minimal training required</a:t>
                      </a:r>
                      <a:endParaRPr lang="en-MY" sz="1300" kern="1200" dirty="0">
                        <a:solidFill>
                          <a:schemeClr val="dk1"/>
                        </a:solidFill>
                        <a:latin typeface="+mn-lt"/>
                        <a:ea typeface="+mn-ea"/>
                        <a:cs typeface="+mn-cs"/>
                      </a:endParaRPr>
                    </a:p>
                  </a:txBody>
                  <a:tcPr/>
                </a:tc>
                <a:tc>
                  <a:txBody>
                    <a:bodyPr/>
                    <a:lstStyle/>
                    <a:p>
                      <a:pPr marL="0" algn="l" defTabSz="914400" rtl="0" eaLnBrk="1" latinLnBrk="0" hangingPunct="1"/>
                      <a:r>
                        <a:rPr lang="en-US" sz="1300" kern="1200" dirty="0">
                          <a:solidFill>
                            <a:schemeClr val="dk1"/>
                          </a:solidFill>
                          <a:latin typeface="+mn-lt"/>
                        </a:rPr>
                        <a:t>Limited built-in advanced features (reporting, resource management)- relies heavily on integrations of ‘Power-Ups’.</a:t>
                      </a:r>
                    </a:p>
                    <a:p>
                      <a:pPr marL="0" algn="l" defTabSz="914400" rtl="0" eaLnBrk="1" latinLnBrk="0" hangingPunct="1"/>
                      <a:endParaRPr lang="en-US" sz="1300" kern="1200" dirty="0">
                        <a:solidFill>
                          <a:schemeClr val="dk1"/>
                        </a:solidFill>
                        <a:latin typeface="+mn-lt"/>
                      </a:endParaRPr>
                    </a:p>
                    <a:p>
                      <a:pPr marL="0" algn="l" defTabSz="914400" rtl="0" eaLnBrk="1" latinLnBrk="0" hangingPunct="1"/>
                      <a:r>
                        <a:rPr lang="en-US" sz="1300" kern="1200" dirty="0">
                          <a:solidFill>
                            <a:schemeClr val="dk1"/>
                          </a:solidFill>
                          <a:latin typeface="+mn-lt"/>
                        </a:rPr>
                        <a:t>Less suitable for large or complex projects without customization or add-ons.</a:t>
                      </a:r>
                      <a:endParaRPr lang="en-MY" sz="1300" kern="1200" dirty="0">
                        <a:solidFill>
                          <a:schemeClr val="dk1"/>
                        </a:solidFill>
                        <a:latin typeface="+mn-lt"/>
                        <a:ea typeface="+mn-ea"/>
                        <a:cs typeface="+mn-cs"/>
                      </a:endParaRPr>
                    </a:p>
                  </a:txBody>
                  <a:tcPr/>
                </a:tc>
                <a:tc>
                  <a:txBody>
                    <a:bodyPr/>
                    <a:lstStyle/>
                    <a:p>
                      <a:r>
                        <a:rPr lang="en-US" sz="1300" dirty="0">
                          <a:latin typeface="+mn-lt"/>
                        </a:rPr>
                        <a:t>Small to medium teams. Simple or visual projects, task tracking.</a:t>
                      </a:r>
                      <a:endParaRPr lang="en-MY" sz="1300" dirty="0">
                        <a:latin typeface="+mn-lt"/>
                      </a:endParaRPr>
                    </a:p>
                  </a:txBody>
                  <a:tcPr/>
                </a:tc>
                <a:extLst>
                  <a:ext uri="{0D108BD9-81ED-4DB2-BD59-A6C34878D82A}">
                    <a16:rowId xmlns:a16="http://schemas.microsoft.com/office/drawing/2014/main" val="3967822267"/>
                  </a:ext>
                </a:extLst>
              </a:tr>
              <a:tr h="1346745">
                <a:tc>
                  <a:txBody>
                    <a:bodyPr/>
                    <a:lstStyle/>
                    <a:p>
                      <a:pPr algn="ctr"/>
                      <a:endParaRPr lang="en-US" sz="1400" b="1" dirty="0">
                        <a:latin typeface="+mn-lt"/>
                      </a:endParaRPr>
                    </a:p>
                    <a:p>
                      <a:pPr algn="ctr"/>
                      <a:r>
                        <a:rPr lang="en-US" sz="1400" b="1" dirty="0" err="1">
                          <a:latin typeface="+mn-lt"/>
                        </a:rPr>
                        <a:t>Clickup</a:t>
                      </a:r>
                      <a:endParaRPr lang="en-MY" sz="1400" b="1" dirty="0">
                        <a:latin typeface="+mn-lt"/>
                      </a:endParaRPr>
                    </a:p>
                  </a:txBody>
                  <a:tcPr/>
                </a:tc>
                <a:tc>
                  <a:txBody>
                    <a:bodyPr/>
                    <a:lstStyle/>
                    <a:p>
                      <a:r>
                        <a:rPr lang="en-US" sz="1300" dirty="0">
                          <a:latin typeface="+mn-lt"/>
                        </a:rPr>
                        <a:t>Rich feature set : docs, goals, time tracking , customize workflows, dashboards.</a:t>
                      </a:r>
                    </a:p>
                    <a:p>
                      <a:endParaRPr lang="en-US" sz="1300" dirty="0">
                        <a:latin typeface="+mn-lt"/>
                      </a:endParaRPr>
                    </a:p>
                    <a:p>
                      <a:r>
                        <a:rPr lang="en-US" sz="1300" dirty="0">
                          <a:latin typeface="+mn-lt"/>
                        </a:rPr>
                        <a:t>Highly customizable with many view options (list board, Gantt, etc.).</a:t>
                      </a:r>
                      <a:endParaRPr lang="en-MY" sz="1300" dirty="0">
                        <a:latin typeface="+mn-lt"/>
                      </a:endParaRPr>
                    </a:p>
                  </a:txBody>
                  <a:tcPr/>
                </a:tc>
                <a:tc>
                  <a:txBody>
                    <a:bodyPr/>
                    <a:lstStyle/>
                    <a:p>
                      <a:r>
                        <a:rPr lang="en-US" sz="1300" dirty="0">
                          <a:latin typeface="+mn-lt"/>
                        </a:rPr>
                        <a:t>Steeper learning curve and complexity in setup. </a:t>
                      </a:r>
                    </a:p>
                    <a:p>
                      <a:endParaRPr lang="en-US" sz="1300" dirty="0">
                        <a:latin typeface="+mn-lt"/>
                      </a:endParaRPr>
                    </a:p>
                    <a:p>
                      <a:r>
                        <a:rPr lang="en-US" sz="1300" dirty="0">
                          <a:latin typeface="+mn-lt"/>
                        </a:rPr>
                        <a:t>Overhead to maintain configurations and avoid feature overload.</a:t>
                      </a:r>
                      <a:endParaRPr lang="en-MY" sz="1300" dirty="0">
                        <a:latin typeface="+mn-lt"/>
                      </a:endParaRPr>
                    </a:p>
                  </a:txBody>
                  <a:tcPr/>
                </a:tc>
                <a:tc>
                  <a:txBody>
                    <a:bodyPr/>
                    <a:lstStyle/>
                    <a:p>
                      <a:r>
                        <a:rPr lang="en-US" sz="1300" dirty="0">
                          <a:latin typeface="+mn-lt"/>
                        </a:rPr>
                        <a:t>Teams  that want an” all-in –one” platform replacing many tools, scaling beyond simple task tracking.</a:t>
                      </a:r>
                      <a:endParaRPr lang="en-MY" sz="1300" dirty="0">
                        <a:latin typeface="+mn-lt"/>
                      </a:endParaRPr>
                    </a:p>
                  </a:txBody>
                  <a:tcPr/>
                </a:tc>
                <a:extLst>
                  <a:ext uri="{0D108BD9-81ED-4DB2-BD59-A6C34878D82A}">
                    <a16:rowId xmlns:a16="http://schemas.microsoft.com/office/drawing/2014/main" val="18898494"/>
                  </a:ext>
                </a:extLst>
              </a:tr>
            </a:tbl>
          </a:graphicData>
        </a:graphic>
      </p:graphicFrame>
    </p:spTree>
    <p:extLst>
      <p:ext uri="{BB962C8B-B14F-4D97-AF65-F5344CB8AC3E}">
        <p14:creationId xmlns:p14="http://schemas.microsoft.com/office/powerpoint/2010/main" val="3568536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9760-BC39-CEB9-3EF3-1BD9A9990B81}"/>
              </a:ext>
            </a:extLst>
          </p:cNvPr>
          <p:cNvSpPr>
            <a:spLocks noGrp="1"/>
          </p:cNvSpPr>
          <p:nvPr>
            <p:ph type="title"/>
          </p:nvPr>
        </p:nvSpPr>
        <p:spPr/>
        <p:txBody>
          <a:bodyPr/>
          <a:lstStyle/>
          <a:p>
            <a:r>
              <a:rPr lang="en-MY" dirty="0"/>
              <a:t>Jira Tool</a:t>
            </a:r>
          </a:p>
        </p:txBody>
      </p:sp>
      <p:sp>
        <p:nvSpPr>
          <p:cNvPr id="4" name="Slide Number Placeholder 3">
            <a:extLst>
              <a:ext uri="{FF2B5EF4-FFF2-40B4-BE49-F238E27FC236}">
                <a16:creationId xmlns:a16="http://schemas.microsoft.com/office/drawing/2014/main" id="{64F49183-C760-3F7A-E419-68052EF5BE3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MY" smtClean="0"/>
              <a:t>11</a:t>
            </a:fld>
            <a:endParaRPr lang="en-MY"/>
          </a:p>
        </p:txBody>
      </p:sp>
      <p:pic>
        <p:nvPicPr>
          <p:cNvPr id="6" name="Picture 5">
            <a:extLst>
              <a:ext uri="{FF2B5EF4-FFF2-40B4-BE49-F238E27FC236}">
                <a16:creationId xmlns:a16="http://schemas.microsoft.com/office/drawing/2014/main" id="{6C2682BF-44D1-87A6-F215-DFA7B8E9DF3D}"/>
              </a:ext>
            </a:extLst>
          </p:cNvPr>
          <p:cNvPicPr>
            <a:picLocks noChangeAspect="1"/>
          </p:cNvPicPr>
          <p:nvPr/>
        </p:nvPicPr>
        <p:blipFill>
          <a:blip r:embed="rId2"/>
          <a:stretch>
            <a:fillRect/>
          </a:stretch>
        </p:blipFill>
        <p:spPr>
          <a:xfrm>
            <a:off x="85061" y="1084540"/>
            <a:ext cx="12192000" cy="5627623"/>
          </a:xfrm>
          <a:prstGeom prst="rect">
            <a:avLst/>
          </a:prstGeom>
        </p:spPr>
      </p:pic>
    </p:spTree>
    <p:extLst>
      <p:ext uri="{BB962C8B-B14F-4D97-AF65-F5344CB8AC3E}">
        <p14:creationId xmlns:p14="http://schemas.microsoft.com/office/powerpoint/2010/main" val="2018462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37b2d62e5a2_2_357"/>
          <p:cNvSpPr txBox="1">
            <a:spLocks noGrp="1"/>
          </p:cNvSpPr>
          <p:nvPr>
            <p:ph type="title"/>
          </p:nvPr>
        </p:nvSpPr>
        <p:spPr>
          <a:xfrm>
            <a:off x="528950" y="590550"/>
            <a:ext cx="11186100"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dirty="0"/>
              <a:t>Summary</a:t>
            </a:r>
            <a:endParaRPr dirty="0"/>
          </a:p>
        </p:txBody>
      </p:sp>
      <p:sp>
        <p:nvSpPr>
          <p:cNvPr id="681" name="Google Shape;681;g37b2d62e5a2_2_357"/>
          <p:cNvSpPr txBox="1">
            <a:spLocks noGrp="1"/>
          </p:cNvSpPr>
          <p:nvPr>
            <p:ph type="sldNum" idx="12"/>
          </p:nvPr>
        </p:nvSpPr>
        <p:spPr>
          <a:xfrm>
            <a:off x="10637134" y="6432584"/>
            <a:ext cx="756421" cy="32134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12</a:t>
            </a:fld>
            <a:endParaRPr/>
          </a:p>
        </p:txBody>
      </p:sp>
      <p:sp>
        <p:nvSpPr>
          <p:cNvPr id="5" name="Google Shape;481;g37637ed14d2_0_0">
            <a:extLst>
              <a:ext uri="{FF2B5EF4-FFF2-40B4-BE49-F238E27FC236}">
                <a16:creationId xmlns:a16="http://schemas.microsoft.com/office/drawing/2014/main" id="{E0BC64DA-DA43-5F61-178A-68482818031C}"/>
              </a:ext>
            </a:extLst>
          </p:cNvPr>
          <p:cNvSpPr txBox="1"/>
          <p:nvPr/>
        </p:nvSpPr>
        <p:spPr>
          <a:xfrm>
            <a:off x="623843" y="1743245"/>
            <a:ext cx="10240422" cy="3693278"/>
          </a:xfrm>
          <a:prstGeom prst="rect">
            <a:avLst/>
          </a:prstGeom>
          <a:noFill/>
          <a:ln>
            <a:noFill/>
          </a:ln>
        </p:spPr>
        <p:txBody>
          <a:bodyPr spcFirstLastPara="1" wrap="square" lIns="91425" tIns="45700" rIns="91425" bIns="45700" anchor="t" anchorCtr="0">
            <a:spAutoFit/>
          </a:bodyPr>
          <a:lstStyle/>
          <a:p>
            <a:pPr marR="0" lvl="0" rtl="0">
              <a:spcBef>
                <a:spcPts val="0"/>
              </a:spcBef>
              <a:spcAft>
                <a:spcPts val="0"/>
              </a:spcAft>
              <a:buClr>
                <a:srgbClr val="3F3F3F"/>
              </a:buClr>
              <a:buSzPts val="2200"/>
            </a:pPr>
            <a:r>
              <a:rPr lang="en-US" sz="1800" b="1" i="0" u="none" strike="noStrike" cap="none" dirty="0">
                <a:solidFill>
                  <a:srgbClr val="3F3F3F"/>
                </a:solidFill>
                <a:latin typeface="Lato"/>
                <a:ea typeface="Lato"/>
                <a:cs typeface="Lato"/>
                <a:sym typeface="Lato"/>
              </a:rPr>
              <a:t>Philosophy</a:t>
            </a:r>
            <a:r>
              <a:rPr lang="en-US" sz="1800" i="0" u="none" strike="noStrike" cap="none" dirty="0">
                <a:solidFill>
                  <a:srgbClr val="3F3F3F"/>
                </a:solidFill>
                <a:latin typeface="Lato"/>
                <a:ea typeface="Lato"/>
                <a:cs typeface="Lato"/>
                <a:sym typeface="Lato"/>
              </a:rPr>
              <a:t>: The guiding belief — “best business value emerges when projects align with clear business goals, deliver frequently, and involve empowered people.”  </a:t>
            </a:r>
          </a:p>
          <a:p>
            <a:pPr marR="0" lvl="0" rtl="0">
              <a:spcBef>
                <a:spcPts val="0"/>
              </a:spcBef>
              <a:spcAft>
                <a:spcPts val="0"/>
              </a:spcAft>
              <a:buClr>
                <a:srgbClr val="3F3F3F"/>
              </a:buClr>
              <a:buSzPts val="2200"/>
            </a:pPr>
            <a:endParaRPr lang="en-US" sz="1800" i="0" u="none" strike="noStrike" cap="none" dirty="0">
              <a:solidFill>
                <a:srgbClr val="3F3F3F"/>
              </a:solidFill>
              <a:latin typeface="Lato"/>
              <a:ea typeface="Lato"/>
              <a:cs typeface="Lato"/>
              <a:sym typeface="Lato"/>
            </a:endParaRPr>
          </a:p>
          <a:p>
            <a:pPr marR="0" lvl="0" rtl="0">
              <a:spcBef>
                <a:spcPts val="0"/>
              </a:spcBef>
              <a:spcAft>
                <a:spcPts val="0"/>
              </a:spcAft>
              <a:buClr>
                <a:srgbClr val="3F3F3F"/>
              </a:buClr>
              <a:buSzPts val="2200"/>
            </a:pPr>
            <a:r>
              <a:rPr lang="en-US" sz="1800" b="1" i="0" u="none" strike="noStrike" cap="none" dirty="0">
                <a:solidFill>
                  <a:srgbClr val="3F3F3F"/>
                </a:solidFill>
                <a:latin typeface="Lato"/>
                <a:ea typeface="Lato"/>
                <a:cs typeface="Lato"/>
                <a:sym typeface="Lato"/>
              </a:rPr>
              <a:t>Principles</a:t>
            </a:r>
            <a:r>
              <a:rPr lang="en-US" sz="1800" i="0" u="none" strike="noStrike" cap="none" dirty="0">
                <a:solidFill>
                  <a:srgbClr val="3F3F3F"/>
                </a:solidFill>
                <a:latin typeface="Lato"/>
                <a:ea typeface="Lato"/>
                <a:cs typeface="Lato"/>
                <a:sym typeface="Lato"/>
              </a:rPr>
              <a:t>: Eight principles serve as the bridge between philosophy and practice, enforcing the mindset and behaviors required to make DSDM effective. </a:t>
            </a:r>
          </a:p>
          <a:p>
            <a:pPr marR="0" lvl="0" rtl="0">
              <a:spcBef>
                <a:spcPts val="0"/>
              </a:spcBef>
              <a:spcAft>
                <a:spcPts val="0"/>
              </a:spcAft>
              <a:buClr>
                <a:srgbClr val="3F3F3F"/>
              </a:buClr>
              <a:buSzPts val="2200"/>
            </a:pPr>
            <a:endParaRPr lang="en-US" sz="1800" i="0" u="none" strike="noStrike" cap="none" dirty="0">
              <a:solidFill>
                <a:srgbClr val="3F3F3F"/>
              </a:solidFill>
              <a:latin typeface="Lato"/>
              <a:ea typeface="Lato"/>
              <a:cs typeface="Lato"/>
              <a:sym typeface="Lato"/>
            </a:endParaRPr>
          </a:p>
          <a:p>
            <a:pPr marR="0" lvl="0" rtl="0">
              <a:spcBef>
                <a:spcPts val="0"/>
              </a:spcBef>
              <a:spcAft>
                <a:spcPts val="0"/>
              </a:spcAft>
              <a:buClr>
                <a:srgbClr val="3F3F3F"/>
              </a:buClr>
              <a:buSzPts val="2200"/>
            </a:pPr>
            <a:r>
              <a:rPr lang="en-US" sz="1800" b="1" i="0" u="none" strike="noStrike" cap="none" dirty="0">
                <a:solidFill>
                  <a:srgbClr val="3F3F3F"/>
                </a:solidFill>
                <a:latin typeface="Lato"/>
                <a:ea typeface="Lato"/>
                <a:cs typeface="Lato"/>
                <a:sym typeface="Lato"/>
              </a:rPr>
              <a:t>Four Supporting Domains</a:t>
            </a:r>
            <a:r>
              <a:rPr lang="en-US" sz="1800" i="0" u="none" strike="noStrike" cap="none" dirty="0">
                <a:solidFill>
                  <a:srgbClr val="3F3F3F"/>
                </a:solidFill>
                <a:latin typeface="Lato"/>
                <a:ea typeface="Lato"/>
                <a:cs typeface="Lato"/>
                <a:sym typeface="Lato"/>
              </a:rPr>
              <a:t>: The philosophy + principles are supported by:</a:t>
            </a:r>
          </a:p>
          <a:p>
            <a:pPr marL="342900" lvl="2" indent="-342900">
              <a:buClr>
                <a:srgbClr val="3F3F3F"/>
              </a:buClr>
              <a:buSzPts val="2200"/>
              <a:buFont typeface="Lato"/>
              <a:buChar char="•"/>
            </a:pPr>
            <a:r>
              <a:rPr lang="en-US" sz="1800" i="0" u="none" strike="noStrike" cap="none" dirty="0">
                <a:solidFill>
                  <a:srgbClr val="3F3F3F"/>
                </a:solidFill>
                <a:latin typeface="Lato"/>
                <a:ea typeface="Lato"/>
                <a:cs typeface="Lato"/>
                <a:sym typeface="Lato"/>
              </a:rPr>
              <a:t>Process: Lifecycle, phases, timeboxing, governance flows — how work is structured</a:t>
            </a:r>
          </a:p>
          <a:p>
            <a:pPr marL="342900" lvl="2" indent="-342900">
              <a:buClr>
                <a:srgbClr val="3F3F3F"/>
              </a:buClr>
              <a:buSzPts val="2200"/>
              <a:buFont typeface="Lato"/>
              <a:buChar char="•"/>
            </a:pPr>
            <a:r>
              <a:rPr lang="en-US" sz="1800" i="0" u="none" strike="noStrike" cap="none" dirty="0">
                <a:solidFill>
                  <a:srgbClr val="3F3F3F"/>
                </a:solidFill>
                <a:latin typeface="Lato"/>
                <a:ea typeface="Lato"/>
                <a:cs typeface="Lato"/>
                <a:sym typeface="Lato"/>
              </a:rPr>
              <a:t>People: Roles, responsibilities, collaboration, decision making — who does what</a:t>
            </a:r>
          </a:p>
          <a:p>
            <a:pPr marL="342900" lvl="2" indent="-342900">
              <a:buClr>
                <a:srgbClr val="3F3F3F"/>
              </a:buClr>
              <a:buSzPts val="2200"/>
              <a:buFont typeface="Lato"/>
              <a:buChar char="•"/>
            </a:pPr>
            <a:r>
              <a:rPr lang="en-US" sz="1800" i="0" u="none" strike="noStrike" cap="none" dirty="0">
                <a:solidFill>
                  <a:srgbClr val="3F3F3F"/>
                </a:solidFill>
                <a:latin typeface="Lato"/>
                <a:ea typeface="Lato"/>
                <a:cs typeface="Lato"/>
                <a:sym typeface="Lato"/>
              </a:rPr>
              <a:t>Products: Deliverables, artefacts, outputs across business, solution, governance — what is produced</a:t>
            </a:r>
          </a:p>
          <a:p>
            <a:pPr marL="342900" lvl="2" indent="-342900">
              <a:buClr>
                <a:srgbClr val="3F3F3F"/>
              </a:buClr>
              <a:buSzPts val="2200"/>
              <a:buFont typeface="Lato"/>
              <a:buChar char="•"/>
            </a:pPr>
            <a:r>
              <a:rPr lang="en-US" sz="1800" i="0" u="none" strike="noStrike" cap="none" dirty="0">
                <a:solidFill>
                  <a:srgbClr val="3F3F3F"/>
                </a:solidFill>
                <a:latin typeface="Lato"/>
                <a:ea typeface="Lato"/>
                <a:cs typeface="Lato"/>
                <a:sym typeface="Lato"/>
              </a:rPr>
              <a:t>Practices: Techniques, workshops, modelling, testing, other methods — how work is done</a:t>
            </a:r>
          </a:p>
          <a:p>
            <a:pPr marL="342900" marR="0" lvl="0" indent="-342900" rtl="0">
              <a:spcBef>
                <a:spcPts val="0"/>
              </a:spcBef>
              <a:spcAft>
                <a:spcPts val="0"/>
              </a:spcAft>
              <a:buClr>
                <a:srgbClr val="3F3F3F"/>
              </a:buClr>
              <a:buSzPts val="2200"/>
              <a:buFont typeface="Lato"/>
              <a:buChar char="•"/>
            </a:pPr>
            <a:endParaRPr lang="en-US" sz="1800" i="0" u="none" strike="noStrike" cap="none" dirty="0">
              <a:solidFill>
                <a:srgbClr val="3F3F3F"/>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686">
          <a:extLst>
            <a:ext uri="{FF2B5EF4-FFF2-40B4-BE49-F238E27FC236}">
              <a16:creationId xmlns:a16="http://schemas.microsoft.com/office/drawing/2014/main" id="{BF258AD8-8165-4468-FA7C-4646523D6E91}"/>
            </a:ext>
          </a:extLst>
        </p:cNvPr>
        <p:cNvGrpSpPr/>
        <p:nvPr/>
      </p:nvGrpSpPr>
      <p:grpSpPr>
        <a:xfrm>
          <a:off x="0" y="0"/>
          <a:ext cx="0" cy="0"/>
          <a:chOff x="0" y="0"/>
          <a:chExt cx="0" cy="0"/>
        </a:xfrm>
      </p:grpSpPr>
      <p:sp>
        <p:nvSpPr>
          <p:cNvPr id="687" name="Google Shape;687;g37637ed14d2_0_68">
            <a:extLst>
              <a:ext uri="{FF2B5EF4-FFF2-40B4-BE49-F238E27FC236}">
                <a16:creationId xmlns:a16="http://schemas.microsoft.com/office/drawing/2014/main" id="{A711B278-2F65-8817-2228-534592B708E8}"/>
              </a:ext>
            </a:extLst>
          </p:cNvPr>
          <p:cNvSpPr txBox="1">
            <a:spLocks noGrp="1"/>
          </p:cNvSpPr>
          <p:nvPr>
            <p:ph type="title"/>
          </p:nvPr>
        </p:nvSpPr>
        <p:spPr>
          <a:xfrm>
            <a:off x="2852216" y="253794"/>
            <a:ext cx="7348250"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dirty="0"/>
              <a:t>Assessment – WBL Project</a:t>
            </a:r>
            <a:endParaRPr dirty="0"/>
          </a:p>
        </p:txBody>
      </p:sp>
      <p:sp>
        <p:nvSpPr>
          <p:cNvPr id="688" name="Google Shape;688;g37637ed14d2_0_68">
            <a:extLst>
              <a:ext uri="{FF2B5EF4-FFF2-40B4-BE49-F238E27FC236}">
                <a16:creationId xmlns:a16="http://schemas.microsoft.com/office/drawing/2014/main" id="{0D5D4946-26F3-C238-7343-C69EF0193C11}"/>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13</a:t>
            </a:fld>
            <a:endParaRPr/>
          </a:p>
        </p:txBody>
      </p:sp>
      <p:graphicFrame>
        <p:nvGraphicFramePr>
          <p:cNvPr id="2" name="Table 1">
            <a:extLst>
              <a:ext uri="{FF2B5EF4-FFF2-40B4-BE49-F238E27FC236}">
                <a16:creationId xmlns:a16="http://schemas.microsoft.com/office/drawing/2014/main" id="{D2FD0314-B221-18FC-27B2-B064C42AFBD9}"/>
              </a:ext>
            </a:extLst>
          </p:cNvPr>
          <p:cNvGraphicFramePr>
            <a:graphicFrameLocks noGrp="1"/>
          </p:cNvGraphicFramePr>
          <p:nvPr>
            <p:extLst>
              <p:ext uri="{D42A27DB-BD31-4B8C-83A1-F6EECF244321}">
                <p14:modId xmlns:p14="http://schemas.microsoft.com/office/powerpoint/2010/main" val="632479343"/>
              </p:ext>
            </p:extLst>
          </p:nvPr>
        </p:nvGraphicFramePr>
        <p:xfrm>
          <a:off x="285898" y="1150549"/>
          <a:ext cx="11620204" cy="5308600"/>
        </p:xfrm>
        <a:graphic>
          <a:graphicData uri="http://schemas.openxmlformats.org/drawingml/2006/table">
            <a:tbl>
              <a:tblPr firstRow="1" bandRow="1">
                <a:tableStyleId>{5940675A-B579-460E-94D1-54222C63F5DA}</a:tableStyleId>
              </a:tblPr>
              <a:tblGrid>
                <a:gridCol w="2114699">
                  <a:extLst>
                    <a:ext uri="{9D8B030D-6E8A-4147-A177-3AD203B41FA5}">
                      <a16:colId xmlns:a16="http://schemas.microsoft.com/office/drawing/2014/main" val="166362753"/>
                    </a:ext>
                  </a:extLst>
                </a:gridCol>
                <a:gridCol w="2806483">
                  <a:extLst>
                    <a:ext uri="{9D8B030D-6E8A-4147-A177-3AD203B41FA5}">
                      <a16:colId xmlns:a16="http://schemas.microsoft.com/office/drawing/2014/main" val="30983675"/>
                    </a:ext>
                  </a:extLst>
                </a:gridCol>
                <a:gridCol w="3793971">
                  <a:extLst>
                    <a:ext uri="{9D8B030D-6E8A-4147-A177-3AD203B41FA5}">
                      <a16:colId xmlns:a16="http://schemas.microsoft.com/office/drawing/2014/main" val="2114463443"/>
                    </a:ext>
                  </a:extLst>
                </a:gridCol>
                <a:gridCol w="2905051">
                  <a:extLst>
                    <a:ext uri="{9D8B030D-6E8A-4147-A177-3AD203B41FA5}">
                      <a16:colId xmlns:a16="http://schemas.microsoft.com/office/drawing/2014/main" val="845878996"/>
                    </a:ext>
                  </a:extLst>
                </a:gridCol>
              </a:tblGrid>
              <a:tr h="370840">
                <a:tc>
                  <a:txBody>
                    <a:bodyPr/>
                    <a:lstStyle/>
                    <a:p>
                      <a:r>
                        <a:rPr lang="en-MY" sz="1200" b="1" dirty="0"/>
                        <a:t>Assessment </a:t>
                      </a:r>
                    </a:p>
                  </a:txBody>
                  <a:tcPr>
                    <a:solidFill>
                      <a:schemeClr val="bg1">
                        <a:lumMod val="95000"/>
                      </a:schemeClr>
                    </a:solidFill>
                  </a:tcPr>
                </a:tc>
                <a:tc>
                  <a:txBody>
                    <a:bodyPr/>
                    <a:lstStyle/>
                    <a:p>
                      <a:r>
                        <a:rPr lang="en-MY" sz="1200" b="1" dirty="0">
                          <a:solidFill>
                            <a:srgbClr val="0070C0"/>
                          </a:solidFill>
                        </a:rPr>
                        <a:t>Example of Case study</a:t>
                      </a:r>
                    </a:p>
                  </a:txBody>
                  <a:tcPr>
                    <a:solidFill>
                      <a:schemeClr val="bg1">
                        <a:lumMod val="95000"/>
                      </a:schemeClr>
                    </a:solidFill>
                  </a:tcPr>
                </a:tc>
                <a:tc>
                  <a:txBody>
                    <a:bodyPr/>
                    <a:lstStyle/>
                    <a:p>
                      <a:r>
                        <a:rPr lang="en-MY" sz="1200" b="1" dirty="0"/>
                        <a:t>Instruction </a:t>
                      </a:r>
                    </a:p>
                  </a:txBody>
                  <a:tcPr>
                    <a:solidFill>
                      <a:schemeClr val="bg1">
                        <a:lumMod val="95000"/>
                      </a:schemeClr>
                    </a:solidFill>
                  </a:tcPr>
                </a:tc>
                <a:tc>
                  <a:txBody>
                    <a:bodyPr/>
                    <a:lstStyle/>
                    <a:p>
                      <a:r>
                        <a:rPr lang="en-MY" sz="1200" b="1" dirty="0"/>
                        <a:t>Rubric</a:t>
                      </a:r>
                    </a:p>
                  </a:txBody>
                  <a:tcPr>
                    <a:solidFill>
                      <a:schemeClr val="bg1">
                        <a:lumMod val="95000"/>
                      </a:schemeClr>
                    </a:solidFill>
                  </a:tcPr>
                </a:tc>
                <a:extLst>
                  <a:ext uri="{0D108BD9-81ED-4DB2-BD59-A6C34878D82A}">
                    <a16:rowId xmlns:a16="http://schemas.microsoft.com/office/drawing/2014/main" val="618928635"/>
                  </a:ext>
                </a:extLst>
              </a:tr>
              <a:tr h="370840">
                <a:tc>
                  <a:txBody>
                    <a:bodyPr/>
                    <a:lstStyle/>
                    <a:p>
                      <a:r>
                        <a:rPr lang="en-MY" sz="1200" dirty="0"/>
                        <a:t>Assignment 1 – User Stories</a:t>
                      </a:r>
                    </a:p>
                  </a:txBody>
                  <a:tcPr>
                    <a:solidFill>
                      <a:schemeClr val="bg1"/>
                    </a:solidFill>
                  </a:tcPr>
                </a:tc>
                <a:tc>
                  <a:txBody>
                    <a:bodyPr/>
                    <a:lstStyle/>
                    <a:p>
                      <a:r>
                        <a:rPr lang="en-US" sz="1200" dirty="0">
                          <a:solidFill>
                            <a:srgbClr val="0070C0"/>
                          </a:solidFill>
                        </a:rPr>
                        <a:t>The university wants to build an e-learning platform for online courses, quizzes, and course materials. </a:t>
                      </a:r>
                    </a:p>
                    <a:p>
                      <a:r>
                        <a:rPr lang="en-US" sz="1200" dirty="0">
                          <a:solidFill>
                            <a:srgbClr val="0070C0"/>
                          </a:solidFill>
                        </a:rPr>
                        <a:t>Requires functional &amp; non-functional Specification</a:t>
                      </a:r>
                      <a:endParaRPr lang="en-MY" sz="1200" dirty="0">
                        <a:solidFill>
                          <a:srgbClr val="0070C0"/>
                        </a:solidFill>
                      </a:endParaRPr>
                    </a:p>
                  </a:txBody>
                  <a:tcPr>
                    <a:solidFill>
                      <a:schemeClr val="bg1"/>
                    </a:solidFill>
                  </a:tcPr>
                </a:tc>
                <a:tc>
                  <a:txBody>
                    <a:bodyPr/>
                    <a:lstStyle/>
                    <a:p>
                      <a:pPr marL="171450" indent="-171450">
                        <a:buFont typeface="Wingdings" panose="05000000000000000000" pitchFamily="2" charset="2"/>
                        <a:buChar char="§"/>
                      </a:pPr>
                      <a:r>
                        <a:rPr lang="en-US" sz="1200" dirty="0"/>
                        <a:t>Write a set of 8–12 user stories (As a &lt;role&gt; I want &lt;feature&gt; so that &lt;benefit&gt;) for key functions (course enrolment, content upload, assessment).</a:t>
                      </a:r>
                      <a:endParaRPr lang="en-MY" sz="1200" dirty="0"/>
                    </a:p>
                  </a:txBody>
                  <a:tcPr>
                    <a:solidFill>
                      <a:schemeClr val="bg1"/>
                    </a:solidFill>
                  </a:tcPr>
                </a:tc>
                <a:tc>
                  <a:txBody>
                    <a:bodyPr/>
                    <a:lstStyle/>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Clarity &amp; Format (user stories well formed)</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Coverage (important system aspects captured)</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Logical Cohesiveness (stories fit together)</a:t>
                      </a:r>
                      <a:endParaRPr lang="en-MY" sz="1200" b="0" i="0" u="none" strike="noStrike" cap="none" dirty="0">
                        <a:solidFill>
                          <a:schemeClr val="tx1"/>
                        </a:solidFill>
                        <a:latin typeface="+mn-lt"/>
                        <a:ea typeface="+mn-ea"/>
                        <a:cs typeface="+mn-cs"/>
                        <a:sym typeface="Arial"/>
                      </a:endParaRPr>
                    </a:p>
                  </a:txBody>
                  <a:tcPr>
                    <a:solidFill>
                      <a:schemeClr val="bg1"/>
                    </a:solidFill>
                  </a:tcPr>
                </a:tc>
                <a:extLst>
                  <a:ext uri="{0D108BD9-81ED-4DB2-BD59-A6C34878D82A}">
                    <a16:rowId xmlns:a16="http://schemas.microsoft.com/office/drawing/2014/main" val="1645559751"/>
                  </a:ext>
                </a:extLst>
              </a:tr>
              <a:tr h="370840">
                <a:tc>
                  <a:txBody>
                    <a:bodyPr/>
                    <a:lstStyle/>
                    <a:p>
                      <a:r>
                        <a:rPr lang="en-MY" sz="1200" dirty="0"/>
                        <a:t>Assignment 2 – </a:t>
                      </a:r>
                      <a:r>
                        <a:rPr lang="en-MY" sz="1200" dirty="0" err="1"/>
                        <a:t>MoSCow</a:t>
                      </a:r>
                      <a:r>
                        <a:rPr lang="en-MY" sz="1200" dirty="0"/>
                        <a:t> Classification</a:t>
                      </a:r>
                    </a:p>
                  </a:txBody>
                  <a:tcPr>
                    <a:solidFill>
                      <a:schemeClr val="bg1"/>
                    </a:solidFill>
                  </a:tcPr>
                </a:tc>
                <a:tc>
                  <a:txBody>
                    <a:bodyPr/>
                    <a:lstStyle/>
                    <a:p>
                      <a:r>
                        <a:rPr lang="en-US" sz="1200" dirty="0">
                          <a:solidFill>
                            <a:srgbClr val="0070C0"/>
                          </a:solidFill>
                        </a:rPr>
                        <a:t>From the same e-learning case, refine the user stories and classify them properly.</a:t>
                      </a:r>
                      <a:endParaRPr lang="en-MY" sz="1200" dirty="0">
                        <a:solidFill>
                          <a:srgbClr val="0070C0"/>
                        </a:solidFill>
                      </a:endParaRPr>
                    </a:p>
                  </a:txBody>
                  <a:tcPr>
                    <a:solidFill>
                      <a:schemeClr val="bg1"/>
                    </a:solidFill>
                  </a:tcPr>
                </a:tc>
                <a:tc>
                  <a:txBody>
                    <a:bodyPr/>
                    <a:lstStyle/>
                    <a:p>
                      <a:pPr marL="171450" indent="-171450">
                        <a:buFont typeface="Wingdings" panose="05000000000000000000" pitchFamily="2" charset="2"/>
                        <a:buChar char="§"/>
                      </a:pPr>
                      <a:r>
                        <a:rPr lang="en-US" sz="1200" dirty="0" err="1"/>
                        <a:t>Prioritise</a:t>
                      </a:r>
                      <a:r>
                        <a:rPr lang="en-US" sz="1200" dirty="0"/>
                        <a:t> US using </a:t>
                      </a:r>
                      <a:r>
                        <a:rPr lang="en-US" sz="1200" dirty="0" err="1"/>
                        <a:t>MoSCoW</a:t>
                      </a:r>
                      <a:r>
                        <a:rPr lang="en-US" sz="1200" dirty="0"/>
                        <a:t> (Must, Should, Could, Won’t).</a:t>
                      </a:r>
                    </a:p>
                    <a:p>
                      <a:pPr marL="171450" indent="-171450">
                        <a:buFont typeface="Wingdings" panose="05000000000000000000" pitchFamily="2" charset="2"/>
                        <a:buChar char="§"/>
                      </a:pPr>
                      <a:r>
                        <a:rPr lang="en-US" sz="1200" dirty="0"/>
                        <a:t>Justify each classification with business value / technical risk. </a:t>
                      </a:r>
                    </a:p>
                    <a:p>
                      <a:pPr marL="171450" indent="-171450">
                        <a:buFont typeface="Wingdings" panose="05000000000000000000" pitchFamily="2" charset="2"/>
                        <a:buChar char="§"/>
                      </a:pPr>
                      <a:r>
                        <a:rPr lang="en-US" sz="1200" dirty="0"/>
                        <a:t>Propose a Minimum Usable Subset (MUS).</a:t>
                      </a:r>
                      <a:endParaRPr lang="en-MY" sz="1200" dirty="0"/>
                    </a:p>
                  </a:txBody>
                  <a:tcP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
                        <a:tabLst/>
                        <a:defRPr/>
                      </a:pPr>
                      <a:r>
                        <a:rPr lang="en-US" sz="1200" b="0" i="0" u="none" strike="noStrike" cap="none" dirty="0">
                          <a:solidFill>
                            <a:schemeClr val="tx1"/>
                          </a:solidFill>
                          <a:latin typeface="+mn-lt"/>
                          <a:ea typeface="+mn-ea"/>
                          <a:cs typeface="+mn-cs"/>
                          <a:sym typeface="Arial"/>
                        </a:rPr>
                        <a:t>Correct </a:t>
                      </a:r>
                      <a:r>
                        <a:rPr lang="en-US" sz="1200" b="0" i="0" u="none" strike="noStrike" cap="none" dirty="0" err="1">
                          <a:solidFill>
                            <a:schemeClr val="tx1"/>
                          </a:solidFill>
                          <a:latin typeface="+mn-lt"/>
                          <a:ea typeface="+mn-ea"/>
                          <a:cs typeface="+mn-cs"/>
                          <a:sym typeface="Arial"/>
                        </a:rPr>
                        <a:t>Prioritisation</a:t>
                      </a:r>
                      <a:r>
                        <a:rPr lang="en-US" sz="1200" b="0" i="0" u="none" strike="noStrike" cap="none" dirty="0">
                          <a:solidFill>
                            <a:schemeClr val="tx1"/>
                          </a:solidFill>
                          <a:latin typeface="+mn-lt"/>
                          <a:ea typeface="+mn-ea"/>
                          <a:cs typeface="+mn-cs"/>
                          <a:sym typeface="Arial"/>
                        </a:rPr>
                        <a:t> (justified </a:t>
                      </a:r>
                      <a:r>
                        <a:rPr lang="en-US" sz="1200" b="0" i="0" u="none" strike="noStrike" cap="none" dirty="0" err="1">
                          <a:solidFill>
                            <a:schemeClr val="tx1"/>
                          </a:solidFill>
                          <a:latin typeface="+mn-lt"/>
                          <a:ea typeface="+mn-ea"/>
                          <a:cs typeface="+mn-cs"/>
                          <a:sym typeface="Arial"/>
                        </a:rPr>
                        <a:t>MoSCoW</a:t>
                      </a:r>
                      <a:r>
                        <a:rPr lang="en-US" sz="1200" b="0" i="0" u="none" strike="noStrike" cap="none" dirty="0">
                          <a:solidFill>
                            <a:schemeClr val="tx1"/>
                          </a:solidFill>
                          <a:latin typeface="+mn-lt"/>
                          <a:ea typeface="+mn-ea"/>
                          <a:cs typeface="+mn-cs"/>
                          <a:sym typeface="Arial"/>
                        </a:rPr>
                        <a:t> classification)</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Balance in MUS (reasonable Must vs Should / Could) </a:t>
                      </a:r>
                      <a:br>
                        <a:rPr lang="en-US" sz="1200" b="0" i="0" u="none" strike="noStrike" cap="none" dirty="0">
                          <a:solidFill>
                            <a:schemeClr val="tx1"/>
                          </a:solidFill>
                          <a:latin typeface="+mn-lt"/>
                          <a:ea typeface="+mn-ea"/>
                          <a:cs typeface="+mn-cs"/>
                          <a:sym typeface="Arial"/>
                        </a:rPr>
                      </a:br>
                      <a:r>
                        <a:rPr lang="en-US" sz="1200" b="0" i="0" u="none" strike="noStrike" cap="none" dirty="0">
                          <a:solidFill>
                            <a:schemeClr val="tx1"/>
                          </a:solidFill>
                          <a:latin typeface="+mn-lt"/>
                          <a:ea typeface="+mn-ea"/>
                          <a:cs typeface="+mn-cs"/>
                          <a:sym typeface="Arial"/>
                        </a:rPr>
                        <a:t>Alignment with Case Business Goals </a:t>
                      </a:r>
                      <a:br>
                        <a:rPr lang="en-US" sz="1200" b="0" i="0" u="none" strike="noStrike" cap="none" dirty="0">
                          <a:solidFill>
                            <a:schemeClr val="tx1"/>
                          </a:solidFill>
                          <a:latin typeface="+mn-lt"/>
                          <a:ea typeface="+mn-ea"/>
                          <a:cs typeface="+mn-cs"/>
                          <a:sym typeface="Arial"/>
                        </a:rPr>
                      </a:br>
                      <a:r>
                        <a:rPr lang="en-US" sz="1200" b="0" i="0" u="none" strike="noStrike" cap="none" dirty="0">
                          <a:solidFill>
                            <a:schemeClr val="tx1"/>
                          </a:solidFill>
                          <a:latin typeface="+mn-lt"/>
                          <a:ea typeface="+mn-ea"/>
                          <a:cs typeface="+mn-cs"/>
                          <a:sym typeface="Arial"/>
                        </a:rPr>
                        <a:t>Consistency &amp; Logic</a:t>
                      </a:r>
                      <a:endParaRPr lang="en-MY" sz="1200" b="0" i="0" u="none" strike="noStrike" cap="none" dirty="0">
                        <a:solidFill>
                          <a:schemeClr val="tx1"/>
                        </a:solidFill>
                        <a:latin typeface="+mn-lt"/>
                        <a:ea typeface="+mn-ea"/>
                        <a:cs typeface="+mn-cs"/>
                        <a:sym typeface="Arial"/>
                      </a:endParaRPr>
                    </a:p>
                  </a:txBody>
                  <a:tcPr>
                    <a:solidFill>
                      <a:schemeClr val="bg1"/>
                    </a:solidFill>
                  </a:tcPr>
                </a:tc>
                <a:extLst>
                  <a:ext uri="{0D108BD9-81ED-4DB2-BD59-A6C34878D82A}">
                    <a16:rowId xmlns:a16="http://schemas.microsoft.com/office/drawing/2014/main" val="3477341330"/>
                  </a:ext>
                </a:extLst>
              </a:tr>
              <a:tr h="370840">
                <a:tc>
                  <a:txBody>
                    <a:bodyPr/>
                    <a:lstStyle/>
                    <a:p>
                      <a:r>
                        <a:rPr lang="en-MY" sz="1200" dirty="0"/>
                        <a:t>Assignment 3 – Time-Boxing</a:t>
                      </a:r>
                    </a:p>
                  </a:txBody>
                  <a:tcPr>
                    <a:solidFill>
                      <a:schemeClr val="bg1"/>
                    </a:solidFill>
                  </a:tcPr>
                </a:tc>
                <a:tc>
                  <a:txBody>
                    <a:bodyPr/>
                    <a:lstStyle/>
                    <a:p>
                      <a:r>
                        <a:rPr lang="en-US" sz="1200" dirty="0">
                          <a:solidFill>
                            <a:srgbClr val="0070C0"/>
                          </a:solidFill>
                        </a:rPr>
                        <a:t>Use the previously </a:t>
                      </a:r>
                      <a:r>
                        <a:rPr lang="en-US" sz="1200" dirty="0" err="1">
                          <a:solidFill>
                            <a:srgbClr val="0070C0"/>
                          </a:solidFill>
                        </a:rPr>
                        <a:t>prioritised</a:t>
                      </a:r>
                      <a:r>
                        <a:rPr lang="en-US" sz="1200" dirty="0">
                          <a:solidFill>
                            <a:srgbClr val="0070C0"/>
                          </a:solidFill>
                        </a:rPr>
                        <a:t> stories for time-boxing.</a:t>
                      </a:r>
                      <a:endParaRPr lang="en-MY" sz="1200" dirty="0">
                        <a:solidFill>
                          <a:srgbClr val="0070C0"/>
                        </a:solidFill>
                      </a:endParaRPr>
                    </a:p>
                  </a:txBody>
                  <a:tcPr>
                    <a:solidFill>
                      <a:schemeClr val="bg1"/>
                    </a:solidFill>
                  </a:tcPr>
                </a:tc>
                <a:tc>
                  <a:txBody>
                    <a:bodyPr/>
                    <a:lstStyle/>
                    <a:p>
                      <a:pPr marL="171450" indent="-171450">
                        <a:buFont typeface="Wingdings" panose="05000000000000000000" pitchFamily="2" charset="2"/>
                        <a:buChar char="§"/>
                      </a:pPr>
                      <a:r>
                        <a:rPr lang="en-US" sz="1200" dirty="0"/>
                        <a:t>Partition user stories into 2–3 timeboxes (iterations) of fixed duration (e.g. 2 weeks each). </a:t>
                      </a:r>
                    </a:p>
                    <a:p>
                      <a:pPr marL="171450" indent="-171450">
                        <a:buFont typeface="Wingdings" panose="05000000000000000000" pitchFamily="2" charset="2"/>
                        <a:buChar char="§"/>
                      </a:pPr>
                      <a:r>
                        <a:rPr lang="en-US" sz="1200" dirty="0"/>
                        <a:t>Assign stories to timeboxes, ensure balance.</a:t>
                      </a:r>
                    </a:p>
                    <a:p>
                      <a:pPr marL="171450" indent="-171450">
                        <a:buFont typeface="Wingdings" panose="05000000000000000000" pitchFamily="2" charset="2"/>
                        <a:buChar char="§"/>
                      </a:pPr>
                      <a:r>
                        <a:rPr lang="en-US" sz="1200" dirty="0"/>
                        <a:t>Provide a simple schedule / plan showing which features delivered when.</a:t>
                      </a:r>
                      <a:endParaRPr lang="en-MY" sz="1200" dirty="0"/>
                    </a:p>
                  </a:txBody>
                  <a:tcPr>
                    <a:solidFill>
                      <a:schemeClr val="bg1"/>
                    </a:solidFill>
                  </a:tcPr>
                </a:tc>
                <a:tc>
                  <a:txBody>
                    <a:bodyPr/>
                    <a:lstStyle/>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Feasibility (workload per timebox realistic) </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Cohesion (dependencies respected) </a:t>
                      </a:r>
                      <a:br>
                        <a:rPr lang="en-US" sz="1200" b="0" i="0" u="none" strike="noStrike" cap="none" dirty="0">
                          <a:solidFill>
                            <a:schemeClr val="tx1"/>
                          </a:solidFill>
                          <a:latin typeface="+mn-lt"/>
                          <a:ea typeface="+mn-ea"/>
                          <a:cs typeface="+mn-cs"/>
                          <a:sym typeface="Arial"/>
                        </a:rPr>
                      </a:br>
                      <a:r>
                        <a:rPr lang="en-US" sz="1200" b="0" i="0" u="none" strike="noStrike" cap="none" dirty="0">
                          <a:solidFill>
                            <a:schemeClr val="tx1"/>
                          </a:solidFill>
                          <a:latin typeface="+mn-lt"/>
                          <a:ea typeface="+mn-ea"/>
                          <a:cs typeface="+mn-cs"/>
                          <a:sym typeface="Arial"/>
                        </a:rPr>
                        <a:t>Value Delivered Early (Musts in first boxes) </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Clarity of Plan / Schedule</a:t>
                      </a:r>
                      <a:endParaRPr lang="en-MY" sz="1200" b="0" i="0" u="none" strike="noStrike" cap="none" dirty="0">
                        <a:solidFill>
                          <a:schemeClr val="tx1"/>
                        </a:solidFill>
                        <a:latin typeface="+mn-lt"/>
                        <a:ea typeface="+mn-ea"/>
                        <a:cs typeface="+mn-cs"/>
                        <a:sym typeface="Arial"/>
                      </a:endParaRPr>
                    </a:p>
                  </a:txBody>
                  <a:tcPr>
                    <a:solidFill>
                      <a:schemeClr val="bg1"/>
                    </a:solidFill>
                  </a:tcPr>
                </a:tc>
                <a:extLst>
                  <a:ext uri="{0D108BD9-81ED-4DB2-BD59-A6C34878D82A}">
                    <a16:rowId xmlns:a16="http://schemas.microsoft.com/office/drawing/2014/main" val="3413049346"/>
                  </a:ext>
                </a:extLst>
              </a:tr>
              <a:tr h="370840">
                <a:tc>
                  <a:txBody>
                    <a:bodyPr/>
                    <a:lstStyle/>
                    <a:p>
                      <a:r>
                        <a:rPr lang="en-MY" sz="1200" dirty="0"/>
                        <a:t>Assignment 4 – Monetization Planning</a:t>
                      </a:r>
                    </a:p>
                  </a:txBody>
                  <a:tcPr>
                    <a:solidFill>
                      <a:schemeClr val="bg1"/>
                    </a:solidFill>
                  </a:tcPr>
                </a:tc>
                <a:tc>
                  <a:txBody>
                    <a:bodyPr/>
                    <a:lstStyle/>
                    <a:p>
                      <a:r>
                        <a:rPr lang="en-US" sz="1200" dirty="0">
                          <a:solidFill>
                            <a:srgbClr val="0070C0"/>
                          </a:solidFill>
                        </a:rPr>
                        <a:t>For the e-learning system, design how the platform can generate revenue or financial sustainability.</a:t>
                      </a:r>
                      <a:endParaRPr lang="en-MY" sz="1200" dirty="0">
                        <a:solidFill>
                          <a:srgbClr val="0070C0"/>
                        </a:solidFill>
                      </a:endParaRPr>
                    </a:p>
                  </a:txBody>
                  <a:tcPr>
                    <a:solidFill>
                      <a:schemeClr val="bg1"/>
                    </a:solidFill>
                  </a:tcPr>
                </a:tc>
                <a:tc>
                  <a:txBody>
                    <a:bodyPr/>
                    <a:lstStyle/>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Propose 2–3 monetization strategies (e.g. subscription, freemium, course fees, ads). </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Model expected income, costs, breaking-even point.</a:t>
                      </a:r>
                    </a:p>
                    <a:p>
                      <a:pPr marL="171450" marR="0" indent="-171450" algn="l" rtl="0">
                        <a:lnSpc>
                          <a:spcPct val="100000"/>
                        </a:lnSpc>
                        <a:spcBef>
                          <a:spcPts val="0"/>
                        </a:spcBef>
                        <a:spcAft>
                          <a:spcPts val="0"/>
                        </a:spcAft>
                        <a:buClr>
                          <a:srgbClr val="000000"/>
                        </a:buClr>
                        <a:buFont typeface="Wingdings" panose="05000000000000000000" pitchFamily="2" charset="2"/>
                        <a:buChar char="§"/>
                      </a:pPr>
                      <a:r>
                        <a:rPr lang="en-US" sz="1200" b="0" i="0" u="none" strike="noStrike" cap="none" dirty="0">
                          <a:solidFill>
                            <a:schemeClr val="tx1"/>
                          </a:solidFill>
                          <a:latin typeface="+mn-lt"/>
                          <a:ea typeface="+mn-ea"/>
                          <a:cs typeface="+mn-cs"/>
                          <a:sym typeface="Arial"/>
                        </a:rPr>
                        <a:t>Discuss risks and how Agile delivery interacts with monetization (e.g. feature gating, MVP).</a:t>
                      </a:r>
                      <a:endParaRPr lang="en-MY" sz="1200" b="0" i="0" u="none" strike="noStrike" cap="none" dirty="0">
                        <a:solidFill>
                          <a:schemeClr val="tx1"/>
                        </a:solidFill>
                        <a:latin typeface="+mn-lt"/>
                        <a:ea typeface="+mn-ea"/>
                        <a:cs typeface="+mn-cs"/>
                        <a:sym typeface="Arial"/>
                      </a:endParaRPr>
                    </a:p>
                  </a:txBody>
                  <a:tcPr>
                    <a:solidFill>
                      <a:schemeClr val="bg1"/>
                    </a:solidFill>
                  </a:tcPr>
                </a:tc>
                <a:tc>
                  <a:txBody>
                    <a:bodyPr/>
                    <a:lstStyle/>
                    <a:p>
                      <a:pPr marL="171450" indent="-171450">
                        <a:buFont typeface="Wingdings" panose="05000000000000000000" pitchFamily="2" charset="2"/>
                        <a:buChar char="§"/>
                      </a:pPr>
                      <a:r>
                        <a:rPr lang="en-US" sz="1200" b="1" dirty="0"/>
                        <a:t>Business Viability</a:t>
                      </a:r>
                      <a:r>
                        <a:rPr lang="en-US" sz="1200" dirty="0"/>
                        <a:t> (realistic financial model) </a:t>
                      </a:r>
                    </a:p>
                    <a:p>
                      <a:pPr marL="171450" indent="-171450">
                        <a:buFont typeface="Wingdings" panose="05000000000000000000" pitchFamily="2" charset="2"/>
                        <a:buChar char="§"/>
                      </a:pPr>
                      <a:r>
                        <a:rPr lang="en-US" sz="1200" b="1" dirty="0"/>
                        <a:t>Creativity / Innovation</a:t>
                      </a:r>
                      <a:r>
                        <a:rPr lang="en-US" sz="1200" dirty="0"/>
                        <a:t> of revenue ideas </a:t>
                      </a:r>
                    </a:p>
                    <a:p>
                      <a:pPr marL="171450" indent="-171450">
                        <a:buFont typeface="Wingdings" panose="05000000000000000000" pitchFamily="2" charset="2"/>
                        <a:buChar char="§"/>
                      </a:pPr>
                      <a:r>
                        <a:rPr lang="en-US" sz="1200" b="1" dirty="0"/>
                        <a:t>Risk &amp; Mitigation</a:t>
                      </a:r>
                      <a:r>
                        <a:rPr lang="en-US" sz="1200" dirty="0"/>
                        <a:t> </a:t>
                      </a:r>
                    </a:p>
                    <a:p>
                      <a:pPr marL="171450" indent="-171450">
                        <a:buFont typeface="Wingdings" panose="05000000000000000000" pitchFamily="2" charset="2"/>
                        <a:buChar char="§"/>
                      </a:pPr>
                      <a:r>
                        <a:rPr lang="en-US" sz="1200" b="1" dirty="0"/>
                        <a:t>Integration with Agile / delivery plan</a:t>
                      </a:r>
                      <a:endParaRPr lang="en-MY" sz="1200" dirty="0"/>
                    </a:p>
                  </a:txBody>
                  <a:tcPr>
                    <a:solidFill>
                      <a:schemeClr val="bg1"/>
                    </a:solidFill>
                  </a:tcPr>
                </a:tc>
                <a:extLst>
                  <a:ext uri="{0D108BD9-81ED-4DB2-BD59-A6C34878D82A}">
                    <a16:rowId xmlns:a16="http://schemas.microsoft.com/office/drawing/2014/main" val="1111871040"/>
                  </a:ext>
                </a:extLst>
              </a:tr>
            </a:tbl>
          </a:graphicData>
        </a:graphic>
      </p:graphicFrame>
    </p:spTree>
    <p:extLst>
      <p:ext uri="{BB962C8B-B14F-4D97-AF65-F5344CB8AC3E}">
        <p14:creationId xmlns:p14="http://schemas.microsoft.com/office/powerpoint/2010/main" val="2384733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686">
          <a:extLst>
            <a:ext uri="{FF2B5EF4-FFF2-40B4-BE49-F238E27FC236}">
              <a16:creationId xmlns:a16="http://schemas.microsoft.com/office/drawing/2014/main" id="{92E3A164-1779-334D-0E25-F3802B01F17F}"/>
            </a:ext>
          </a:extLst>
        </p:cNvPr>
        <p:cNvGrpSpPr/>
        <p:nvPr/>
      </p:nvGrpSpPr>
      <p:grpSpPr>
        <a:xfrm>
          <a:off x="0" y="0"/>
          <a:ext cx="0" cy="0"/>
          <a:chOff x="0" y="0"/>
          <a:chExt cx="0" cy="0"/>
        </a:xfrm>
      </p:grpSpPr>
      <p:sp>
        <p:nvSpPr>
          <p:cNvPr id="687" name="Google Shape;687;g37637ed14d2_0_68">
            <a:extLst>
              <a:ext uri="{FF2B5EF4-FFF2-40B4-BE49-F238E27FC236}">
                <a16:creationId xmlns:a16="http://schemas.microsoft.com/office/drawing/2014/main" id="{FC8C16E3-FA46-497C-27C0-44EC9B6CDDAF}"/>
              </a:ext>
            </a:extLst>
          </p:cNvPr>
          <p:cNvSpPr txBox="1">
            <a:spLocks noGrp="1"/>
          </p:cNvSpPr>
          <p:nvPr>
            <p:ph type="title"/>
          </p:nvPr>
        </p:nvSpPr>
        <p:spPr>
          <a:xfrm>
            <a:off x="935665" y="104939"/>
            <a:ext cx="9254169"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dirty="0"/>
              <a:t>Assignment 1 – User Stories</a:t>
            </a:r>
            <a:endParaRPr dirty="0"/>
          </a:p>
        </p:txBody>
      </p:sp>
      <p:sp>
        <p:nvSpPr>
          <p:cNvPr id="688" name="Google Shape;688;g37637ed14d2_0_68">
            <a:extLst>
              <a:ext uri="{FF2B5EF4-FFF2-40B4-BE49-F238E27FC236}">
                <a16:creationId xmlns:a16="http://schemas.microsoft.com/office/drawing/2014/main" id="{2D26162F-C74A-7E85-3DA7-E8EF2CB94A50}"/>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14</a:t>
            </a:fld>
            <a:endParaRPr/>
          </a:p>
        </p:txBody>
      </p:sp>
      <p:pic>
        <p:nvPicPr>
          <p:cNvPr id="8" name="Picture 7">
            <a:extLst>
              <a:ext uri="{FF2B5EF4-FFF2-40B4-BE49-F238E27FC236}">
                <a16:creationId xmlns:a16="http://schemas.microsoft.com/office/drawing/2014/main" id="{47A61D51-9702-09F2-25EC-93D9AC6C4D9B}"/>
              </a:ext>
            </a:extLst>
          </p:cNvPr>
          <p:cNvPicPr>
            <a:picLocks noChangeAspect="1"/>
          </p:cNvPicPr>
          <p:nvPr/>
        </p:nvPicPr>
        <p:blipFill>
          <a:blip r:embed="rId3"/>
          <a:stretch>
            <a:fillRect/>
          </a:stretch>
        </p:blipFill>
        <p:spPr>
          <a:xfrm>
            <a:off x="332571" y="856263"/>
            <a:ext cx="5763429" cy="5896798"/>
          </a:xfrm>
          <a:prstGeom prst="rect">
            <a:avLst/>
          </a:prstGeom>
        </p:spPr>
      </p:pic>
      <p:pic>
        <p:nvPicPr>
          <p:cNvPr id="10" name="Picture 9">
            <a:extLst>
              <a:ext uri="{FF2B5EF4-FFF2-40B4-BE49-F238E27FC236}">
                <a16:creationId xmlns:a16="http://schemas.microsoft.com/office/drawing/2014/main" id="{E10E04D1-3E9E-A81E-E0F6-504EC2010C14}"/>
              </a:ext>
            </a:extLst>
          </p:cNvPr>
          <p:cNvPicPr>
            <a:picLocks noChangeAspect="1"/>
          </p:cNvPicPr>
          <p:nvPr/>
        </p:nvPicPr>
        <p:blipFill>
          <a:blip r:embed="rId4"/>
          <a:stretch>
            <a:fillRect/>
          </a:stretch>
        </p:blipFill>
        <p:spPr>
          <a:xfrm>
            <a:off x="6326306" y="852839"/>
            <a:ext cx="5706271" cy="5725324"/>
          </a:xfrm>
          <a:prstGeom prst="rect">
            <a:avLst/>
          </a:prstGeom>
        </p:spPr>
      </p:pic>
    </p:spTree>
    <p:extLst>
      <p:ext uri="{BB962C8B-B14F-4D97-AF65-F5344CB8AC3E}">
        <p14:creationId xmlns:p14="http://schemas.microsoft.com/office/powerpoint/2010/main" val="2928525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86">
          <a:extLst>
            <a:ext uri="{FF2B5EF4-FFF2-40B4-BE49-F238E27FC236}">
              <a16:creationId xmlns:a16="http://schemas.microsoft.com/office/drawing/2014/main" id="{80DF5EED-D774-18B5-822E-B3D0DDBEF3AB}"/>
            </a:ext>
          </a:extLst>
        </p:cNvPr>
        <p:cNvGrpSpPr/>
        <p:nvPr/>
      </p:nvGrpSpPr>
      <p:grpSpPr>
        <a:xfrm>
          <a:off x="0" y="0"/>
          <a:ext cx="0" cy="0"/>
          <a:chOff x="0" y="0"/>
          <a:chExt cx="0" cy="0"/>
        </a:xfrm>
      </p:grpSpPr>
      <p:sp>
        <p:nvSpPr>
          <p:cNvPr id="687" name="Google Shape;687;g37637ed14d2_0_68">
            <a:extLst>
              <a:ext uri="{FF2B5EF4-FFF2-40B4-BE49-F238E27FC236}">
                <a16:creationId xmlns:a16="http://schemas.microsoft.com/office/drawing/2014/main" id="{5134156F-B353-DFCC-7A4E-EEDAA4DBB655}"/>
              </a:ext>
            </a:extLst>
          </p:cNvPr>
          <p:cNvSpPr txBox="1">
            <a:spLocks noGrp="1"/>
          </p:cNvSpPr>
          <p:nvPr>
            <p:ph type="title"/>
          </p:nvPr>
        </p:nvSpPr>
        <p:spPr>
          <a:xfrm>
            <a:off x="744279" y="104939"/>
            <a:ext cx="9445555"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dirty="0"/>
              <a:t>Assignment 2 - </a:t>
            </a:r>
            <a:r>
              <a:rPr lang="en-MY" dirty="0" err="1"/>
              <a:t>MoSCow</a:t>
            </a:r>
            <a:r>
              <a:rPr lang="en-MY" dirty="0"/>
              <a:t> Classification </a:t>
            </a:r>
            <a:endParaRPr dirty="0"/>
          </a:p>
        </p:txBody>
      </p:sp>
      <p:sp>
        <p:nvSpPr>
          <p:cNvPr id="688" name="Google Shape;688;g37637ed14d2_0_68">
            <a:extLst>
              <a:ext uri="{FF2B5EF4-FFF2-40B4-BE49-F238E27FC236}">
                <a16:creationId xmlns:a16="http://schemas.microsoft.com/office/drawing/2014/main" id="{B2829D1F-A000-FF1E-F19F-70E2B7A0B892}"/>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15</a:t>
            </a:fld>
            <a:endParaRPr/>
          </a:p>
        </p:txBody>
      </p:sp>
      <p:pic>
        <p:nvPicPr>
          <p:cNvPr id="4" name="Picture 3">
            <a:extLst>
              <a:ext uri="{FF2B5EF4-FFF2-40B4-BE49-F238E27FC236}">
                <a16:creationId xmlns:a16="http://schemas.microsoft.com/office/drawing/2014/main" id="{1B242EAB-80ED-8045-3FA5-F789AA372410}"/>
              </a:ext>
            </a:extLst>
          </p:cNvPr>
          <p:cNvPicPr>
            <a:picLocks noChangeAspect="1"/>
          </p:cNvPicPr>
          <p:nvPr/>
        </p:nvPicPr>
        <p:blipFill>
          <a:blip r:embed="rId3"/>
          <a:stretch>
            <a:fillRect/>
          </a:stretch>
        </p:blipFill>
        <p:spPr>
          <a:xfrm>
            <a:off x="2186429" y="800412"/>
            <a:ext cx="5584146" cy="5792822"/>
          </a:xfrm>
          <a:prstGeom prst="rect">
            <a:avLst/>
          </a:prstGeom>
        </p:spPr>
      </p:pic>
    </p:spTree>
    <p:extLst>
      <p:ext uri="{BB962C8B-B14F-4D97-AF65-F5344CB8AC3E}">
        <p14:creationId xmlns:p14="http://schemas.microsoft.com/office/powerpoint/2010/main" val="1468791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686">
          <a:extLst>
            <a:ext uri="{FF2B5EF4-FFF2-40B4-BE49-F238E27FC236}">
              <a16:creationId xmlns:a16="http://schemas.microsoft.com/office/drawing/2014/main" id="{4B405057-21B4-4392-A318-17904381A62E}"/>
            </a:ext>
          </a:extLst>
        </p:cNvPr>
        <p:cNvGrpSpPr/>
        <p:nvPr/>
      </p:nvGrpSpPr>
      <p:grpSpPr>
        <a:xfrm>
          <a:off x="0" y="0"/>
          <a:ext cx="0" cy="0"/>
          <a:chOff x="0" y="0"/>
          <a:chExt cx="0" cy="0"/>
        </a:xfrm>
      </p:grpSpPr>
      <p:sp>
        <p:nvSpPr>
          <p:cNvPr id="687" name="Google Shape;687;g37637ed14d2_0_68">
            <a:extLst>
              <a:ext uri="{FF2B5EF4-FFF2-40B4-BE49-F238E27FC236}">
                <a16:creationId xmlns:a16="http://schemas.microsoft.com/office/drawing/2014/main" id="{D389C00A-EE9A-BB86-C6C8-69A2A8D7F5A3}"/>
              </a:ext>
            </a:extLst>
          </p:cNvPr>
          <p:cNvSpPr txBox="1">
            <a:spLocks noGrp="1"/>
          </p:cNvSpPr>
          <p:nvPr>
            <p:ph type="title"/>
          </p:nvPr>
        </p:nvSpPr>
        <p:spPr>
          <a:xfrm>
            <a:off x="744279" y="104939"/>
            <a:ext cx="9445555"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dirty="0"/>
              <a:t>Assignment 3 – Timebox Plan</a:t>
            </a:r>
            <a:endParaRPr dirty="0"/>
          </a:p>
        </p:txBody>
      </p:sp>
      <p:sp>
        <p:nvSpPr>
          <p:cNvPr id="688" name="Google Shape;688;g37637ed14d2_0_68">
            <a:extLst>
              <a:ext uri="{FF2B5EF4-FFF2-40B4-BE49-F238E27FC236}">
                <a16:creationId xmlns:a16="http://schemas.microsoft.com/office/drawing/2014/main" id="{ED5D4482-018D-578F-0482-41EAC9B3BCE9}"/>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a:t>16</a:t>
            </a:fld>
            <a:endParaRPr/>
          </a:p>
        </p:txBody>
      </p:sp>
      <p:pic>
        <p:nvPicPr>
          <p:cNvPr id="5" name="Picture 4">
            <a:extLst>
              <a:ext uri="{FF2B5EF4-FFF2-40B4-BE49-F238E27FC236}">
                <a16:creationId xmlns:a16="http://schemas.microsoft.com/office/drawing/2014/main" id="{1E32A625-787D-541C-B9A8-63167DC5F4E1}"/>
              </a:ext>
            </a:extLst>
          </p:cNvPr>
          <p:cNvPicPr>
            <a:picLocks noChangeAspect="1"/>
          </p:cNvPicPr>
          <p:nvPr/>
        </p:nvPicPr>
        <p:blipFill>
          <a:blip r:embed="rId3"/>
          <a:stretch>
            <a:fillRect/>
          </a:stretch>
        </p:blipFill>
        <p:spPr>
          <a:xfrm>
            <a:off x="744279" y="1669419"/>
            <a:ext cx="9974067" cy="4763165"/>
          </a:xfrm>
          <a:prstGeom prst="rect">
            <a:avLst/>
          </a:prstGeom>
        </p:spPr>
      </p:pic>
    </p:spTree>
    <p:extLst>
      <p:ext uri="{BB962C8B-B14F-4D97-AF65-F5344CB8AC3E}">
        <p14:creationId xmlns:p14="http://schemas.microsoft.com/office/powerpoint/2010/main" val="2398011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686">
          <a:extLst>
            <a:ext uri="{FF2B5EF4-FFF2-40B4-BE49-F238E27FC236}">
              <a16:creationId xmlns:a16="http://schemas.microsoft.com/office/drawing/2014/main" id="{AF7315E2-A203-D26A-DD74-F7FF2BC1D9C4}"/>
            </a:ext>
          </a:extLst>
        </p:cNvPr>
        <p:cNvGrpSpPr/>
        <p:nvPr/>
      </p:nvGrpSpPr>
      <p:grpSpPr>
        <a:xfrm>
          <a:off x="0" y="0"/>
          <a:ext cx="0" cy="0"/>
          <a:chOff x="0" y="0"/>
          <a:chExt cx="0" cy="0"/>
        </a:xfrm>
      </p:grpSpPr>
      <p:sp>
        <p:nvSpPr>
          <p:cNvPr id="687" name="Google Shape;687;g37637ed14d2_0_68">
            <a:extLst>
              <a:ext uri="{FF2B5EF4-FFF2-40B4-BE49-F238E27FC236}">
                <a16:creationId xmlns:a16="http://schemas.microsoft.com/office/drawing/2014/main" id="{729D5907-3D7F-C802-1357-AF404C7F4E12}"/>
              </a:ext>
            </a:extLst>
          </p:cNvPr>
          <p:cNvSpPr txBox="1">
            <a:spLocks noGrp="1"/>
          </p:cNvSpPr>
          <p:nvPr>
            <p:ph type="title"/>
          </p:nvPr>
        </p:nvSpPr>
        <p:spPr>
          <a:xfrm>
            <a:off x="744279" y="104939"/>
            <a:ext cx="9445555" cy="747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MY"/>
              <a:t>Assignment 4 – Monetization Plan</a:t>
            </a:r>
            <a:endParaRPr lang="en-MY" dirty="0"/>
          </a:p>
        </p:txBody>
      </p:sp>
      <p:sp>
        <p:nvSpPr>
          <p:cNvPr id="688" name="Google Shape;688;g37637ed14d2_0_68">
            <a:extLst>
              <a:ext uri="{FF2B5EF4-FFF2-40B4-BE49-F238E27FC236}">
                <a16:creationId xmlns:a16="http://schemas.microsoft.com/office/drawing/2014/main" id="{BE2E99DE-25F1-85DF-51E9-9E17DEB42510}"/>
              </a:ext>
            </a:extLst>
          </p:cNvPr>
          <p:cNvSpPr txBox="1">
            <a:spLocks noGrp="1"/>
          </p:cNvSpPr>
          <p:nvPr>
            <p:ph type="sldNum" idx="12"/>
          </p:nvPr>
        </p:nvSpPr>
        <p:spPr>
          <a:xfrm>
            <a:off x="10637134" y="6432584"/>
            <a:ext cx="756300" cy="3213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MY" smtClean="0"/>
              <a:t>17</a:t>
            </a:fld>
            <a:endParaRPr lang="en-MY"/>
          </a:p>
        </p:txBody>
      </p:sp>
      <p:pic>
        <p:nvPicPr>
          <p:cNvPr id="3" name="Picture 2">
            <a:extLst>
              <a:ext uri="{FF2B5EF4-FFF2-40B4-BE49-F238E27FC236}">
                <a16:creationId xmlns:a16="http://schemas.microsoft.com/office/drawing/2014/main" id="{8F639AFC-127F-06A6-7EEE-F9C0CD5F83B8}"/>
              </a:ext>
            </a:extLst>
          </p:cNvPr>
          <p:cNvPicPr>
            <a:picLocks noChangeAspect="1"/>
          </p:cNvPicPr>
          <p:nvPr/>
        </p:nvPicPr>
        <p:blipFill>
          <a:blip r:embed="rId3"/>
          <a:stretch>
            <a:fillRect/>
          </a:stretch>
        </p:blipFill>
        <p:spPr>
          <a:xfrm>
            <a:off x="244549" y="1126419"/>
            <a:ext cx="8592749" cy="5306165"/>
          </a:xfrm>
          <a:prstGeom prst="rect">
            <a:avLst/>
          </a:prstGeom>
        </p:spPr>
      </p:pic>
      <p:pic>
        <p:nvPicPr>
          <p:cNvPr id="6" name="Picture 5">
            <a:extLst>
              <a:ext uri="{FF2B5EF4-FFF2-40B4-BE49-F238E27FC236}">
                <a16:creationId xmlns:a16="http://schemas.microsoft.com/office/drawing/2014/main" id="{10E1D351-46A7-C7A1-E902-9C4A55117AE2}"/>
              </a:ext>
            </a:extLst>
          </p:cNvPr>
          <p:cNvPicPr>
            <a:picLocks noChangeAspect="1"/>
          </p:cNvPicPr>
          <p:nvPr/>
        </p:nvPicPr>
        <p:blipFill>
          <a:blip r:embed="rId4"/>
          <a:stretch>
            <a:fillRect/>
          </a:stretch>
        </p:blipFill>
        <p:spPr>
          <a:xfrm>
            <a:off x="8966838" y="1132527"/>
            <a:ext cx="5677692" cy="5620534"/>
          </a:xfrm>
          <a:prstGeom prst="rect">
            <a:avLst/>
          </a:prstGeom>
        </p:spPr>
      </p:pic>
    </p:spTree>
    <p:extLst>
      <p:ext uri="{BB962C8B-B14F-4D97-AF65-F5344CB8AC3E}">
        <p14:creationId xmlns:p14="http://schemas.microsoft.com/office/powerpoint/2010/main" val="1636336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pic>
        <p:nvPicPr>
          <p:cNvPr id="708" name="Google Shape;708;p12" descr="A picture containing outdoor, sky, building, grass&#10;&#10;Description automatically generated"/>
          <p:cNvPicPr preferRelativeResize="0">
            <a:picLocks noGrp="1"/>
          </p:cNvPicPr>
          <p:nvPr>
            <p:ph type="pic" idx="2"/>
          </p:nvPr>
        </p:nvPicPr>
        <p:blipFill rotWithShape="1">
          <a:blip r:embed="rId3">
            <a:alphaModFix/>
          </a:blip>
          <a:srcRect/>
          <a:stretch/>
        </p:blipFill>
        <p:spPr>
          <a:xfrm>
            <a:off x="0" y="0"/>
            <a:ext cx="7645186" cy="6861429"/>
          </a:xfrm>
          <a:prstGeom prst="rect">
            <a:avLst/>
          </a:prstGeom>
          <a:noFill/>
          <a:ln>
            <a:noFill/>
          </a:ln>
        </p:spPr>
      </p:pic>
      <p:sp>
        <p:nvSpPr>
          <p:cNvPr id="709" name="Google Shape;709;p12"/>
          <p:cNvSpPr txBox="1"/>
          <p:nvPr/>
        </p:nvSpPr>
        <p:spPr>
          <a:xfrm>
            <a:off x="7230171" y="1951631"/>
            <a:ext cx="4511452" cy="1763588"/>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MY" sz="5400" b="1" i="0" u="none" strike="noStrike" cap="none">
                <a:solidFill>
                  <a:schemeClr val="lt1"/>
                </a:solidFill>
                <a:latin typeface="Lato"/>
                <a:ea typeface="Lato"/>
                <a:cs typeface="Lato"/>
                <a:sym typeface="Lato"/>
              </a:rPr>
              <a:t>THANK YOU</a:t>
            </a:r>
            <a:endParaRPr sz="5400" b="1" i="0" u="none" strike="noStrike" cap="none">
              <a:solidFill>
                <a:schemeClr val="lt1"/>
              </a:solidFill>
              <a:latin typeface="Lato"/>
              <a:ea typeface="Lato"/>
              <a:cs typeface="Lato"/>
              <a:sym typeface="Lato"/>
            </a:endParaRPr>
          </a:p>
        </p:txBody>
      </p:sp>
      <p:pic>
        <p:nvPicPr>
          <p:cNvPr id="710" name="Google Shape;710;p12"/>
          <p:cNvPicPr preferRelativeResize="0"/>
          <p:nvPr/>
        </p:nvPicPr>
        <p:blipFill rotWithShape="1">
          <a:blip r:embed="rId4">
            <a:alphaModFix/>
          </a:blip>
          <a:srcRect/>
          <a:stretch/>
        </p:blipFill>
        <p:spPr>
          <a:xfrm>
            <a:off x="10308800" y="5785990"/>
            <a:ext cx="392887" cy="392887"/>
          </a:xfrm>
          <a:prstGeom prst="rect">
            <a:avLst/>
          </a:prstGeom>
          <a:noFill/>
          <a:ln>
            <a:noFill/>
          </a:ln>
        </p:spPr>
      </p:pic>
      <p:pic>
        <p:nvPicPr>
          <p:cNvPr id="711" name="Google Shape;711;p12"/>
          <p:cNvPicPr preferRelativeResize="0"/>
          <p:nvPr/>
        </p:nvPicPr>
        <p:blipFill rotWithShape="1">
          <a:blip r:embed="rId5">
            <a:alphaModFix/>
          </a:blip>
          <a:srcRect/>
          <a:stretch/>
        </p:blipFill>
        <p:spPr>
          <a:xfrm>
            <a:off x="9825030" y="5785990"/>
            <a:ext cx="392887" cy="392887"/>
          </a:xfrm>
          <a:prstGeom prst="rect">
            <a:avLst/>
          </a:prstGeom>
          <a:noFill/>
          <a:ln>
            <a:noFill/>
          </a:ln>
        </p:spPr>
      </p:pic>
      <p:pic>
        <p:nvPicPr>
          <p:cNvPr id="712" name="Google Shape;712;p12"/>
          <p:cNvPicPr preferRelativeResize="0"/>
          <p:nvPr/>
        </p:nvPicPr>
        <p:blipFill rotWithShape="1">
          <a:blip r:embed="rId6">
            <a:alphaModFix/>
          </a:blip>
          <a:srcRect/>
          <a:stretch/>
        </p:blipFill>
        <p:spPr>
          <a:xfrm>
            <a:off x="9337181" y="5788338"/>
            <a:ext cx="396963" cy="396963"/>
          </a:xfrm>
          <a:prstGeom prst="rect">
            <a:avLst/>
          </a:prstGeom>
          <a:noFill/>
          <a:ln>
            <a:noFill/>
          </a:ln>
        </p:spPr>
      </p:pic>
      <p:pic>
        <p:nvPicPr>
          <p:cNvPr id="713" name="Google Shape;713;p12"/>
          <p:cNvPicPr preferRelativeResize="0"/>
          <p:nvPr/>
        </p:nvPicPr>
        <p:blipFill rotWithShape="1">
          <a:blip r:embed="rId7">
            <a:alphaModFix/>
          </a:blip>
          <a:srcRect/>
          <a:stretch/>
        </p:blipFill>
        <p:spPr>
          <a:xfrm>
            <a:off x="8369641" y="5785990"/>
            <a:ext cx="392887" cy="392887"/>
          </a:xfrm>
          <a:prstGeom prst="rect">
            <a:avLst/>
          </a:prstGeom>
          <a:noFill/>
          <a:ln>
            <a:noFill/>
          </a:ln>
        </p:spPr>
      </p:pic>
      <p:pic>
        <p:nvPicPr>
          <p:cNvPr id="714" name="Google Shape;714;p12"/>
          <p:cNvPicPr preferRelativeResize="0"/>
          <p:nvPr/>
        </p:nvPicPr>
        <p:blipFill rotWithShape="1">
          <a:blip r:embed="rId8">
            <a:alphaModFix/>
          </a:blip>
          <a:srcRect/>
          <a:stretch/>
        </p:blipFill>
        <p:spPr>
          <a:xfrm>
            <a:off x="8853411" y="5785990"/>
            <a:ext cx="392887" cy="392887"/>
          </a:xfrm>
          <a:prstGeom prst="rect">
            <a:avLst/>
          </a:prstGeom>
          <a:noFill/>
          <a:ln>
            <a:noFill/>
          </a:ln>
        </p:spPr>
      </p:pic>
      <p:sp>
        <p:nvSpPr>
          <p:cNvPr id="715" name="Google Shape;715;p12"/>
          <p:cNvSpPr txBox="1"/>
          <p:nvPr/>
        </p:nvSpPr>
        <p:spPr>
          <a:xfrm>
            <a:off x="7136987" y="5197713"/>
            <a:ext cx="4730605" cy="31934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MY" sz="1800" b="0" i="0" u="none" strike="noStrike" cap="none">
                <a:solidFill>
                  <a:schemeClr val="lt1"/>
                </a:solidFill>
                <a:latin typeface="Lato"/>
                <a:ea typeface="Lato"/>
                <a:cs typeface="Lato"/>
                <a:sym typeface="Lato"/>
              </a:rPr>
              <a:t>www.utm.my</a:t>
            </a:r>
            <a:endParaRPr sz="1800" b="0" i="0" u="none" strike="noStrike" cap="none">
              <a:solidFill>
                <a:schemeClr val="lt1"/>
              </a:solidFill>
              <a:latin typeface="Lato"/>
              <a:ea typeface="Lato"/>
              <a:cs typeface="Lato"/>
              <a:sym typeface="Lato"/>
            </a:endParaRPr>
          </a:p>
        </p:txBody>
      </p:sp>
      <p:sp>
        <p:nvSpPr>
          <p:cNvPr id="716" name="Google Shape;716;p12"/>
          <p:cNvSpPr txBox="1"/>
          <p:nvPr/>
        </p:nvSpPr>
        <p:spPr>
          <a:xfrm>
            <a:off x="7136987" y="4916078"/>
            <a:ext cx="4730605" cy="31934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MY" sz="1400" b="0" i="0" u="none" strike="noStrike" cap="none">
                <a:solidFill>
                  <a:schemeClr val="lt1"/>
                </a:solidFill>
                <a:latin typeface="Lato"/>
                <a:ea typeface="Lato"/>
                <a:cs typeface="Lato"/>
                <a:sym typeface="Lato"/>
              </a:rPr>
              <a:t>In the Name of God for Mankind</a:t>
            </a:r>
            <a:endParaRPr sz="1400" b="0" i="0" u="none" strike="noStrike" cap="none">
              <a:solidFill>
                <a:schemeClr val="lt1"/>
              </a:solidFill>
              <a:latin typeface="Lato"/>
              <a:ea typeface="Lato"/>
              <a:cs typeface="Lato"/>
              <a:sym typeface="Lato"/>
            </a:endParaRPr>
          </a:p>
        </p:txBody>
      </p:sp>
      <p:pic>
        <p:nvPicPr>
          <p:cNvPr id="717" name="Google Shape;717;p12" descr="A black and white logo&#10;&#10;Description automatically generated with low confidence"/>
          <p:cNvPicPr preferRelativeResize="0"/>
          <p:nvPr/>
        </p:nvPicPr>
        <p:blipFill rotWithShape="1">
          <a:blip r:embed="rId9">
            <a:alphaModFix/>
          </a:blip>
          <a:srcRect/>
          <a:stretch/>
        </p:blipFill>
        <p:spPr>
          <a:xfrm>
            <a:off x="8516582" y="4092848"/>
            <a:ext cx="1883012" cy="63951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TotalTime>
  <Words>2462</Words>
  <Application>Microsoft Office PowerPoint</Application>
  <PresentationFormat>Widescreen</PresentationFormat>
  <Paragraphs>254</Paragraphs>
  <Slides>17</Slides>
  <Notes>16</Notes>
  <HiddenSlides>5</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17</vt:i4>
      </vt:variant>
    </vt:vector>
  </HeadingPairs>
  <TitlesOfParts>
    <vt:vector size="26" baseType="lpstr">
      <vt:lpstr>Cambria</vt:lpstr>
      <vt:lpstr>Wingdings</vt:lpstr>
      <vt:lpstr>Roboto</vt:lpstr>
      <vt:lpstr>Calibri</vt:lpstr>
      <vt:lpstr>Lato</vt:lpstr>
      <vt:lpstr>Arial</vt:lpstr>
      <vt:lpstr>Office Theme</vt:lpstr>
      <vt:lpstr>Office Theme</vt:lpstr>
      <vt:lpstr>1_Office Theme</vt:lpstr>
      <vt:lpstr>Software Agile Project Management Composition  </vt:lpstr>
      <vt:lpstr>Outline</vt:lpstr>
      <vt:lpstr>Introduction : Dynamic Systems Development Method (DSDM)</vt:lpstr>
      <vt:lpstr>The Composition of DSDM</vt:lpstr>
      <vt:lpstr>The People in DSDM</vt:lpstr>
      <vt:lpstr>DSDM and Scrum</vt:lpstr>
      <vt:lpstr>Comparison among Scrum, Kanban, and Scrumban</vt:lpstr>
      <vt:lpstr>Introduction to Project Management Tools</vt:lpstr>
      <vt:lpstr>Comparison of the Project Management Tools</vt:lpstr>
      <vt:lpstr>Jira Tool</vt:lpstr>
      <vt:lpstr>Summary</vt:lpstr>
      <vt:lpstr>Assessment – WBL Project</vt:lpstr>
      <vt:lpstr>Assignment 1 – User Stories</vt:lpstr>
      <vt:lpstr>Assignment 2 - MoSCow Classification </vt:lpstr>
      <vt:lpstr>Assignment 3 – Timebox Plan</vt:lpstr>
      <vt:lpstr>Assignment 4 – Monetization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ROHAYANTI BINTI HASSAN</cp:lastModifiedBy>
  <cp:revision>18</cp:revision>
  <dcterms:created xsi:type="dcterms:W3CDTF">2021-08-03T04:10:00Z</dcterms:created>
  <dcterms:modified xsi:type="dcterms:W3CDTF">2025-09-28T15:50:10Z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6A831531A5FD4A75B578DCEBE44BDDB4</vt:lpwstr>
  </property>
  <property fmtid="{D5CDD505-2E9C-101B-9397-08002B2CF9AE}" pid="3" name="KSOProductBuildVer">
    <vt:lpwstr>1033-11.2.0.10382</vt:lpwstr>
  </property>
</Properties>
</file>