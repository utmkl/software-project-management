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2" strictFirstAndLastChars="0" saveSubsetFonts="1">
  <p:sldMasterIdLst>
    <p:sldMasterId id="2147483648" r:id="rId5"/>
    <p:sldMasterId id="2147483675" r:id="rId6"/>
    <p:sldMasterId id="214748370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y="6858000" cx="12192000"/>
  <p:notesSz cx="6858000" cy="9144000"/>
  <p:embeddedFontLst>
    <p:embeddedFont>
      <p:font typeface="Roboto"/>
      <p:regular r:id="rId48"/>
      <p:bold r:id="rId49"/>
      <p:italic r:id="rId50"/>
      <p:boldItalic r:id="rId51"/>
    </p:embeddedFont>
    <p:embeddedFont>
      <p:font typeface="Lato"/>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56" roundtripDataSignature="AMtx7mgJKxeOnZUj18mehi9uwV5zdgi/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6BC19C-069B-4963-BC4D-5A7BCF714603}">
  <a:tblStyle styleId="{FC6BC19C-069B-4963-BC4D-5A7BCF714603}" styleName="Table_0">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Roboto-regular.fntdata"/><Relationship Id="rId47" Type="http://schemas.openxmlformats.org/officeDocument/2006/relationships/slide" Target="slides/slide39.xml"/><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Lato-bold.fntdata"/><Relationship Id="rId52" Type="http://schemas.openxmlformats.org/officeDocument/2006/relationships/font" Target="fonts/Lato-regular.fntdata"/><Relationship Id="rId11" Type="http://schemas.openxmlformats.org/officeDocument/2006/relationships/slide" Target="slides/slide3.xml"/><Relationship Id="rId55" Type="http://schemas.openxmlformats.org/officeDocument/2006/relationships/font" Target="fonts/Lato-boldItalic.fntdata"/><Relationship Id="rId10" Type="http://schemas.openxmlformats.org/officeDocument/2006/relationships/slide" Target="slides/slide2.xml"/><Relationship Id="rId54" Type="http://schemas.openxmlformats.org/officeDocument/2006/relationships/font" Target="fonts/Lato-italic.fntdata"/><Relationship Id="rId13" Type="http://schemas.openxmlformats.org/officeDocument/2006/relationships/slide" Target="slides/slide5.xml"/><Relationship Id="rId12" Type="http://schemas.openxmlformats.org/officeDocument/2006/relationships/slide" Target="slides/slide4.xml"/><Relationship Id="rId56" Type="http://customschemas.google.com/relationships/presentationmetadata" Target="meta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MY"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eeksforgeeks.org/software-testing/jira-tutorial/" TargetMode="External"/><Relationship Id="rId3" Type="http://schemas.openxmlformats.org/officeDocument/2006/relationships/hyperlink" Target="https://www.bing.com/videos/riverview/relatedvideo?q=tutorial+to+use+JIRA+and+project&amp;&amp;mid=78ABF363B145E73A9E6F78ABF363B145E73A9E6F&amp;FORM=VAMGZC"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garethjmsaunders/dsdm-project-management-standards/blob/master/README.md" TargetMode="External"/><Relationship Id="rId3" Type="http://schemas.openxmlformats.org/officeDocument/2006/relationships/hyperlink" Target="https://agile-frameworks.com/_userstory/user_story.htm"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MY"/>
              <a:t>Note of JIRA</a:t>
            </a:r>
            <a:endParaRPr/>
          </a:p>
          <a:p>
            <a:pPr indent="0" lvl="0" marL="0" rtl="0" algn="l">
              <a:lnSpc>
                <a:spcPct val="100000"/>
              </a:lnSpc>
              <a:spcBef>
                <a:spcPts val="0"/>
              </a:spcBef>
              <a:spcAft>
                <a:spcPts val="0"/>
              </a:spcAft>
              <a:buSzPts val="1400"/>
              <a:buNone/>
            </a:pPr>
            <a:r>
              <a:rPr lang="en-MY" u="sng">
                <a:solidFill>
                  <a:schemeClr val="hlink"/>
                </a:solidFill>
                <a:hlinkClick r:id="rId2"/>
              </a:rPr>
              <a:t>Jira Tutorial – GeeksforGeeks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MY"/>
              <a:t>Utube JIRA</a:t>
            </a:r>
            <a:endParaRPr/>
          </a:p>
          <a:p>
            <a:pPr indent="0" lvl="0" marL="0" rtl="0" algn="l">
              <a:lnSpc>
                <a:spcPct val="100000"/>
              </a:lnSpc>
              <a:spcBef>
                <a:spcPts val="0"/>
              </a:spcBef>
              <a:spcAft>
                <a:spcPts val="0"/>
              </a:spcAft>
              <a:buSzPts val="1400"/>
              <a:buNone/>
            </a:pPr>
            <a:r>
              <a:rPr lang="en-MY" u="sng">
                <a:solidFill>
                  <a:schemeClr val="hlink"/>
                </a:solidFill>
                <a:hlinkClick r:id="rId3"/>
              </a:rPr>
              <a:t>Bing Videos</a:t>
            </a:r>
            <a:endParaRPr/>
          </a:p>
          <a:p>
            <a:pPr indent="0" lvl="0" marL="0" rtl="0" algn="l">
              <a:lnSpc>
                <a:spcPct val="100000"/>
              </a:lnSpc>
              <a:spcBef>
                <a:spcPts val="0"/>
              </a:spcBef>
              <a:spcAft>
                <a:spcPts val="0"/>
              </a:spcAft>
              <a:buSzPts val="1400"/>
              <a:buNone/>
            </a:pPr>
            <a:r>
              <a:t/>
            </a:r>
            <a:endParaRPr/>
          </a:p>
        </p:txBody>
      </p:sp>
      <p:sp>
        <p:nvSpPr>
          <p:cNvPr id="470" name="Google Shape;4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7637ed14d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g37637ed14d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7b2d62e5a2_2_1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7b2d62e5a2_2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MY" u="sng">
                <a:solidFill>
                  <a:schemeClr val="hlink"/>
                </a:solidFill>
                <a:hlinkClick r:id="rId2"/>
              </a:rPr>
              <a:t>dsdm-project-management-standards/README.md at master · garethjmsaunders/dsdm-project-management-standards · GitHub</a:t>
            </a:r>
            <a:endParaRPr/>
          </a:p>
          <a:p>
            <a:pPr indent="-228600" lvl="0" marL="457200" marR="0" rtl="0" algn="l">
              <a:lnSpc>
                <a:spcPct val="100000"/>
              </a:lnSpc>
              <a:spcBef>
                <a:spcPts val="0"/>
              </a:spcBef>
              <a:spcAft>
                <a:spcPts val="0"/>
              </a:spcAft>
              <a:buSzPts val="1400"/>
              <a:buNone/>
            </a:pPr>
            <a:r>
              <a:t/>
            </a:r>
            <a:endParaRPr b="1"/>
          </a:p>
          <a:p>
            <a:pPr indent="-228600" lvl="0" marL="457200" marR="0" rtl="0" algn="l">
              <a:lnSpc>
                <a:spcPct val="100000"/>
              </a:lnSpc>
              <a:spcBef>
                <a:spcPts val="0"/>
              </a:spcBef>
              <a:spcAft>
                <a:spcPts val="0"/>
              </a:spcAft>
              <a:buSzPts val="1400"/>
              <a:buNone/>
            </a:pPr>
            <a:r>
              <a:rPr lang="en-MY" u="sng">
                <a:solidFill>
                  <a:schemeClr val="hlink"/>
                </a:solidFill>
                <a:hlinkClick r:id="rId3"/>
              </a:rPr>
              <a:t>User Story</a:t>
            </a:r>
            <a:endParaRPr/>
          </a:p>
          <a:p>
            <a:pPr indent="-228600" lvl="0" marL="457200" marR="0" rtl="0" algn="l">
              <a:lnSpc>
                <a:spcPct val="100000"/>
              </a:lnSpc>
              <a:spcBef>
                <a:spcPts val="0"/>
              </a:spcBef>
              <a:spcAft>
                <a:spcPts val="0"/>
              </a:spcAft>
              <a:buSzPts val="1400"/>
              <a:buNone/>
            </a:pPr>
            <a:r>
              <a:t/>
            </a:r>
            <a:endParaRPr b="1"/>
          </a:p>
          <a:p>
            <a:pPr indent="-228600" lvl="0" marL="457200" marR="0" rtl="0" algn="l">
              <a:lnSpc>
                <a:spcPct val="100000"/>
              </a:lnSpc>
              <a:spcBef>
                <a:spcPts val="0"/>
              </a:spcBef>
              <a:spcAft>
                <a:spcPts val="0"/>
              </a:spcAft>
              <a:buSzPts val="1400"/>
              <a:buNone/>
            </a:pPr>
            <a:r>
              <a:rPr b="1" lang="en-MY"/>
              <a:t>Business-focused products (Orange):</a:t>
            </a:r>
            <a:endParaRPr/>
          </a:p>
          <a:p>
            <a:pPr indent="-228600" lvl="0" marL="457200" marR="0" rtl="0" algn="l">
              <a:lnSpc>
                <a:spcPct val="100000"/>
              </a:lnSpc>
              <a:spcBef>
                <a:spcPts val="0"/>
              </a:spcBef>
              <a:spcAft>
                <a:spcPts val="0"/>
              </a:spcAft>
              <a:buSzPts val="1400"/>
              <a:buNone/>
            </a:pPr>
            <a:r>
              <a:rPr b="1" lang="en-MY"/>
              <a:t>Business Case:</a:t>
            </a:r>
            <a:r>
              <a:rPr lang="en-MY"/>
              <a:t> Defines justification and ongoing validity of the project.</a:t>
            </a:r>
            <a:endParaRPr/>
          </a:p>
          <a:p>
            <a:pPr indent="-228600" lvl="0" marL="457200" marR="0" rtl="0" algn="l">
              <a:lnSpc>
                <a:spcPct val="100000"/>
              </a:lnSpc>
              <a:spcBef>
                <a:spcPts val="0"/>
              </a:spcBef>
              <a:spcAft>
                <a:spcPts val="0"/>
              </a:spcAft>
              <a:buSzPts val="1400"/>
              <a:buNone/>
            </a:pPr>
            <a:r>
              <a:rPr b="1" lang="en-MY"/>
              <a:t>Prioritised Requirements List:</a:t>
            </a:r>
            <a:r>
              <a:rPr lang="en-MY"/>
              <a:t> Maintains evolving business needs, ordered by priority.</a:t>
            </a:r>
            <a:endParaRPr/>
          </a:p>
          <a:p>
            <a:pPr indent="-228600" lvl="0" marL="457200" marR="0" rtl="0" algn="l">
              <a:lnSpc>
                <a:spcPct val="100000"/>
              </a:lnSpc>
              <a:spcBef>
                <a:spcPts val="0"/>
              </a:spcBef>
              <a:spcAft>
                <a:spcPts val="0"/>
              </a:spcAft>
              <a:buSzPts val="1400"/>
              <a:buNone/>
            </a:pPr>
            <a:r>
              <a:rPr b="1" lang="en-MY"/>
              <a:t>Supporting Materials:</a:t>
            </a:r>
            <a:r>
              <a:rPr lang="en-MY"/>
              <a:t> Documents and inputs supporting requirements and design.</a:t>
            </a:r>
            <a:endParaRPr/>
          </a:p>
          <a:p>
            <a:pPr indent="-228600" lvl="0" marL="457200" marR="0" rtl="0" algn="l">
              <a:lnSpc>
                <a:spcPct val="100000"/>
              </a:lnSpc>
              <a:spcBef>
                <a:spcPts val="0"/>
              </a:spcBef>
              <a:spcAft>
                <a:spcPts val="0"/>
              </a:spcAft>
              <a:buSzPts val="1400"/>
              <a:buNone/>
            </a:pPr>
            <a:r>
              <a:rPr b="1" lang="en-MY"/>
              <a:t>Benefits Assessment:</a:t>
            </a:r>
            <a:r>
              <a:rPr lang="en-MY"/>
              <a:t> Evaluates whether expected business benefits have been achieved.</a:t>
            </a:r>
            <a:endParaRPr/>
          </a:p>
          <a:p>
            <a:pPr indent="-228600" lvl="0" marL="457200" marR="0" rtl="0" algn="l">
              <a:lnSpc>
                <a:spcPct val="100000"/>
              </a:lnSpc>
              <a:spcBef>
                <a:spcPts val="0"/>
              </a:spcBef>
              <a:spcAft>
                <a:spcPts val="0"/>
              </a:spcAft>
              <a:buSzPts val="1400"/>
              <a:buNone/>
            </a:pPr>
            <a:r>
              <a:rPr b="1" lang="en-MY"/>
              <a:t>Solution-focused products (Green):</a:t>
            </a:r>
            <a:endParaRPr/>
          </a:p>
          <a:p>
            <a:pPr indent="-228600" lvl="0" marL="457200" marR="0" rtl="0" algn="l">
              <a:lnSpc>
                <a:spcPct val="100000"/>
              </a:lnSpc>
              <a:spcBef>
                <a:spcPts val="0"/>
              </a:spcBef>
              <a:spcAft>
                <a:spcPts val="0"/>
              </a:spcAft>
              <a:buSzPts val="1400"/>
              <a:buNone/>
            </a:pPr>
            <a:r>
              <a:rPr b="1" lang="en-MY"/>
              <a:t>Solution Architecture Definition:</a:t>
            </a:r>
            <a:r>
              <a:rPr lang="en-MY"/>
              <a:t> Outlines high-level structure and design of the solution.</a:t>
            </a:r>
            <a:endParaRPr/>
          </a:p>
          <a:p>
            <a:pPr indent="-228600" lvl="0" marL="457200" marR="0" rtl="0" algn="l">
              <a:lnSpc>
                <a:spcPct val="100000"/>
              </a:lnSpc>
              <a:spcBef>
                <a:spcPts val="0"/>
              </a:spcBef>
              <a:spcAft>
                <a:spcPts val="0"/>
              </a:spcAft>
              <a:buSzPts val="1400"/>
              <a:buNone/>
            </a:pPr>
            <a:r>
              <a:rPr b="1" lang="en-MY"/>
              <a:t>Development Approach Definition:</a:t>
            </a:r>
            <a:r>
              <a:rPr lang="en-MY"/>
              <a:t> Defines how the solution will be built and evolved.</a:t>
            </a:r>
            <a:endParaRPr/>
          </a:p>
          <a:p>
            <a:pPr indent="-228600" lvl="0" marL="457200" marR="0" rtl="0" algn="l">
              <a:lnSpc>
                <a:spcPct val="100000"/>
              </a:lnSpc>
              <a:spcBef>
                <a:spcPts val="0"/>
              </a:spcBef>
              <a:spcAft>
                <a:spcPts val="0"/>
              </a:spcAft>
              <a:buSzPts val="1400"/>
              <a:buNone/>
            </a:pPr>
            <a:r>
              <a:rPr b="1" lang="en-MY"/>
              <a:t>Evolving Solution:</a:t>
            </a:r>
            <a:r>
              <a:rPr lang="en-MY"/>
              <a:t> The core deliverable, refined through iterations.</a:t>
            </a:r>
            <a:endParaRPr/>
          </a:p>
          <a:p>
            <a:pPr indent="-228600" lvl="0" marL="457200" marR="0" rtl="0" algn="l">
              <a:lnSpc>
                <a:spcPct val="100000"/>
              </a:lnSpc>
              <a:spcBef>
                <a:spcPts val="0"/>
              </a:spcBef>
              <a:spcAft>
                <a:spcPts val="0"/>
              </a:spcAft>
              <a:buSzPts val="1400"/>
              <a:buNone/>
            </a:pPr>
            <a:r>
              <a:rPr b="1" lang="en-MY"/>
              <a:t>Prototypes / Models / Testing &amp; Assurance:</a:t>
            </a:r>
            <a:r>
              <a:rPr lang="en-MY"/>
              <a:t> Artefacts supporting solution exploration and validation.</a:t>
            </a:r>
            <a:endParaRPr/>
          </a:p>
          <a:p>
            <a:pPr indent="-228600" lvl="0" marL="457200" marR="0" rtl="0" algn="l">
              <a:lnSpc>
                <a:spcPct val="100000"/>
              </a:lnSpc>
              <a:spcBef>
                <a:spcPts val="0"/>
              </a:spcBef>
              <a:spcAft>
                <a:spcPts val="0"/>
              </a:spcAft>
              <a:buSzPts val="1400"/>
              <a:buNone/>
            </a:pPr>
            <a:r>
              <a:rPr b="1" lang="en-MY"/>
              <a:t>Solution Increment / Deployed Solution:</a:t>
            </a:r>
            <a:r>
              <a:rPr lang="en-MY"/>
              <a:t> Completed parts delivered into use.</a:t>
            </a:r>
            <a:endParaRPr/>
          </a:p>
          <a:p>
            <a:pPr indent="-228600" lvl="0" marL="457200" marR="0" rtl="0" algn="l">
              <a:lnSpc>
                <a:spcPct val="100000"/>
              </a:lnSpc>
              <a:spcBef>
                <a:spcPts val="0"/>
              </a:spcBef>
              <a:spcAft>
                <a:spcPts val="0"/>
              </a:spcAft>
              <a:buSzPts val="1400"/>
              <a:buNone/>
            </a:pPr>
            <a:r>
              <a:rPr b="1" lang="en-MY"/>
              <a:t>Management/control products (Blue):</a:t>
            </a:r>
            <a:endParaRPr/>
          </a:p>
          <a:p>
            <a:pPr indent="-228600" lvl="0" marL="457200" marR="0" rtl="0" algn="l">
              <a:lnSpc>
                <a:spcPct val="100000"/>
              </a:lnSpc>
              <a:spcBef>
                <a:spcPts val="0"/>
              </a:spcBef>
              <a:spcAft>
                <a:spcPts val="0"/>
              </a:spcAft>
              <a:buSzPts val="1400"/>
              <a:buNone/>
            </a:pPr>
            <a:r>
              <a:rPr b="1" lang="en-MY"/>
              <a:t>Delivery Plan:</a:t>
            </a:r>
            <a:r>
              <a:rPr lang="en-MY"/>
              <a:t> High-level schedule for delivering the solution.</a:t>
            </a:r>
            <a:endParaRPr/>
          </a:p>
          <a:p>
            <a:pPr indent="-228600" lvl="0" marL="457200" marR="0" rtl="0" algn="l">
              <a:lnSpc>
                <a:spcPct val="100000"/>
              </a:lnSpc>
              <a:spcBef>
                <a:spcPts val="0"/>
              </a:spcBef>
              <a:spcAft>
                <a:spcPts val="0"/>
              </a:spcAft>
              <a:buSzPts val="1400"/>
              <a:buNone/>
            </a:pPr>
            <a:r>
              <a:rPr b="1" lang="en-MY"/>
              <a:t>Management Approach Definition:</a:t>
            </a:r>
            <a:r>
              <a:rPr lang="en-MY"/>
              <a:t> Describes governance, monitoring, and reporting.</a:t>
            </a:r>
            <a:endParaRPr/>
          </a:p>
          <a:p>
            <a:pPr indent="-228600" lvl="0" marL="457200" marR="0" rtl="0" algn="l">
              <a:lnSpc>
                <a:spcPct val="100000"/>
              </a:lnSpc>
              <a:spcBef>
                <a:spcPts val="0"/>
              </a:spcBef>
              <a:spcAft>
                <a:spcPts val="0"/>
              </a:spcAft>
              <a:buSzPts val="1400"/>
              <a:buNone/>
            </a:pPr>
            <a:r>
              <a:rPr b="1" lang="en-MY"/>
              <a:t>Timebox Plan &amp; Review Records:</a:t>
            </a:r>
            <a:r>
              <a:rPr lang="en-MY"/>
              <a:t> Short-cycle plans and progress records.</a:t>
            </a:r>
            <a:endParaRPr/>
          </a:p>
          <a:p>
            <a:pPr indent="-228600" lvl="0" marL="457200" marR="0" rtl="0" algn="l">
              <a:lnSpc>
                <a:spcPct val="100000"/>
              </a:lnSpc>
              <a:spcBef>
                <a:spcPts val="0"/>
              </a:spcBef>
              <a:spcAft>
                <a:spcPts val="0"/>
              </a:spcAft>
              <a:buSzPts val="1400"/>
              <a:buNone/>
            </a:pPr>
            <a:r>
              <a:rPr b="1" lang="en-MY"/>
              <a:t>Feasibility Assessment / Foundations Summary:</a:t>
            </a:r>
            <a:r>
              <a:rPr lang="en-MY"/>
              <a:t> Early justification and baseline understanding.</a:t>
            </a:r>
            <a:endParaRPr/>
          </a:p>
          <a:p>
            <a:pPr indent="-228600" lvl="0" marL="457200" marR="0" rtl="0" algn="l">
              <a:lnSpc>
                <a:spcPct val="100000"/>
              </a:lnSpc>
              <a:spcBef>
                <a:spcPts val="0"/>
              </a:spcBef>
              <a:spcAft>
                <a:spcPts val="0"/>
              </a:spcAft>
              <a:buSzPts val="1400"/>
              <a:buNone/>
            </a:pPr>
            <a:r>
              <a:rPr b="1" lang="en-MY"/>
              <a:t>Project Review Report:</a:t>
            </a:r>
            <a:r>
              <a:rPr lang="en-MY"/>
              <a:t> Captures performance and lessons learned.</a:t>
            </a:r>
            <a:endParaRPr/>
          </a:p>
          <a:p>
            <a:pPr indent="-228600" lvl="0" marL="457200" marR="0" rtl="0" algn="l">
              <a:lnSpc>
                <a:spcPct val="100000"/>
              </a:lnSpc>
              <a:spcBef>
                <a:spcPts val="0"/>
              </a:spcBef>
              <a:spcAft>
                <a:spcPts val="0"/>
              </a:spcAft>
              <a:buSzPts val="1400"/>
              <a:buNone/>
            </a:pPr>
            <a:r>
              <a:rPr b="1" lang="en-MY"/>
              <a:t>Governance Products (marked "G"):</a:t>
            </a:r>
            <a:endParaRPr/>
          </a:p>
          <a:p>
            <a:pPr indent="-228600" lvl="0" marL="457200" marR="0" rtl="0" algn="l">
              <a:lnSpc>
                <a:spcPct val="100000"/>
              </a:lnSpc>
              <a:spcBef>
                <a:spcPts val="0"/>
              </a:spcBef>
              <a:spcAft>
                <a:spcPts val="0"/>
              </a:spcAft>
              <a:buSzPts val="1400"/>
              <a:buNone/>
            </a:pPr>
            <a:r>
              <a:rPr lang="en-MY"/>
              <a:t>Used for approval gateways, compliance, and demonstrating alignment with corporate/regulatory standards.</a:t>
            </a:r>
            <a:endParaRPr/>
          </a:p>
          <a:p>
            <a:pPr indent="0" lvl="0" marL="0" rtl="0" algn="l">
              <a:lnSpc>
                <a:spcPct val="100000"/>
              </a:lnSpc>
              <a:spcBef>
                <a:spcPts val="0"/>
              </a:spcBef>
              <a:spcAft>
                <a:spcPts val="0"/>
              </a:spcAft>
              <a:buSzPts val="1400"/>
              <a:buNone/>
            </a:pPr>
            <a:r>
              <a:t/>
            </a:r>
            <a:endParaRPr/>
          </a:p>
        </p:txBody>
      </p:sp>
      <p:sp>
        <p:nvSpPr>
          <p:cNvPr id="536" name="Google Shape;53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8" name="Google Shape;608;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7" name="Google Shape;61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4" name="Google Shape;63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 name="Google Shape;64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2" name="Google Shape;65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MY"/>
              <a:t>As the project progresses and more is known about:</a:t>
            </a:r>
            <a:endParaRPr/>
          </a:p>
          <a:p>
            <a:pPr indent="-228600" lvl="0" marL="457200" marR="0" rtl="0" algn="l">
              <a:lnSpc>
                <a:spcPct val="100000"/>
              </a:lnSpc>
              <a:spcBef>
                <a:spcPts val="0"/>
              </a:spcBef>
              <a:spcAft>
                <a:spcPts val="0"/>
              </a:spcAft>
              <a:buSzPts val="1400"/>
              <a:buNone/>
            </a:pPr>
            <a:r>
              <a:rPr b="1" lang="en-MY"/>
              <a:t>Requirements</a:t>
            </a:r>
            <a:r>
              <a:rPr lang="en-MY"/>
              <a:t>, and</a:t>
            </a:r>
            <a:endParaRPr/>
          </a:p>
          <a:p>
            <a:pPr indent="-228600" lvl="0" marL="457200" marR="0" rtl="0" algn="l">
              <a:lnSpc>
                <a:spcPct val="100000"/>
              </a:lnSpc>
              <a:spcBef>
                <a:spcPts val="0"/>
              </a:spcBef>
              <a:spcAft>
                <a:spcPts val="0"/>
              </a:spcAft>
              <a:buSzPts val="1400"/>
              <a:buNone/>
            </a:pPr>
            <a:r>
              <a:rPr lang="en-MY"/>
              <a:t>The </a:t>
            </a:r>
            <a:r>
              <a:rPr b="1" lang="en-MY"/>
              <a:t>Evolving Solution</a:t>
            </a:r>
            <a:r>
              <a:rPr lang="en-MY"/>
              <a:t>,</a:t>
            </a:r>
            <a:br>
              <a:rPr lang="en-MY"/>
            </a:br>
            <a:r>
              <a:rPr lang="en-MY"/>
              <a:t>predictions of delivery can be refined.</a:t>
            </a:r>
            <a:endParaRPr/>
          </a:p>
          <a:p>
            <a:pPr indent="-228600" lvl="0" marL="457200" marR="0" rtl="0" algn="l">
              <a:lnSpc>
                <a:spcPct val="100000"/>
              </a:lnSpc>
              <a:spcBef>
                <a:spcPts val="0"/>
              </a:spcBef>
              <a:spcAft>
                <a:spcPts val="0"/>
              </a:spcAft>
              <a:buSzPts val="1400"/>
              <a:buNone/>
            </a:pPr>
            <a:r>
              <a:rPr lang="en-MY"/>
              <a:t>Accuracy of previous estimates is validated by </a:t>
            </a:r>
            <a:r>
              <a:rPr b="1" lang="en-MY"/>
              <a:t>actual development work</a:t>
            </a:r>
            <a:r>
              <a:rPr lang="en-MY"/>
              <a:t>.</a:t>
            </a:r>
            <a:endParaRPr/>
          </a:p>
          <a:p>
            <a:pPr indent="-228600" lvl="0" marL="457200" marR="0" rtl="0" algn="l">
              <a:lnSpc>
                <a:spcPct val="100000"/>
              </a:lnSpc>
              <a:spcBef>
                <a:spcPts val="0"/>
              </a:spcBef>
              <a:spcAft>
                <a:spcPts val="0"/>
              </a:spcAft>
              <a:buSzPts val="1400"/>
              <a:buNone/>
            </a:pPr>
            <a:r>
              <a:rPr lang="en-MY"/>
              <a:t>Refinements help predict what will be delivered within:</a:t>
            </a:r>
            <a:endParaRPr/>
          </a:p>
          <a:p>
            <a:pPr indent="-228600" lvl="0" marL="457200" marR="0" rtl="0" algn="l">
              <a:lnSpc>
                <a:spcPct val="100000"/>
              </a:lnSpc>
              <a:spcBef>
                <a:spcPts val="0"/>
              </a:spcBef>
              <a:spcAft>
                <a:spcPts val="0"/>
              </a:spcAft>
              <a:buSzPts val="1400"/>
              <a:buNone/>
            </a:pPr>
            <a:r>
              <a:rPr lang="en-MY"/>
              <a:t>The fixed timeframe of the </a:t>
            </a:r>
            <a:r>
              <a:rPr b="1" lang="en-MY"/>
              <a:t>current Project Increment</a:t>
            </a:r>
            <a:r>
              <a:rPr lang="en-MY"/>
              <a:t>, and</a:t>
            </a:r>
            <a:endParaRPr/>
          </a:p>
          <a:p>
            <a:pPr indent="-228600" lvl="0" marL="457200" marR="0" rtl="0" algn="l">
              <a:lnSpc>
                <a:spcPct val="100000"/>
              </a:lnSpc>
              <a:spcBef>
                <a:spcPts val="0"/>
              </a:spcBef>
              <a:spcAft>
                <a:spcPts val="0"/>
              </a:spcAft>
              <a:buSzPts val="1400"/>
              <a:buNone/>
            </a:pPr>
            <a:r>
              <a:rPr lang="en-MY"/>
              <a:t>Potentially the </a:t>
            </a:r>
            <a:r>
              <a:rPr b="1" lang="en-MY"/>
              <a:t>whole project</a:t>
            </a:r>
            <a:r>
              <a:rPr lang="en-MY"/>
              <a:t>.</a:t>
            </a:r>
            <a:endParaRPr/>
          </a:p>
          <a:p>
            <a:pPr indent="-228600" lvl="0" marL="457200" marR="0" rtl="0" algn="l">
              <a:lnSpc>
                <a:spcPct val="100000"/>
              </a:lnSpc>
              <a:spcBef>
                <a:spcPts val="0"/>
              </a:spcBef>
              <a:spcAft>
                <a:spcPts val="0"/>
              </a:spcAft>
              <a:buSzPts val="1400"/>
              <a:buNone/>
            </a:pPr>
            <a:r>
              <a:rPr lang="en-MY"/>
              <a:t>Estimate accuracy can be improved by following best practices:</a:t>
            </a:r>
            <a:endParaRPr/>
          </a:p>
          <a:p>
            <a:pPr indent="-228600" lvl="0" marL="457200" marR="0" rtl="0" algn="l">
              <a:lnSpc>
                <a:spcPct val="100000"/>
              </a:lnSpc>
              <a:spcBef>
                <a:spcPts val="0"/>
              </a:spcBef>
              <a:spcAft>
                <a:spcPts val="0"/>
              </a:spcAft>
              <a:buSzPts val="1400"/>
              <a:buNone/>
            </a:pPr>
            <a:r>
              <a:rPr lang="en-MY"/>
              <a:t>Use </a:t>
            </a:r>
            <a:r>
              <a:rPr b="1" lang="en-MY"/>
              <a:t>more than one estimation technique</a:t>
            </a:r>
            <a:r>
              <a:rPr lang="en-MY"/>
              <a:t>.</a:t>
            </a:r>
            <a:endParaRPr/>
          </a:p>
          <a:p>
            <a:pPr indent="-228600" lvl="0" marL="457200" marR="0" rtl="0" algn="l">
              <a:lnSpc>
                <a:spcPct val="100000"/>
              </a:lnSpc>
              <a:spcBef>
                <a:spcPts val="0"/>
              </a:spcBef>
              <a:spcAft>
                <a:spcPts val="0"/>
              </a:spcAft>
              <a:buSzPts val="1400"/>
              <a:buNone/>
            </a:pPr>
            <a:r>
              <a:rPr lang="en-MY"/>
              <a:t>Perform </a:t>
            </a:r>
            <a:r>
              <a:rPr b="1" lang="en-MY"/>
              <a:t>group estimation</a:t>
            </a:r>
            <a:r>
              <a:rPr lang="en-MY"/>
              <a:t>.</a:t>
            </a:r>
            <a:endParaRPr/>
          </a:p>
          <a:p>
            <a:pPr indent="0" lvl="0" marL="0" rtl="0" algn="l">
              <a:lnSpc>
                <a:spcPct val="100000"/>
              </a:lnSpc>
              <a:spcBef>
                <a:spcPts val="0"/>
              </a:spcBef>
              <a:spcAft>
                <a:spcPts val="0"/>
              </a:spcAft>
              <a:buSzPts val="1400"/>
              <a:buNone/>
            </a:pPr>
            <a:r>
              <a:t/>
            </a:r>
            <a:endParaRPr/>
          </a:p>
        </p:txBody>
      </p:sp>
      <p:sp>
        <p:nvSpPr>
          <p:cNvPr id="685" name="Google Shape;68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1" lang="en-MY"/>
              <a:t>Diagram (Figure 9a) highlights:</a:t>
            </a:r>
            <a:endParaRPr/>
          </a:p>
          <a:p>
            <a:pPr indent="-228600" lvl="0" marL="457200" marR="0" rtl="0" algn="l">
              <a:lnSpc>
                <a:spcPct val="100000"/>
              </a:lnSpc>
              <a:spcBef>
                <a:spcPts val="0"/>
              </a:spcBef>
              <a:spcAft>
                <a:spcPts val="0"/>
              </a:spcAft>
              <a:buSzPts val="1400"/>
              <a:buNone/>
            </a:pPr>
            <a:r>
              <a:rPr lang="en-MY"/>
              <a:t>Demonstrable outcome from each Development Timebox → builds confidence.</a:t>
            </a:r>
            <a:endParaRPr/>
          </a:p>
          <a:p>
            <a:pPr indent="-228600" lvl="0" marL="457200" marR="0" rtl="0" algn="l">
              <a:lnSpc>
                <a:spcPct val="100000"/>
              </a:lnSpc>
              <a:spcBef>
                <a:spcPts val="0"/>
              </a:spcBef>
              <a:spcAft>
                <a:spcPts val="0"/>
              </a:spcAft>
              <a:buSzPts val="1400"/>
              <a:buNone/>
            </a:pPr>
            <a:r>
              <a:rPr lang="en-MY"/>
              <a:t>Evolutionary development and deployment → form a Project Increment.</a:t>
            </a:r>
            <a:endParaRPr/>
          </a:p>
          <a:p>
            <a:pPr indent="-228600" lvl="0" marL="457200" marR="0" rtl="0" algn="l">
              <a:lnSpc>
                <a:spcPct val="100000"/>
              </a:lnSpc>
              <a:spcBef>
                <a:spcPts val="0"/>
              </a:spcBef>
              <a:spcAft>
                <a:spcPts val="0"/>
              </a:spcAft>
              <a:buSzPts val="1400"/>
              <a:buNone/>
            </a:pPr>
            <a:r>
              <a:rPr lang="en-MY"/>
              <a:t>Predicts what will be delivered on agreed dates.</a:t>
            </a:r>
            <a:endParaRPr/>
          </a:p>
          <a:p>
            <a:pPr indent="-228600" lvl="0" marL="457200" marR="0" rtl="0" algn="l">
              <a:lnSpc>
                <a:spcPct val="100000"/>
              </a:lnSpc>
              <a:spcBef>
                <a:spcPts val="0"/>
              </a:spcBef>
              <a:spcAft>
                <a:spcPts val="0"/>
              </a:spcAft>
              <a:buSzPts val="1400"/>
              <a:buNone/>
            </a:pPr>
            <a:r>
              <a:rPr lang="en-MY"/>
              <a:t>Overall viability of the project is </a:t>
            </a:r>
            <a:r>
              <a:rPr b="1" lang="en-MY"/>
              <a:t>monitored and assessed</a:t>
            </a:r>
            <a:r>
              <a:rPr lang="en-MY"/>
              <a:t> at each level.</a:t>
            </a:r>
            <a:endParaRPr/>
          </a:p>
          <a:p>
            <a:pPr indent="0" lvl="0" marL="0" rtl="0" algn="l">
              <a:lnSpc>
                <a:spcPct val="100000"/>
              </a:lnSpc>
              <a:spcBef>
                <a:spcPts val="0"/>
              </a:spcBef>
              <a:spcAft>
                <a:spcPts val="0"/>
              </a:spcAft>
              <a:buSzPts val="1400"/>
              <a:buNone/>
            </a:pPr>
            <a:r>
              <a:t/>
            </a:r>
            <a:endParaRPr/>
          </a:p>
        </p:txBody>
      </p:sp>
      <p:sp>
        <p:nvSpPr>
          <p:cNvPr id="701" name="Google Shape;701;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0" name="Google Shape;72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9" name="Google Shape;729;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8" name="Google Shape;738;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1" lang="en-MY"/>
              <a:t>Iterative Development of Plans</a:t>
            </a:r>
            <a:endParaRPr/>
          </a:p>
          <a:p>
            <a:pPr indent="-228600" lvl="0" marL="457200" marR="0" rtl="0" algn="l">
              <a:lnSpc>
                <a:spcPct val="100000"/>
              </a:lnSpc>
              <a:spcBef>
                <a:spcPts val="0"/>
              </a:spcBef>
              <a:spcAft>
                <a:spcPts val="0"/>
              </a:spcAft>
              <a:buSzPts val="1400"/>
              <a:buNone/>
            </a:pPr>
            <a:r>
              <a:rPr b="1" lang="en-MY"/>
              <a:t>Pre-Project</a:t>
            </a:r>
            <a:endParaRPr/>
          </a:p>
          <a:p>
            <a:pPr indent="-228600" lvl="0" marL="457200" marR="0" rtl="0" algn="l">
              <a:lnSpc>
                <a:spcPct val="100000"/>
              </a:lnSpc>
              <a:spcBef>
                <a:spcPts val="0"/>
              </a:spcBef>
              <a:spcAft>
                <a:spcPts val="0"/>
              </a:spcAft>
              <a:buSzPts val="1400"/>
              <a:buNone/>
            </a:pPr>
            <a:r>
              <a:rPr lang="en-MY"/>
              <a:t>Positioning project within a portfolio.</a:t>
            </a:r>
            <a:endParaRPr/>
          </a:p>
          <a:p>
            <a:pPr indent="-228600" lvl="0" marL="457200" marR="0" rtl="0" algn="l">
              <a:lnSpc>
                <a:spcPct val="100000"/>
              </a:lnSpc>
              <a:spcBef>
                <a:spcPts val="0"/>
              </a:spcBef>
              <a:spcAft>
                <a:spcPts val="0"/>
              </a:spcAft>
              <a:buSzPts val="1400"/>
              <a:buNone/>
            </a:pPr>
            <a:r>
              <a:rPr lang="en-MY"/>
              <a:t>Initial project shaping and tentative schedule.</a:t>
            </a:r>
            <a:endParaRPr/>
          </a:p>
          <a:p>
            <a:pPr indent="-228600" lvl="0" marL="457200" marR="0" rtl="0" algn="l">
              <a:lnSpc>
                <a:spcPct val="100000"/>
              </a:lnSpc>
              <a:spcBef>
                <a:spcPts val="0"/>
              </a:spcBef>
              <a:spcAft>
                <a:spcPts val="0"/>
              </a:spcAft>
              <a:buSzPts val="1400"/>
              <a:buNone/>
            </a:pPr>
            <a:r>
              <a:rPr b="1" lang="en-MY"/>
              <a:t>Feasibility</a:t>
            </a:r>
            <a:endParaRPr/>
          </a:p>
          <a:p>
            <a:pPr indent="-228600" lvl="0" marL="457200" marR="0" rtl="0" algn="l">
              <a:lnSpc>
                <a:spcPct val="100000"/>
              </a:lnSpc>
              <a:spcBef>
                <a:spcPts val="0"/>
              </a:spcBef>
              <a:spcAft>
                <a:spcPts val="0"/>
              </a:spcAft>
              <a:buSzPts val="1400"/>
              <a:buNone/>
            </a:pPr>
            <a:r>
              <a:rPr lang="en-MY"/>
              <a:t>Assess viability of project.</a:t>
            </a:r>
            <a:endParaRPr/>
          </a:p>
          <a:p>
            <a:pPr indent="-228600" lvl="0" marL="457200" marR="0" rtl="0" algn="l">
              <a:lnSpc>
                <a:spcPct val="100000"/>
              </a:lnSpc>
              <a:spcBef>
                <a:spcPts val="0"/>
              </a:spcBef>
              <a:spcAft>
                <a:spcPts val="0"/>
              </a:spcAft>
              <a:buSzPts val="1400"/>
              <a:buNone/>
            </a:pPr>
            <a:r>
              <a:rPr lang="en-MY"/>
              <a:t>Define initial strategy for iterative development with integrated testing.</a:t>
            </a:r>
            <a:endParaRPr/>
          </a:p>
          <a:p>
            <a:pPr indent="-228600" lvl="0" marL="457200" marR="0" rtl="0" algn="l">
              <a:lnSpc>
                <a:spcPct val="100000"/>
              </a:lnSpc>
              <a:spcBef>
                <a:spcPts val="0"/>
              </a:spcBef>
              <a:spcAft>
                <a:spcPts val="0"/>
              </a:spcAft>
              <a:buSzPts val="1400"/>
              <a:buNone/>
            </a:pPr>
            <a:r>
              <a:rPr b="1" lang="en-MY"/>
              <a:t>Foundations</a:t>
            </a:r>
            <a:endParaRPr/>
          </a:p>
          <a:p>
            <a:pPr indent="-228600" lvl="0" marL="457200" marR="0" rtl="0" algn="l">
              <a:lnSpc>
                <a:spcPct val="100000"/>
              </a:lnSpc>
              <a:spcBef>
                <a:spcPts val="0"/>
              </a:spcBef>
              <a:spcAft>
                <a:spcPts val="0"/>
              </a:spcAft>
              <a:buSzPts val="1400"/>
              <a:buNone/>
            </a:pPr>
            <a:r>
              <a:rPr lang="en-MY"/>
              <a:t>Strategy for deployment.</a:t>
            </a:r>
            <a:endParaRPr/>
          </a:p>
          <a:p>
            <a:pPr indent="-228600" lvl="0" marL="457200" marR="0" rtl="0" algn="l">
              <a:lnSpc>
                <a:spcPct val="100000"/>
              </a:lnSpc>
              <a:spcBef>
                <a:spcPts val="0"/>
              </a:spcBef>
              <a:spcAft>
                <a:spcPts val="0"/>
              </a:spcAft>
              <a:buSzPts val="1400"/>
              <a:buNone/>
            </a:pPr>
            <a:r>
              <a:rPr lang="en-MY"/>
              <a:t>Committed timescale and costs.</a:t>
            </a:r>
            <a:endParaRPr/>
          </a:p>
          <a:p>
            <a:pPr indent="-228600" lvl="0" marL="457200" marR="0" rtl="0" algn="l">
              <a:lnSpc>
                <a:spcPct val="100000"/>
              </a:lnSpc>
              <a:spcBef>
                <a:spcPts val="0"/>
              </a:spcBef>
              <a:spcAft>
                <a:spcPts val="0"/>
              </a:spcAft>
              <a:buSzPts val="1400"/>
              <a:buNone/>
            </a:pPr>
            <a:r>
              <a:rPr b="1" lang="en-MY"/>
              <a:t>Evolutionary Development</a:t>
            </a:r>
            <a:endParaRPr/>
          </a:p>
          <a:p>
            <a:pPr indent="-228600" lvl="0" marL="457200" marR="0" rtl="0" algn="l">
              <a:lnSpc>
                <a:spcPct val="100000"/>
              </a:lnSpc>
              <a:spcBef>
                <a:spcPts val="0"/>
              </a:spcBef>
              <a:spcAft>
                <a:spcPts val="0"/>
              </a:spcAft>
              <a:buSzPts val="1400"/>
              <a:buNone/>
            </a:pPr>
            <a:r>
              <a:rPr lang="en-MY"/>
              <a:t>Iterative development with integrated testing.</a:t>
            </a:r>
            <a:endParaRPr/>
          </a:p>
          <a:p>
            <a:pPr indent="-228600" lvl="0" marL="457200" marR="0" rtl="0" algn="l">
              <a:lnSpc>
                <a:spcPct val="100000"/>
              </a:lnSpc>
              <a:spcBef>
                <a:spcPts val="0"/>
              </a:spcBef>
              <a:spcAft>
                <a:spcPts val="0"/>
              </a:spcAft>
              <a:buSzPts val="1400"/>
              <a:buNone/>
            </a:pPr>
            <a:r>
              <a:rPr lang="en-MY"/>
              <a:t>Planning development timeboxes.</a:t>
            </a:r>
            <a:endParaRPr/>
          </a:p>
          <a:p>
            <a:pPr indent="-228600" lvl="0" marL="457200" marR="0" rtl="0" algn="l">
              <a:lnSpc>
                <a:spcPct val="100000"/>
              </a:lnSpc>
              <a:spcBef>
                <a:spcPts val="0"/>
              </a:spcBef>
              <a:spcAft>
                <a:spcPts val="0"/>
              </a:spcAft>
              <a:buSzPts val="1400"/>
              <a:buNone/>
            </a:pPr>
            <a:r>
              <a:rPr lang="en-MY"/>
              <a:t>Refinement of delivery plan.</a:t>
            </a:r>
            <a:endParaRPr/>
          </a:p>
          <a:p>
            <a:pPr indent="-228600" lvl="0" marL="457200" marR="0" rtl="0" algn="l">
              <a:lnSpc>
                <a:spcPct val="100000"/>
              </a:lnSpc>
              <a:spcBef>
                <a:spcPts val="0"/>
              </a:spcBef>
              <a:spcAft>
                <a:spcPts val="0"/>
              </a:spcAft>
              <a:buSzPts val="1400"/>
              <a:buNone/>
            </a:pPr>
            <a:r>
              <a:rPr b="1" lang="en-MY"/>
              <a:t>Deployment</a:t>
            </a:r>
            <a:endParaRPr/>
          </a:p>
          <a:p>
            <a:pPr indent="-228600" lvl="0" marL="457200" marR="0" rtl="0" algn="l">
              <a:lnSpc>
                <a:spcPct val="100000"/>
              </a:lnSpc>
              <a:spcBef>
                <a:spcPts val="0"/>
              </a:spcBef>
              <a:spcAft>
                <a:spcPts val="0"/>
              </a:spcAft>
              <a:buSzPts val="1400"/>
              <a:buNone/>
            </a:pPr>
            <a:r>
              <a:rPr lang="en-MY"/>
              <a:t>Assemble → Review → Deploy solution increments.</a:t>
            </a:r>
            <a:endParaRPr/>
          </a:p>
          <a:p>
            <a:pPr indent="-228600" lvl="0" marL="457200" marR="0" rtl="0" algn="l">
              <a:lnSpc>
                <a:spcPct val="100000"/>
              </a:lnSpc>
              <a:spcBef>
                <a:spcPts val="0"/>
              </a:spcBef>
              <a:spcAft>
                <a:spcPts val="0"/>
              </a:spcAft>
              <a:buSzPts val="1400"/>
              <a:buNone/>
            </a:pPr>
            <a:r>
              <a:rPr lang="en-MY"/>
              <a:t>Deliver solution into live use.</a:t>
            </a:r>
            <a:endParaRPr/>
          </a:p>
          <a:p>
            <a:pPr indent="-228600" lvl="0" marL="457200" marR="0" rtl="0" algn="l">
              <a:lnSpc>
                <a:spcPct val="100000"/>
              </a:lnSpc>
              <a:spcBef>
                <a:spcPts val="0"/>
              </a:spcBef>
              <a:spcAft>
                <a:spcPts val="0"/>
              </a:spcAft>
              <a:buSzPts val="1400"/>
              <a:buNone/>
            </a:pPr>
            <a:r>
              <a:rPr b="1" lang="en-MY"/>
              <a:t>Post-Project</a:t>
            </a:r>
            <a:endParaRPr/>
          </a:p>
          <a:p>
            <a:pPr indent="-228600" lvl="0" marL="457200" marR="0" rtl="0" algn="l">
              <a:lnSpc>
                <a:spcPct val="100000"/>
              </a:lnSpc>
              <a:spcBef>
                <a:spcPts val="0"/>
              </a:spcBef>
              <a:spcAft>
                <a:spcPts val="0"/>
              </a:spcAft>
              <a:buSzPts val="1400"/>
              <a:buNone/>
            </a:pPr>
            <a:r>
              <a:rPr lang="en-MY"/>
              <a:t>Realisation of benefits.</a:t>
            </a:r>
            <a:endParaRPr/>
          </a:p>
          <a:p>
            <a:pPr indent="-228600" lvl="0" marL="457200" marR="0" rtl="0" algn="l">
              <a:lnSpc>
                <a:spcPct val="100000"/>
              </a:lnSpc>
              <a:spcBef>
                <a:spcPts val="0"/>
              </a:spcBef>
              <a:spcAft>
                <a:spcPts val="0"/>
              </a:spcAft>
              <a:buSzPts val="1400"/>
              <a:buNone/>
            </a:pPr>
            <a:r>
              <a:rPr lang="en-MY"/>
              <a:t>Ongoing review of outcomes.</a:t>
            </a:r>
            <a:endParaRPr/>
          </a:p>
          <a:p>
            <a:pPr indent="0" lvl="0" marL="0" rtl="0" algn="l">
              <a:lnSpc>
                <a:spcPct val="100000"/>
              </a:lnSpc>
              <a:spcBef>
                <a:spcPts val="0"/>
              </a:spcBef>
              <a:spcAft>
                <a:spcPts val="0"/>
              </a:spcAft>
              <a:buSzPts val="1400"/>
              <a:buNone/>
            </a:pPr>
            <a:r>
              <a:t/>
            </a:r>
            <a:endParaRPr/>
          </a:p>
        </p:txBody>
      </p:sp>
      <p:sp>
        <p:nvSpPr>
          <p:cNvPr id="745" name="Google Shape;745;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1" lang="en-MY"/>
              <a:t>Iterative Development of Plans</a:t>
            </a:r>
            <a:endParaRPr/>
          </a:p>
          <a:p>
            <a:pPr indent="-228600" lvl="0" marL="457200" marR="0" rtl="0" algn="l">
              <a:lnSpc>
                <a:spcPct val="100000"/>
              </a:lnSpc>
              <a:spcBef>
                <a:spcPts val="0"/>
              </a:spcBef>
              <a:spcAft>
                <a:spcPts val="0"/>
              </a:spcAft>
              <a:buSzPts val="1400"/>
              <a:buNone/>
            </a:pPr>
            <a:r>
              <a:rPr b="1" lang="en-MY"/>
              <a:t>Pre-Project</a:t>
            </a:r>
            <a:endParaRPr/>
          </a:p>
          <a:p>
            <a:pPr indent="-228600" lvl="0" marL="457200" marR="0" rtl="0" algn="l">
              <a:lnSpc>
                <a:spcPct val="100000"/>
              </a:lnSpc>
              <a:spcBef>
                <a:spcPts val="0"/>
              </a:spcBef>
              <a:spcAft>
                <a:spcPts val="0"/>
              </a:spcAft>
              <a:buSzPts val="1400"/>
              <a:buNone/>
            </a:pPr>
            <a:r>
              <a:rPr lang="en-MY"/>
              <a:t>Positioning project within a portfolio.</a:t>
            </a:r>
            <a:endParaRPr/>
          </a:p>
          <a:p>
            <a:pPr indent="-228600" lvl="0" marL="457200" marR="0" rtl="0" algn="l">
              <a:lnSpc>
                <a:spcPct val="100000"/>
              </a:lnSpc>
              <a:spcBef>
                <a:spcPts val="0"/>
              </a:spcBef>
              <a:spcAft>
                <a:spcPts val="0"/>
              </a:spcAft>
              <a:buSzPts val="1400"/>
              <a:buNone/>
            </a:pPr>
            <a:r>
              <a:rPr lang="en-MY"/>
              <a:t>Initial project shaping and tentative schedule.</a:t>
            </a:r>
            <a:endParaRPr/>
          </a:p>
          <a:p>
            <a:pPr indent="-228600" lvl="0" marL="457200" marR="0" rtl="0" algn="l">
              <a:lnSpc>
                <a:spcPct val="100000"/>
              </a:lnSpc>
              <a:spcBef>
                <a:spcPts val="0"/>
              </a:spcBef>
              <a:spcAft>
                <a:spcPts val="0"/>
              </a:spcAft>
              <a:buSzPts val="1400"/>
              <a:buNone/>
            </a:pPr>
            <a:r>
              <a:rPr b="1" lang="en-MY"/>
              <a:t>Feasibility</a:t>
            </a:r>
            <a:endParaRPr/>
          </a:p>
          <a:p>
            <a:pPr indent="-228600" lvl="0" marL="457200" marR="0" rtl="0" algn="l">
              <a:lnSpc>
                <a:spcPct val="100000"/>
              </a:lnSpc>
              <a:spcBef>
                <a:spcPts val="0"/>
              </a:spcBef>
              <a:spcAft>
                <a:spcPts val="0"/>
              </a:spcAft>
              <a:buSzPts val="1400"/>
              <a:buNone/>
            </a:pPr>
            <a:r>
              <a:rPr lang="en-MY"/>
              <a:t>Assess viability of project.</a:t>
            </a:r>
            <a:endParaRPr/>
          </a:p>
          <a:p>
            <a:pPr indent="-228600" lvl="0" marL="457200" marR="0" rtl="0" algn="l">
              <a:lnSpc>
                <a:spcPct val="100000"/>
              </a:lnSpc>
              <a:spcBef>
                <a:spcPts val="0"/>
              </a:spcBef>
              <a:spcAft>
                <a:spcPts val="0"/>
              </a:spcAft>
              <a:buSzPts val="1400"/>
              <a:buNone/>
            </a:pPr>
            <a:r>
              <a:rPr lang="en-MY"/>
              <a:t>Define initial strategy for iterative development with integrated testing.</a:t>
            </a:r>
            <a:endParaRPr/>
          </a:p>
          <a:p>
            <a:pPr indent="-228600" lvl="0" marL="457200" marR="0" rtl="0" algn="l">
              <a:lnSpc>
                <a:spcPct val="100000"/>
              </a:lnSpc>
              <a:spcBef>
                <a:spcPts val="0"/>
              </a:spcBef>
              <a:spcAft>
                <a:spcPts val="0"/>
              </a:spcAft>
              <a:buSzPts val="1400"/>
              <a:buNone/>
            </a:pPr>
            <a:r>
              <a:rPr b="1" lang="en-MY"/>
              <a:t>Foundations</a:t>
            </a:r>
            <a:endParaRPr/>
          </a:p>
          <a:p>
            <a:pPr indent="-228600" lvl="0" marL="457200" marR="0" rtl="0" algn="l">
              <a:lnSpc>
                <a:spcPct val="100000"/>
              </a:lnSpc>
              <a:spcBef>
                <a:spcPts val="0"/>
              </a:spcBef>
              <a:spcAft>
                <a:spcPts val="0"/>
              </a:spcAft>
              <a:buSzPts val="1400"/>
              <a:buNone/>
            </a:pPr>
            <a:r>
              <a:rPr lang="en-MY"/>
              <a:t>Strategy for deployment.</a:t>
            </a:r>
            <a:endParaRPr/>
          </a:p>
          <a:p>
            <a:pPr indent="-228600" lvl="0" marL="457200" marR="0" rtl="0" algn="l">
              <a:lnSpc>
                <a:spcPct val="100000"/>
              </a:lnSpc>
              <a:spcBef>
                <a:spcPts val="0"/>
              </a:spcBef>
              <a:spcAft>
                <a:spcPts val="0"/>
              </a:spcAft>
              <a:buSzPts val="1400"/>
              <a:buNone/>
            </a:pPr>
            <a:r>
              <a:rPr lang="en-MY"/>
              <a:t>Committed timescale and costs.</a:t>
            </a:r>
            <a:endParaRPr/>
          </a:p>
          <a:p>
            <a:pPr indent="-228600" lvl="0" marL="457200" marR="0" rtl="0" algn="l">
              <a:lnSpc>
                <a:spcPct val="100000"/>
              </a:lnSpc>
              <a:spcBef>
                <a:spcPts val="0"/>
              </a:spcBef>
              <a:spcAft>
                <a:spcPts val="0"/>
              </a:spcAft>
              <a:buSzPts val="1400"/>
              <a:buNone/>
            </a:pPr>
            <a:r>
              <a:rPr b="1" lang="en-MY"/>
              <a:t>Evolutionary Development</a:t>
            </a:r>
            <a:endParaRPr/>
          </a:p>
          <a:p>
            <a:pPr indent="-228600" lvl="0" marL="457200" marR="0" rtl="0" algn="l">
              <a:lnSpc>
                <a:spcPct val="100000"/>
              </a:lnSpc>
              <a:spcBef>
                <a:spcPts val="0"/>
              </a:spcBef>
              <a:spcAft>
                <a:spcPts val="0"/>
              </a:spcAft>
              <a:buSzPts val="1400"/>
              <a:buNone/>
            </a:pPr>
            <a:r>
              <a:rPr lang="en-MY"/>
              <a:t>Iterative development with integrated testing.</a:t>
            </a:r>
            <a:endParaRPr/>
          </a:p>
          <a:p>
            <a:pPr indent="-228600" lvl="0" marL="457200" marR="0" rtl="0" algn="l">
              <a:lnSpc>
                <a:spcPct val="100000"/>
              </a:lnSpc>
              <a:spcBef>
                <a:spcPts val="0"/>
              </a:spcBef>
              <a:spcAft>
                <a:spcPts val="0"/>
              </a:spcAft>
              <a:buSzPts val="1400"/>
              <a:buNone/>
            </a:pPr>
            <a:r>
              <a:rPr lang="en-MY"/>
              <a:t>Planning development timeboxes.</a:t>
            </a:r>
            <a:endParaRPr/>
          </a:p>
          <a:p>
            <a:pPr indent="-228600" lvl="0" marL="457200" marR="0" rtl="0" algn="l">
              <a:lnSpc>
                <a:spcPct val="100000"/>
              </a:lnSpc>
              <a:spcBef>
                <a:spcPts val="0"/>
              </a:spcBef>
              <a:spcAft>
                <a:spcPts val="0"/>
              </a:spcAft>
              <a:buSzPts val="1400"/>
              <a:buNone/>
            </a:pPr>
            <a:r>
              <a:rPr lang="en-MY"/>
              <a:t>Refinement of delivery plan.</a:t>
            </a:r>
            <a:endParaRPr/>
          </a:p>
          <a:p>
            <a:pPr indent="-228600" lvl="0" marL="457200" marR="0" rtl="0" algn="l">
              <a:lnSpc>
                <a:spcPct val="100000"/>
              </a:lnSpc>
              <a:spcBef>
                <a:spcPts val="0"/>
              </a:spcBef>
              <a:spcAft>
                <a:spcPts val="0"/>
              </a:spcAft>
              <a:buSzPts val="1400"/>
              <a:buNone/>
            </a:pPr>
            <a:r>
              <a:rPr b="1" lang="en-MY"/>
              <a:t>Deployment</a:t>
            </a:r>
            <a:endParaRPr/>
          </a:p>
          <a:p>
            <a:pPr indent="-228600" lvl="0" marL="457200" marR="0" rtl="0" algn="l">
              <a:lnSpc>
                <a:spcPct val="100000"/>
              </a:lnSpc>
              <a:spcBef>
                <a:spcPts val="0"/>
              </a:spcBef>
              <a:spcAft>
                <a:spcPts val="0"/>
              </a:spcAft>
              <a:buSzPts val="1400"/>
              <a:buNone/>
            </a:pPr>
            <a:r>
              <a:rPr lang="en-MY"/>
              <a:t>Assemble → Review → Deploy solution increments.</a:t>
            </a:r>
            <a:endParaRPr/>
          </a:p>
          <a:p>
            <a:pPr indent="-228600" lvl="0" marL="457200" marR="0" rtl="0" algn="l">
              <a:lnSpc>
                <a:spcPct val="100000"/>
              </a:lnSpc>
              <a:spcBef>
                <a:spcPts val="0"/>
              </a:spcBef>
              <a:spcAft>
                <a:spcPts val="0"/>
              </a:spcAft>
              <a:buSzPts val="1400"/>
              <a:buNone/>
            </a:pPr>
            <a:r>
              <a:rPr lang="en-MY"/>
              <a:t>Deliver solution into live use.</a:t>
            </a:r>
            <a:endParaRPr/>
          </a:p>
          <a:p>
            <a:pPr indent="-228600" lvl="0" marL="457200" marR="0" rtl="0" algn="l">
              <a:lnSpc>
                <a:spcPct val="100000"/>
              </a:lnSpc>
              <a:spcBef>
                <a:spcPts val="0"/>
              </a:spcBef>
              <a:spcAft>
                <a:spcPts val="0"/>
              </a:spcAft>
              <a:buSzPts val="1400"/>
              <a:buNone/>
            </a:pPr>
            <a:r>
              <a:rPr b="1" lang="en-MY"/>
              <a:t>Post-Project</a:t>
            </a:r>
            <a:endParaRPr/>
          </a:p>
          <a:p>
            <a:pPr indent="-228600" lvl="0" marL="457200" marR="0" rtl="0" algn="l">
              <a:lnSpc>
                <a:spcPct val="100000"/>
              </a:lnSpc>
              <a:spcBef>
                <a:spcPts val="0"/>
              </a:spcBef>
              <a:spcAft>
                <a:spcPts val="0"/>
              </a:spcAft>
              <a:buSzPts val="1400"/>
              <a:buNone/>
            </a:pPr>
            <a:r>
              <a:rPr lang="en-MY"/>
              <a:t>Realisation of benefits.</a:t>
            </a:r>
            <a:endParaRPr/>
          </a:p>
          <a:p>
            <a:pPr indent="-228600" lvl="0" marL="457200" marR="0" rtl="0" algn="l">
              <a:lnSpc>
                <a:spcPct val="100000"/>
              </a:lnSpc>
              <a:spcBef>
                <a:spcPts val="0"/>
              </a:spcBef>
              <a:spcAft>
                <a:spcPts val="0"/>
              </a:spcAft>
              <a:buSzPts val="1400"/>
              <a:buNone/>
            </a:pPr>
            <a:r>
              <a:rPr lang="en-MY"/>
              <a:t>Ongoing review of outcomes.</a:t>
            </a:r>
            <a:endParaRPr/>
          </a:p>
          <a:p>
            <a:pPr indent="0" lvl="0" marL="0" rtl="0" algn="l">
              <a:lnSpc>
                <a:spcPct val="100000"/>
              </a:lnSpc>
              <a:spcBef>
                <a:spcPts val="0"/>
              </a:spcBef>
              <a:spcAft>
                <a:spcPts val="0"/>
              </a:spcAft>
              <a:buSzPts val="1400"/>
              <a:buNone/>
            </a:pPr>
            <a:r>
              <a:t/>
            </a:r>
            <a:endParaRPr/>
          </a:p>
        </p:txBody>
      </p:sp>
      <p:sp>
        <p:nvSpPr>
          <p:cNvPr id="754" name="Google Shape;75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1" lang="en-MY"/>
              <a:t>Iterative Development of Plans</a:t>
            </a:r>
            <a:endParaRPr/>
          </a:p>
          <a:p>
            <a:pPr indent="-228600" lvl="0" marL="457200" marR="0" rtl="0" algn="l">
              <a:lnSpc>
                <a:spcPct val="100000"/>
              </a:lnSpc>
              <a:spcBef>
                <a:spcPts val="0"/>
              </a:spcBef>
              <a:spcAft>
                <a:spcPts val="0"/>
              </a:spcAft>
              <a:buSzPts val="1400"/>
              <a:buNone/>
            </a:pPr>
            <a:r>
              <a:rPr b="1" lang="en-MY"/>
              <a:t>Pre-Project</a:t>
            </a:r>
            <a:endParaRPr/>
          </a:p>
          <a:p>
            <a:pPr indent="-228600" lvl="0" marL="457200" marR="0" rtl="0" algn="l">
              <a:lnSpc>
                <a:spcPct val="100000"/>
              </a:lnSpc>
              <a:spcBef>
                <a:spcPts val="0"/>
              </a:spcBef>
              <a:spcAft>
                <a:spcPts val="0"/>
              </a:spcAft>
              <a:buSzPts val="1400"/>
              <a:buNone/>
            </a:pPr>
            <a:r>
              <a:rPr lang="en-MY"/>
              <a:t>Positioning project within a portfolio.</a:t>
            </a:r>
            <a:endParaRPr/>
          </a:p>
          <a:p>
            <a:pPr indent="-228600" lvl="0" marL="457200" marR="0" rtl="0" algn="l">
              <a:lnSpc>
                <a:spcPct val="100000"/>
              </a:lnSpc>
              <a:spcBef>
                <a:spcPts val="0"/>
              </a:spcBef>
              <a:spcAft>
                <a:spcPts val="0"/>
              </a:spcAft>
              <a:buSzPts val="1400"/>
              <a:buNone/>
            </a:pPr>
            <a:r>
              <a:rPr lang="en-MY"/>
              <a:t>Initial project shaping and tentative schedule.</a:t>
            </a:r>
            <a:endParaRPr/>
          </a:p>
          <a:p>
            <a:pPr indent="-228600" lvl="0" marL="457200" marR="0" rtl="0" algn="l">
              <a:lnSpc>
                <a:spcPct val="100000"/>
              </a:lnSpc>
              <a:spcBef>
                <a:spcPts val="0"/>
              </a:spcBef>
              <a:spcAft>
                <a:spcPts val="0"/>
              </a:spcAft>
              <a:buSzPts val="1400"/>
              <a:buNone/>
            </a:pPr>
            <a:r>
              <a:rPr b="1" lang="en-MY"/>
              <a:t>Feasibility</a:t>
            </a:r>
            <a:endParaRPr/>
          </a:p>
          <a:p>
            <a:pPr indent="-228600" lvl="0" marL="457200" marR="0" rtl="0" algn="l">
              <a:lnSpc>
                <a:spcPct val="100000"/>
              </a:lnSpc>
              <a:spcBef>
                <a:spcPts val="0"/>
              </a:spcBef>
              <a:spcAft>
                <a:spcPts val="0"/>
              </a:spcAft>
              <a:buSzPts val="1400"/>
              <a:buNone/>
            </a:pPr>
            <a:r>
              <a:rPr lang="en-MY"/>
              <a:t>Assess viability of project.</a:t>
            </a:r>
            <a:endParaRPr/>
          </a:p>
          <a:p>
            <a:pPr indent="-228600" lvl="0" marL="457200" marR="0" rtl="0" algn="l">
              <a:lnSpc>
                <a:spcPct val="100000"/>
              </a:lnSpc>
              <a:spcBef>
                <a:spcPts val="0"/>
              </a:spcBef>
              <a:spcAft>
                <a:spcPts val="0"/>
              </a:spcAft>
              <a:buSzPts val="1400"/>
              <a:buNone/>
            </a:pPr>
            <a:r>
              <a:rPr lang="en-MY"/>
              <a:t>Define initial strategy for iterative development with integrated testing.</a:t>
            </a:r>
            <a:endParaRPr/>
          </a:p>
          <a:p>
            <a:pPr indent="-228600" lvl="0" marL="457200" marR="0" rtl="0" algn="l">
              <a:lnSpc>
                <a:spcPct val="100000"/>
              </a:lnSpc>
              <a:spcBef>
                <a:spcPts val="0"/>
              </a:spcBef>
              <a:spcAft>
                <a:spcPts val="0"/>
              </a:spcAft>
              <a:buSzPts val="1400"/>
              <a:buNone/>
            </a:pPr>
            <a:r>
              <a:rPr b="1" lang="en-MY"/>
              <a:t>Foundations</a:t>
            </a:r>
            <a:endParaRPr/>
          </a:p>
          <a:p>
            <a:pPr indent="-228600" lvl="0" marL="457200" marR="0" rtl="0" algn="l">
              <a:lnSpc>
                <a:spcPct val="100000"/>
              </a:lnSpc>
              <a:spcBef>
                <a:spcPts val="0"/>
              </a:spcBef>
              <a:spcAft>
                <a:spcPts val="0"/>
              </a:spcAft>
              <a:buSzPts val="1400"/>
              <a:buNone/>
            </a:pPr>
            <a:r>
              <a:rPr lang="en-MY"/>
              <a:t>Strategy for deployment.</a:t>
            </a:r>
            <a:endParaRPr/>
          </a:p>
          <a:p>
            <a:pPr indent="-228600" lvl="0" marL="457200" marR="0" rtl="0" algn="l">
              <a:lnSpc>
                <a:spcPct val="100000"/>
              </a:lnSpc>
              <a:spcBef>
                <a:spcPts val="0"/>
              </a:spcBef>
              <a:spcAft>
                <a:spcPts val="0"/>
              </a:spcAft>
              <a:buSzPts val="1400"/>
              <a:buNone/>
            </a:pPr>
            <a:r>
              <a:rPr lang="en-MY"/>
              <a:t>Committed timescale and costs.</a:t>
            </a:r>
            <a:endParaRPr/>
          </a:p>
          <a:p>
            <a:pPr indent="-228600" lvl="0" marL="457200" marR="0" rtl="0" algn="l">
              <a:lnSpc>
                <a:spcPct val="100000"/>
              </a:lnSpc>
              <a:spcBef>
                <a:spcPts val="0"/>
              </a:spcBef>
              <a:spcAft>
                <a:spcPts val="0"/>
              </a:spcAft>
              <a:buSzPts val="1400"/>
              <a:buNone/>
            </a:pPr>
            <a:r>
              <a:rPr b="1" lang="en-MY"/>
              <a:t>Evolutionary Development</a:t>
            </a:r>
            <a:endParaRPr/>
          </a:p>
          <a:p>
            <a:pPr indent="-228600" lvl="0" marL="457200" marR="0" rtl="0" algn="l">
              <a:lnSpc>
                <a:spcPct val="100000"/>
              </a:lnSpc>
              <a:spcBef>
                <a:spcPts val="0"/>
              </a:spcBef>
              <a:spcAft>
                <a:spcPts val="0"/>
              </a:spcAft>
              <a:buSzPts val="1400"/>
              <a:buNone/>
            </a:pPr>
            <a:r>
              <a:rPr lang="en-MY"/>
              <a:t>Iterative development with integrated testing.</a:t>
            </a:r>
            <a:endParaRPr/>
          </a:p>
          <a:p>
            <a:pPr indent="-228600" lvl="0" marL="457200" marR="0" rtl="0" algn="l">
              <a:lnSpc>
                <a:spcPct val="100000"/>
              </a:lnSpc>
              <a:spcBef>
                <a:spcPts val="0"/>
              </a:spcBef>
              <a:spcAft>
                <a:spcPts val="0"/>
              </a:spcAft>
              <a:buSzPts val="1400"/>
              <a:buNone/>
            </a:pPr>
            <a:r>
              <a:rPr lang="en-MY"/>
              <a:t>Planning development timeboxes.</a:t>
            </a:r>
            <a:endParaRPr/>
          </a:p>
          <a:p>
            <a:pPr indent="-228600" lvl="0" marL="457200" marR="0" rtl="0" algn="l">
              <a:lnSpc>
                <a:spcPct val="100000"/>
              </a:lnSpc>
              <a:spcBef>
                <a:spcPts val="0"/>
              </a:spcBef>
              <a:spcAft>
                <a:spcPts val="0"/>
              </a:spcAft>
              <a:buSzPts val="1400"/>
              <a:buNone/>
            </a:pPr>
            <a:r>
              <a:rPr lang="en-MY"/>
              <a:t>Refinement of delivery plan.</a:t>
            </a:r>
            <a:endParaRPr/>
          </a:p>
          <a:p>
            <a:pPr indent="-228600" lvl="0" marL="457200" marR="0" rtl="0" algn="l">
              <a:lnSpc>
                <a:spcPct val="100000"/>
              </a:lnSpc>
              <a:spcBef>
                <a:spcPts val="0"/>
              </a:spcBef>
              <a:spcAft>
                <a:spcPts val="0"/>
              </a:spcAft>
              <a:buSzPts val="1400"/>
              <a:buNone/>
            </a:pPr>
            <a:r>
              <a:rPr b="1" lang="en-MY"/>
              <a:t>Deployment</a:t>
            </a:r>
            <a:endParaRPr/>
          </a:p>
          <a:p>
            <a:pPr indent="-228600" lvl="0" marL="457200" marR="0" rtl="0" algn="l">
              <a:lnSpc>
                <a:spcPct val="100000"/>
              </a:lnSpc>
              <a:spcBef>
                <a:spcPts val="0"/>
              </a:spcBef>
              <a:spcAft>
                <a:spcPts val="0"/>
              </a:spcAft>
              <a:buSzPts val="1400"/>
              <a:buNone/>
            </a:pPr>
            <a:r>
              <a:rPr lang="en-MY"/>
              <a:t>Assemble → Review → Deploy solution increments.</a:t>
            </a:r>
            <a:endParaRPr/>
          </a:p>
          <a:p>
            <a:pPr indent="-228600" lvl="0" marL="457200" marR="0" rtl="0" algn="l">
              <a:lnSpc>
                <a:spcPct val="100000"/>
              </a:lnSpc>
              <a:spcBef>
                <a:spcPts val="0"/>
              </a:spcBef>
              <a:spcAft>
                <a:spcPts val="0"/>
              </a:spcAft>
              <a:buSzPts val="1400"/>
              <a:buNone/>
            </a:pPr>
            <a:r>
              <a:rPr lang="en-MY"/>
              <a:t>Deliver solution into live use.</a:t>
            </a:r>
            <a:endParaRPr/>
          </a:p>
          <a:p>
            <a:pPr indent="-228600" lvl="0" marL="457200" marR="0" rtl="0" algn="l">
              <a:lnSpc>
                <a:spcPct val="100000"/>
              </a:lnSpc>
              <a:spcBef>
                <a:spcPts val="0"/>
              </a:spcBef>
              <a:spcAft>
                <a:spcPts val="0"/>
              </a:spcAft>
              <a:buSzPts val="1400"/>
              <a:buNone/>
            </a:pPr>
            <a:r>
              <a:rPr b="1" lang="en-MY"/>
              <a:t>Post-Project</a:t>
            </a:r>
            <a:endParaRPr/>
          </a:p>
          <a:p>
            <a:pPr indent="-228600" lvl="0" marL="457200" marR="0" rtl="0" algn="l">
              <a:lnSpc>
                <a:spcPct val="100000"/>
              </a:lnSpc>
              <a:spcBef>
                <a:spcPts val="0"/>
              </a:spcBef>
              <a:spcAft>
                <a:spcPts val="0"/>
              </a:spcAft>
              <a:buSzPts val="1400"/>
              <a:buNone/>
            </a:pPr>
            <a:r>
              <a:rPr lang="en-MY"/>
              <a:t>Realisation of benefits.</a:t>
            </a:r>
            <a:endParaRPr/>
          </a:p>
          <a:p>
            <a:pPr indent="-228600" lvl="0" marL="457200" marR="0" rtl="0" algn="l">
              <a:lnSpc>
                <a:spcPct val="100000"/>
              </a:lnSpc>
              <a:spcBef>
                <a:spcPts val="0"/>
              </a:spcBef>
              <a:spcAft>
                <a:spcPts val="0"/>
              </a:spcAft>
              <a:buSzPts val="1400"/>
              <a:buNone/>
            </a:pPr>
            <a:r>
              <a:rPr lang="en-MY"/>
              <a:t>Ongoing review of outcomes.</a:t>
            </a:r>
            <a:endParaRPr/>
          </a:p>
          <a:p>
            <a:pPr indent="0" lvl="0" marL="0" rtl="0" algn="l">
              <a:lnSpc>
                <a:spcPct val="100000"/>
              </a:lnSpc>
              <a:spcBef>
                <a:spcPts val="0"/>
              </a:spcBef>
              <a:spcAft>
                <a:spcPts val="0"/>
              </a:spcAft>
              <a:buSzPts val="1400"/>
              <a:buNone/>
            </a:pPr>
            <a:r>
              <a:t/>
            </a:r>
            <a:endParaRPr/>
          </a:p>
        </p:txBody>
      </p:sp>
      <p:sp>
        <p:nvSpPr>
          <p:cNvPr id="763" name="Google Shape;763;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7637ed14d2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2" name="Google Shape;772;g37637ed14d2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9" name="Google Shape;77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6" name="Google Shape;78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6.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6.pn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jpg"/><Relationship Id="rId3" Type="http://schemas.openxmlformats.org/officeDocument/2006/relationships/image" Target="../media/image6.png"/><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1" showMasterSp="0">
  <p:cSld name="Layout01">
    <p:spTree>
      <p:nvGrpSpPr>
        <p:cNvPr id="19" name="Shape 19"/>
        <p:cNvGrpSpPr/>
        <p:nvPr/>
      </p:nvGrpSpPr>
      <p:grpSpPr>
        <a:xfrm>
          <a:off x="0" y="0"/>
          <a:ext cx="0" cy="0"/>
          <a:chOff x="0" y="0"/>
          <a:chExt cx="0" cy="0"/>
        </a:xfrm>
      </p:grpSpPr>
      <p:pic>
        <p:nvPicPr>
          <p:cNvPr descr="Background pattern&#10;&#10;Description automatically generated" id="20" name="Google Shape;20;p14"/>
          <p:cNvPicPr preferRelativeResize="0"/>
          <p:nvPr/>
        </p:nvPicPr>
        <p:blipFill rotWithShape="1">
          <a:blip r:embed="rId2">
            <a:alphaModFix amt="63000"/>
          </a:blip>
          <a:srcRect b="0" l="0" r="0" t="0"/>
          <a:stretch/>
        </p:blipFill>
        <p:spPr>
          <a:xfrm flipH="1" rot="10800000">
            <a:off x="1390488" y="0"/>
            <a:ext cx="10801512" cy="6858000"/>
          </a:xfrm>
          <a:prstGeom prst="rect">
            <a:avLst/>
          </a:prstGeom>
          <a:noFill/>
          <a:ln>
            <a:noFill/>
          </a:ln>
        </p:spPr>
      </p:pic>
      <p:sp>
        <p:nvSpPr>
          <p:cNvPr id="21" name="Google Shape;21;p14"/>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 name="Google Shape;22;p14"/>
          <p:cNvSpPr/>
          <p:nvPr/>
        </p:nvSpPr>
        <p:spPr>
          <a:xfrm flipH="1" rot="10800000">
            <a:off x="2395148" y="-4501"/>
            <a:ext cx="4843223" cy="6862501"/>
          </a:xfrm>
          <a:custGeom>
            <a:rect b="b" l="l" r="r" t="t"/>
            <a:pathLst>
              <a:path extrusionOk="0" h="6834887" w="3347129">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4"/>
          <p:cNvSpPr txBox="1"/>
          <p:nvPr>
            <p:ph type="title"/>
          </p:nvPr>
        </p:nvSpPr>
        <p:spPr>
          <a:xfrm>
            <a:off x="584603" y="2120702"/>
            <a:ext cx="4120911" cy="264429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 name="Google Shape;24;p14"/>
          <p:cNvSpPr/>
          <p:nvPr/>
        </p:nvSpPr>
        <p:spPr>
          <a:xfrm rot="5400000">
            <a:off x="-765719" y="3361414"/>
            <a:ext cx="1662113" cy="130676"/>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25" name="Google Shape;25;p14"/>
          <p:cNvPicPr preferRelativeResize="0"/>
          <p:nvPr/>
        </p:nvPicPr>
        <p:blipFill rotWithShape="1">
          <a:blip r:embed="rId3">
            <a:alphaModFix/>
          </a:blip>
          <a:srcRect b="0" l="0" r="0" t="0"/>
          <a:stretch/>
        </p:blipFill>
        <p:spPr>
          <a:xfrm>
            <a:off x="9371467" y="404628"/>
            <a:ext cx="2133841" cy="720849"/>
          </a:xfrm>
          <a:prstGeom prst="rect">
            <a:avLst/>
          </a:prstGeom>
          <a:noFill/>
          <a:ln>
            <a:noFill/>
          </a:ln>
        </p:spPr>
      </p:pic>
      <p:pic>
        <p:nvPicPr>
          <p:cNvPr id="26" name="Google Shape;26;p14"/>
          <p:cNvPicPr preferRelativeResize="0"/>
          <p:nvPr/>
        </p:nvPicPr>
        <p:blipFill rotWithShape="1">
          <a:blip r:embed="rId4">
            <a:alphaModFix/>
          </a:blip>
          <a:srcRect b="0" l="0" r="0" t="0"/>
          <a:stretch/>
        </p:blipFill>
        <p:spPr>
          <a:xfrm>
            <a:off x="8044256" y="6511235"/>
            <a:ext cx="3922822" cy="2198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
                                        </p:tgtEl>
                                        <p:attrNameLst>
                                          <p:attrName>style.visibility</p:attrName>
                                        </p:attrNameLst>
                                      </p:cBhvr>
                                      <p:to>
                                        <p:strVal val="visible"/>
                                      </p:to>
                                    </p:set>
                                    <p:animEffect filter="fade" transition="in">
                                      <p:cBhvr>
                                        <p:cTn dur="500"/>
                                        <p:tgtEl>
                                          <p:spTgt spid="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6">
  <p:cSld name="Layout06">
    <p:spTree>
      <p:nvGrpSpPr>
        <p:cNvPr id="27" name="Shape 27"/>
        <p:cNvGrpSpPr/>
        <p:nvPr/>
      </p:nvGrpSpPr>
      <p:grpSpPr>
        <a:xfrm>
          <a:off x="0" y="0"/>
          <a:ext cx="0" cy="0"/>
          <a:chOff x="0" y="0"/>
          <a:chExt cx="0" cy="0"/>
        </a:xfrm>
      </p:grpSpPr>
      <p:cxnSp>
        <p:nvCxnSpPr>
          <p:cNvPr id="28" name="Google Shape;28;p15"/>
          <p:cNvCxnSpPr/>
          <p:nvPr/>
        </p:nvCxnSpPr>
        <p:spPr>
          <a:xfrm>
            <a:off x="480645" y="1465384"/>
            <a:ext cx="11711354" cy="0"/>
          </a:xfrm>
          <a:prstGeom prst="straightConnector1">
            <a:avLst/>
          </a:prstGeom>
          <a:noFill/>
          <a:ln cap="flat" cmpd="sng" w="9525">
            <a:solidFill>
              <a:schemeClr val="accent1"/>
            </a:solidFill>
            <a:prstDash val="solid"/>
            <a:miter lim="800000"/>
            <a:headEnd len="sm" w="sm" type="none"/>
            <a:tailEnd len="sm" w="sm" type="none"/>
          </a:ln>
        </p:spPr>
      </p:cxnSp>
      <p:sp>
        <p:nvSpPr>
          <p:cNvPr id="29" name="Google Shape;29;p15"/>
          <p:cNvSpPr txBox="1"/>
          <p:nvPr>
            <p:ph type="title"/>
          </p:nvPr>
        </p:nvSpPr>
        <p:spPr>
          <a:xfrm>
            <a:off x="712787" y="38556"/>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15"/>
          <p:cNvSpPr txBox="1"/>
          <p:nvPr>
            <p:ph idx="1" type="body"/>
          </p:nvPr>
        </p:nvSpPr>
        <p:spPr>
          <a:xfrm>
            <a:off x="839788" y="1828799"/>
            <a:ext cx="10261599" cy="67627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595959"/>
              </a:buClr>
              <a:buSzPts val="1600"/>
              <a:buNone/>
              <a:defRPr b="0" i="0" sz="1600">
                <a:latin typeface="Lato"/>
                <a:ea typeface="Lato"/>
                <a:cs typeface="Lato"/>
                <a:sym typeface="Lato"/>
              </a:defRPr>
            </a:lvl1pPr>
            <a:lvl2pPr indent="-228600" lvl="1" marL="914400" algn="l">
              <a:lnSpc>
                <a:spcPct val="90000"/>
              </a:lnSpc>
              <a:spcBef>
                <a:spcPts val="500"/>
              </a:spcBef>
              <a:spcAft>
                <a:spcPts val="0"/>
              </a:spcAft>
              <a:buClr>
                <a:srgbClr val="595959"/>
              </a:buClr>
              <a:buSzPts val="2000"/>
              <a:buNone/>
              <a:defRPr b="1" sz="2000"/>
            </a:lvl2pPr>
            <a:lvl3pPr indent="-228600" lvl="2" marL="1371600" algn="l">
              <a:lnSpc>
                <a:spcPct val="90000"/>
              </a:lnSpc>
              <a:spcBef>
                <a:spcPts val="500"/>
              </a:spcBef>
              <a:spcAft>
                <a:spcPts val="0"/>
              </a:spcAft>
              <a:buClr>
                <a:srgbClr val="595959"/>
              </a:buClr>
              <a:buSzPts val="1800"/>
              <a:buNone/>
              <a:defRPr b="1" sz="1800"/>
            </a:lvl3pPr>
            <a:lvl4pPr indent="-228600" lvl="3" marL="1828800" algn="l">
              <a:lnSpc>
                <a:spcPct val="90000"/>
              </a:lnSpc>
              <a:spcBef>
                <a:spcPts val="500"/>
              </a:spcBef>
              <a:spcAft>
                <a:spcPts val="0"/>
              </a:spcAft>
              <a:buClr>
                <a:srgbClr val="595959"/>
              </a:buClr>
              <a:buSzPts val="1600"/>
              <a:buNone/>
              <a:defRPr b="1" sz="1600"/>
            </a:lvl4pPr>
            <a:lvl5pPr indent="-228600" lvl="4" marL="2286000" algn="l">
              <a:lnSpc>
                <a:spcPct val="90000"/>
              </a:lnSpc>
              <a:spcBef>
                <a:spcPts val="500"/>
              </a:spcBef>
              <a:spcAft>
                <a:spcPts val="0"/>
              </a:spcAft>
              <a:buClr>
                <a:srgbClr val="595959"/>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1" name="Google Shape;31;p1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2" name="Google Shape;32;p15"/>
          <p:cNvSpPr/>
          <p:nvPr/>
        </p:nvSpPr>
        <p:spPr>
          <a:xfrm>
            <a:off x="0" y="1383280"/>
            <a:ext cx="2128058" cy="16625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6">
  <p:cSld name="Layout26">
    <p:bg>
      <p:bgPr>
        <a:solidFill>
          <a:srgbClr val="F2F2F2"/>
        </a:solidFill>
      </p:bgPr>
    </p:bg>
    <p:spTree>
      <p:nvGrpSpPr>
        <p:cNvPr id="33" name="Shape 33"/>
        <p:cNvGrpSpPr/>
        <p:nvPr/>
      </p:nvGrpSpPr>
      <p:grpSpPr>
        <a:xfrm>
          <a:off x="0" y="0"/>
          <a:ext cx="0" cy="0"/>
          <a:chOff x="0" y="0"/>
          <a:chExt cx="0" cy="0"/>
        </a:xfrm>
      </p:grpSpPr>
      <p:sp>
        <p:nvSpPr>
          <p:cNvPr id="34" name="Google Shape;34;p18"/>
          <p:cNvSpPr/>
          <p:nvPr/>
        </p:nvSpPr>
        <p:spPr>
          <a:xfrm rot="10800000">
            <a:off x="6096000" y="0"/>
            <a:ext cx="6096000" cy="6871855"/>
          </a:xfrm>
          <a:custGeom>
            <a:rect b="b" l="l" r="r" t="t"/>
            <a:pathLst>
              <a:path extrusionOk="0" h="6871855" w="6096000">
                <a:moveTo>
                  <a:pt x="0" y="13855"/>
                </a:moveTo>
                <a:lnTo>
                  <a:pt x="4544292"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5" name="Google Shape;35;p18"/>
          <p:cNvPicPr preferRelativeResize="0"/>
          <p:nvPr/>
        </p:nvPicPr>
        <p:blipFill rotWithShape="1">
          <a:blip r:embed="rId2">
            <a:alphaModFix amt="17000"/>
          </a:blip>
          <a:srcRect b="0" l="0" r="0" t="0"/>
          <a:stretch/>
        </p:blipFill>
        <p:spPr>
          <a:xfrm>
            <a:off x="6082780" y="9216"/>
            <a:ext cx="6109220" cy="6858000"/>
          </a:xfrm>
          <a:prstGeom prst="rect">
            <a:avLst/>
          </a:prstGeom>
          <a:noFill/>
          <a:ln>
            <a:noFill/>
          </a:ln>
        </p:spPr>
      </p:pic>
      <p:sp>
        <p:nvSpPr>
          <p:cNvPr id="36" name="Google Shape;36;p18"/>
          <p:cNvSpPr/>
          <p:nvPr>
            <p:ph idx="2" type="pic"/>
          </p:nvPr>
        </p:nvSpPr>
        <p:spPr>
          <a:xfrm>
            <a:off x="0" y="0"/>
            <a:ext cx="7645186" cy="6861429"/>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2">
  <p:cSld name="Layout02">
    <p:spTree>
      <p:nvGrpSpPr>
        <p:cNvPr id="37" name="Shape 37"/>
        <p:cNvGrpSpPr/>
        <p:nvPr/>
      </p:nvGrpSpPr>
      <p:grpSpPr>
        <a:xfrm>
          <a:off x="0" y="0"/>
          <a:ext cx="0" cy="0"/>
          <a:chOff x="0" y="0"/>
          <a:chExt cx="0" cy="0"/>
        </a:xfrm>
      </p:grpSpPr>
      <p:sp>
        <p:nvSpPr>
          <p:cNvPr id="38" name="Google Shape;38;p1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9" name="Google Shape;39;p19"/>
          <p:cNvSpPr/>
          <p:nvPr/>
        </p:nvSpPr>
        <p:spPr>
          <a:xfrm>
            <a:off x="3400700"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 name="Google Shape;40;p19"/>
          <p:cNvSpPr/>
          <p:nvPr/>
        </p:nvSpPr>
        <p:spPr>
          <a:xfrm>
            <a:off x="-237846" y="-3393"/>
            <a:ext cx="3801533" cy="344098"/>
          </a:xfrm>
          <a:custGeom>
            <a:rect b="b" l="l" r="r" t="t"/>
            <a:pathLst>
              <a:path extrusionOk="0" h="791286" w="10556322">
                <a:moveTo>
                  <a:pt x="0" y="0"/>
                </a:moveTo>
                <a:lnTo>
                  <a:pt x="9998765" y="0"/>
                </a:lnTo>
                <a:lnTo>
                  <a:pt x="10556322"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 name="Google Shape;41;p19"/>
          <p:cNvSpPr/>
          <p:nvPr/>
        </p:nvSpPr>
        <p:spPr>
          <a:xfrm>
            <a:off x="3724602"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 name="Google Shape;4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3">
  <p:cSld name="Layout03">
    <p:spTree>
      <p:nvGrpSpPr>
        <p:cNvPr id="43" name="Shape 43"/>
        <p:cNvGrpSpPr/>
        <p:nvPr/>
      </p:nvGrpSpPr>
      <p:grpSpPr>
        <a:xfrm>
          <a:off x="0" y="0"/>
          <a:ext cx="0" cy="0"/>
          <a:chOff x="0" y="0"/>
          <a:chExt cx="0" cy="0"/>
        </a:xfrm>
      </p:grpSpPr>
      <p:sp>
        <p:nvSpPr>
          <p:cNvPr id="44" name="Google Shape;44;p20"/>
          <p:cNvSpPr/>
          <p:nvPr/>
        </p:nvSpPr>
        <p:spPr>
          <a:xfrm>
            <a:off x="64158" y="507763"/>
            <a:ext cx="325728" cy="327043"/>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2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6" name="Google Shape;46;p20"/>
          <p:cNvSpPr/>
          <p:nvPr/>
        </p:nvSpPr>
        <p:spPr>
          <a:xfrm>
            <a:off x="201412" y="344385"/>
            <a:ext cx="638687" cy="64126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 name="Google Shape;4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4">
  <p:cSld name="Layout04">
    <p:spTree>
      <p:nvGrpSpPr>
        <p:cNvPr id="48" name="Shape 48"/>
        <p:cNvGrpSpPr/>
        <p:nvPr/>
      </p:nvGrpSpPr>
      <p:grpSpPr>
        <a:xfrm>
          <a:off x="0" y="0"/>
          <a:ext cx="0" cy="0"/>
          <a:chOff x="0" y="0"/>
          <a:chExt cx="0" cy="0"/>
        </a:xfrm>
      </p:grpSpPr>
      <p:sp>
        <p:nvSpPr>
          <p:cNvPr id="49" name="Google Shape;49;p2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50" name="Google Shape;50;p21"/>
          <p:cNvSpPr/>
          <p:nvPr/>
        </p:nvSpPr>
        <p:spPr>
          <a:xfrm>
            <a:off x="-607982" y="448235"/>
            <a:ext cx="1000815" cy="1004858"/>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 name="Google Shape;51;p21"/>
          <p:cNvSpPr txBox="1"/>
          <p:nvPr>
            <p:ph type="title"/>
          </p:nvPr>
        </p:nvSpPr>
        <p:spPr>
          <a:xfrm>
            <a:off x="497541" y="31133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5">
  <p:cSld name="Layout05">
    <p:bg>
      <p:bgPr>
        <a:solidFill>
          <a:srgbClr val="6C1D35"/>
        </a:solidFill>
      </p:bgPr>
    </p:bg>
    <p:spTree>
      <p:nvGrpSpPr>
        <p:cNvPr id="52" name="Shape 52"/>
        <p:cNvGrpSpPr/>
        <p:nvPr/>
      </p:nvGrpSpPr>
      <p:grpSpPr>
        <a:xfrm>
          <a:off x="0" y="0"/>
          <a:ext cx="0" cy="0"/>
          <a:chOff x="0" y="0"/>
          <a:chExt cx="0" cy="0"/>
        </a:xfrm>
      </p:grpSpPr>
      <p:cxnSp>
        <p:nvCxnSpPr>
          <p:cNvPr id="53" name="Google Shape;53;p22"/>
          <p:cNvCxnSpPr/>
          <p:nvPr/>
        </p:nvCxnSpPr>
        <p:spPr>
          <a:xfrm>
            <a:off x="480645" y="1172309"/>
            <a:ext cx="11711354" cy="0"/>
          </a:xfrm>
          <a:prstGeom prst="straightConnector1">
            <a:avLst/>
          </a:prstGeom>
          <a:noFill/>
          <a:ln cap="flat" cmpd="sng" w="9525">
            <a:solidFill>
              <a:srgbClr val="F2F2F2"/>
            </a:solidFill>
            <a:prstDash val="solid"/>
            <a:miter lim="800000"/>
            <a:headEnd len="sm" w="sm" type="none"/>
            <a:tailEnd len="sm" w="sm" type="none"/>
          </a:ln>
        </p:spPr>
      </p:cxnSp>
      <p:sp>
        <p:nvSpPr>
          <p:cNvPr id="54" name="Google Shape;54;p22"/>
          <p:cNvSpPr/>
          <p:nvPr/>
        </p:nvSpPr>
        <p:spPr>
          <a:xfrm>
            <a:off x="0" y="1101927"/>
            <a:ext cx="2128058" cy="166255"/>
          </a:xfrm>
          <a:prstGeom prst="rect">
            <a:avLst/>
          </a:prstGeom>
          <a:solidFill>
            <a:srgbClr val="D0CE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 name="Google Shape;55;p22"/>
          <p:cNvSpPr txBox="1"/>
          <p:nvPr>
            <p:ph idx="1" type="body"/>
          </p:nvPr>
        </p:nvSpPr>
        <p:spPr>
          <a:xfrm>
            <a:off x="814385"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2"/>
          <p:cNvSpPr txBox="1"/>
          <p:nvPr>
            <p:ph type="title"/>
          </p:nvPr>
        </p:nvSpPr>
        <p:spPr>
          <a:xfrm>
            <a:off x="2057393" y="188182"/>
            <a:ext cx="7883842" cy="9037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7" name="Google Shape;57;p22"/>
          <p:cNvSpPr txBox="1"/>
          <p:nvPr>
            <p:ph idx="2" type="body"/>
          </p:nvPr>
        </p:nvSpPr>
        <p:spPr>
          <a:xfrm>
            <a:off x="4386254"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2"/>
          <p:cNvSpPr txBox="1"/>
          <p:nvPr>
            <p:ph idx="3" type="body"/>
          </p:nvPr>
        </p:nvSpPr>
        <p:spPr>
          <a:xfrm>
            <a:off x="7929556"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2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7">
  <p:cSld name="Layout07">
    <p:spTree>
      <p:nvGrpSpPr>
        <p:cNvPr id="60" name="Shape 60"/>
        <p:cNvGrpSpPr/>
        <p:nvPr/>
      </p:nvGrpSpPr>
      <p:grpSpPr>
        <a:xfrm>
          <a:off x="0" y="0"/>
          <a:ext cx="0" cy="0"/>
          <a:chOff x="0" y="0"/>
          <a:chExt cx="0" cy="0"/>
        </a:xfrm>
      </p:grpSpPr>
      <p:sp>
        <p:nvSpPr>
          <p:cNvPr id="61" name="Google Shape;61;p23"/>
          <p:cNvSpPr/>
          <p:nvPr/>
        </p:nvSpPr>
        <p:spPr>
          <a:xfrm>
            <a:off x="0" y="668539"/>
            <a:ext cx="574431" cy="59372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 name="Google Shape;62;p2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63" name="Google Shape;6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4" name="Google Shape;64;p23"/>
          <p:cNvSpPr/>
          <p:nvPr>
            <p:ph idx="2" type="pic"/>
          </p:nvPr>
        </p:nvSpPr>
        <p:spPr>
          <a:xfrm>
            <a:off x="738551" y="2110157"/>
            <a:ext cx="3681046" cy="3910612"/>
          </a:xfrm>
          <a:prstGeom prst="flowChartInputOutput">
            <a:avLst/>
          </a:prstGeom>
          <a:noFill/>
          <a:ln>
            <a:noFill/>
          </a:ln>
        </p:spPr>
      </p:sp>
      <p:sp>
        <p:nvSpPr>
          <p:cNvPr id="65" name="Google Shape;65;p23"/>
          <p:cNvSpPr/>
          <p:nvPr>
            <p:ph idx="3" type="pic"/>
          </p:nvPr>
        </p:nvSpPr>
        <p:spPr>
          <a:xfrm>
            <a:off x="4112204" y="2110157"/>
            <a:ext cx="3681046" cy="3910612"/>
          </a:xfrm>
          <a:prstGeom prst="flowChartInputOutput">
            <a:avLst/>
          </a:prstGeom>
          <a:noFill/>
          <a:ln>
            <a:noFill/>
          </a:ln>
        </p:spPr>
      </p:sp>
      <p:sp>
        <p:nvSpPr>
          <p:cNvPr id="66" name="Google Shape;66;p23"/>
          <p:cNvSpPr/>
          <p:nvPr>
            <p:ph idx="4" type="pic"/>
          </p:nvPr>
        </p:nvSpPr>
        <p:spPr>
          <a:xfrm>
            <a:off x="7504930" y="2110157"/>
            <a:ext cx="3681046" cy="3910612"/>
          </a:xfrm>
          <a:prstGeom prst="flowChartInputOutpu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8">
  <p:cSld name="Layout08">
    <p:spTree>
      <p:nvGrpSpPr>
        <p:cNvPr id="67" name="Shape 67"/>
        <p:cNvGrpSpPr/>
        <p:nvPr/>
      </p:nvGrpSpPr>
      <p:grpSpPr>
        <a:xfrm>
          <a:off x="0" y="0"/>
          <a:ext cx="0" cy="0"/>
          <a:chOff x="0" y="0"/>
          <a:chExt cx="0" cy="0"/>
        </a:xfrm>
      </p:grpSpPr>
      <p:sp>
        <p:nvSpPr>
          <p:cNvPr id="68" name="Google Shape;68;p24"/>
          <p:cNvSpPr/>
          <p:nvPr/>
        </p:nvSpPr>
        <p:spPr>
          <a:xfrm>
            <a:off x="3708"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9" name="Google Shape;69;p24"/>
          <p:cNvSpPr/>
          <p:nvPr/>
        </p:nvSpPr>
        <p:spPr>
          <a:xfrm rot="10800000">
            <a:off x="4596135"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70" name="Google Shape;70;p24"/>
          <p:cNvCxnSpPr/>
          <p:nvPr/>
        </p:nvCxnSpPr>
        <p:spPr>
          <a:xfrm>
            <a:off x="0" y="6534150"/>
            <a:ext cx="0" cy="0"/>
          </a:xfrm>
          <a:prstGeom prst="straightConnector1">
            <a:avLst/>
          </a:prstGeom>
          <a:noFill/>
          <a:ln cap="flat" cmpd="sng" w="19050">
            <a:solidFill>
              <a:srgbClr val="D8D8D8"/>
            </a:solidFill>
            <a:prstDash val="solid"/>
            <a:miter lim="800000"/>
            <a:headEnd len="sm" w="sm" type="none"/>
            <a:tailEnd len="sm" w="sm" type="none"/>
          </a:ln>
        </p:spPr>
      </p:cxnSp>
      <p:sp>
        <p:nvSpPr>
          <p:cNvPr id="71" name="Google Shape;71;p2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72" name="Google Shape;72;p24"/>
          <p:cNvSpPr/>
          <p:nvPr>
            <p:ph idx="2" type="pic"/>
          </p:nvPr>
        </p:nvSpPr>
        <p:spPr>
          <a:xfrm>
            <a:off x="103240" y="0"/>
            <a:ext cx="5615898" cy="6442797"/>
          </a:xfrm>
          <a:prstGeom prst="flowChartInputOutput">
            <a:avLst/>
          </a:prstGeom>
          <a:noFill/>
          <a:ln>
            <a:noFill/>
          </a:ln>
        </p:spPr>
      </p:sp>
      <p:sp>
        <p:nvSpPr>
          <p:cNvPr id="73" name="Google Shape;73;p24"/>
          <p:cNvSpPr txBox="1"/>
          <p:nvPr>
            <p:ph type="title"/>
          </p:nvPr>
        </p:nvSpPr>
        <p:spPr>
          <a:xfrm>
            <a:off x="6201508" y="2686295"/>
            <a:ext cx="5562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9">
  <p:cSld name="Layout09">
    <p:spTree>
      <p:nvGrpSpPr>
        <p:cNvPr id="74" name="Shape 74"/>
        <p:cNvGrpSpPr/>
        <p:nvPr/>
      </p:nvGrpSpPr>
      <p:grpSpPr>
        <a:xfrm>
          <a:off x="0" y="0"/>
          <a:ext cx="0" cy="0"/>
          <a:chOff x="0" y="0"/>
          <a:chExt cx="0" cy="0"/>
        </a:xfrm>
      </p:grpSpPr>
      <p:sp>
        <p:nvSpPr>
          <p:cNvPr id="75" name="Google Shape;75;p25"/>
          <p:cNvSpPr/>
          <p:nvPr/>
        </p:nvSpPr>
        <p:spPr>
          <a:xfrm>
            <a:off x="4778476" y="819148"/>
            <a:ext cx="7413523" cy="4976967"/>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 name="Google Shape;76;p25"/>
          <p:cNvSpPr txBox="1"/>
          <p:nvPr>
            <p:ph type="title"/>
          </p:nvPr>
        </p:nvSpPr>
        <p:spPr>
          <a:xfrm>
            <a:off x="5153891" y="1316968"/>
            <a:ext cx="6480896" cy="11312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7" name="Google Shape;77;p25"/>
          <p:cNvSpPr/>
          <p:nvPr>
            <p:ph idx="2" type="pic"/>
          </p:nvPr>
        </p:nvSpPr>
        <p:spPr>
          <a:xfrm>
            <a:off x="0" y="0"/>
            <a:ext cx="4763924" cy="6356350"/>
          </a:xfrm>
          <a:prstGeom prst="rect">
            <a:avLst/>
          </a:prstGeom>
          <a:noFill/>
          <a:ln>
            <a:noFill/>
          </a:ln>
        </p:spPr>
      </p:sp>
      <p:sp>
        <p:nvSpPr>
          <p:cNvPr id="78" name="Google Shape;78;p25"/>
          <p:cNvSpPr txBox="1"/>
          <p:nvPr>
            <p:ph idx="1" type="body"/>
          </p:nvPr>
        </p:nvSpPr>
        <p:spPr>
          <a:xfrm>
            <a:off x="5153890" y="2580967"/>
            <a:ext cx="6480897" cy="25957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i="0" sz="1400">
                <a:solidFill>
                  <a:schemeClr val="lt1"/>
                </a:solidFill>
                <a:latin typeface="Lato"/>
                <a:ea typeface="Lato"/>
                <a:cs typeface="Lato"/>
                <a:sym typeface="Lato"/>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0">
  <p:cSld name="Layout10">
    <p:spTree>
      <p:nvGrpSpPr>
        <p:cNvPr id="80" name="Shape 80"/>
        <p:cNvGrpSpPr/>
        <p:nvPr/>
      </p:nvGrpSpPr>
      <p:grpSpPr>
        <a:xfrm>
          <a:off x="0" y="0"/>
          <a:ext cx="0" cy="0"/>
          <a:chOff x="0" y="0"/>
          <a:chExt cx="0" cy="0"/>
        </a:xfrm>
      </p:grpSpPr>
      <p:sp>
        <p:nvSpPr>
          <p:cNvPr id="81" name="Google Shape;81;p26"/>
          <p:cNvSpPr/>
          <p:nvPr/>
        </p:nvSpPr>
        <p:spPr>
          <a:xfrm>
            <a:off x="0" y="-13856"/>
            <a:ext cx="8423564" cy="6871855"/>
          </a:xfrm>
          <a:custGeom>
            <a:rect b="b" l="l" r="r" t="t"/>
            <a:pathLst>
              <a:path extrusionOk="0" h="6871855" w="8423564">
                <a:moveTo>
                  <a:pt x="0" y="13855"/>
                </a:moveTo>
                <a:lnTo>
                  <a:pt x="8423564"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 name="Google Shape;82;p26"/>
          <p:cNvSpPr txBox="1"/>
          <p:nvPr>
            <p:ph type="title"/>
          </p:nvPr>
        </p:nvSpPr>
        <p:spPr>
          <a:xfrm>
            <a:off x="7120335" y="4237932"/>
            <a:ext cx="4677218" cy="1878998"/>
          </a:xfrm>
          <a:prstGeom prst="rect">
            <a:avLst/>
          </a:prstGeom>
          <a:noFill/>
          <a:ln>
            <a:noFill/>
          </a:ln>
        </p:spPr>
        <p:txBody>
          <a:bodyPr anchorCtr="0" anchor="ctr" bIns="45700" lIns="91425" spcFirstLastPara="1" rIns="91425" wrap="square" tIns="4570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3" name="Google Shape;83;p26"/>
          <p:cNvSpPr/>
          <p:nvPr>
            <p:ph idx="2" type="pic"/>
          </p:nvPr>
        </p:nvSpPr>
        <p:spPr>
          <a:xfrm>
            <a:off x="0" y="-13856"/>
            <a:ext cx="7647882" cy="6871856"/>
          </a:xfrm>
          <a:prstGeom prst="parallelogram">
            <a:avLst>
              <a:gd fmla="val 33669" name="adj"/>
            </a:avLst>
          </a:prstGeom>
          <a:noFill/>
          <a:ln>
            <a:noFill/>
          </a:ln>
        </p:spPr>
      </p:sp>
      <p:sp>
        <p:nvSpPr>
          <p:cNvPr id="84" name="Google Shape;84;p2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85" name="Google Shape;85;p26"/>
          <p:cNvPicPr preferRelativeResize="0"/>
          <p:nvPr/>
        </p:nvPicPr>
        <p:blipFill rotWithShape="1">
          <a:blip r:embed="rId2">
            <a:alphaModFix/>
          </a:blip>
          <a:srcRect b="0" l="0" r="0" t="0"/>
          <a:stretch/>
        </p:blipFill>
        <p:spPr>
          <a:xfrm>
            <a:off x="838200" y="6513174"/>
            <a:ext cx="2824372" cy="158262"/>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1">
  <p:cSld name="Layout11">
    <p:bg>
      <p:bgPr>
        <a:solidFill>
          <a:srgbClr val="6C1D35"/>
        </a:solidFill>
      </p:bgPr>
    </p:bg>
    <p:spTree>
      <p:nvGrpSpPr>
        <p:cNvPr id="86" name="Shape 86"/>
        <p:cNvGrpSpPr/>
        <p:nvPr/>
      </p:nvGrpSpPr>
      <p:grpSpPr>
        <a:xfrm>
          <a:off x="0" y="0"/>
          <a:ext cx="0" cy="0"/>
          <a:chOff x="0" y="0"/>
          <a:chExt cx="0" cy="0"/>
        </a:xfrm>
      </p:grpSpPr>
      <p:sp>
        <p:nvSpPr>
          <p:cNvPr id="87" name="Google Shape;87;p2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88" name="Google Shape;8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sz="3600">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2">
  <p:cSld name="Layout12">
    <p:spTree>
      <p:nvGrpSpPr>
        <p:cNvPr id="89" name="Shape 89"/>
        <p:cNvGrpSpPr/>
        <p:nvPr/>
      </p:nvGrpSpPr>
      <p:grpSpPr>
        <a:xfrm>
          <a:off x="0" y="0"/>
          <a:ext cx="0" cy="0"/>
          <a:chOff x="0" y="0"/>
          <a:chExt cx="0" cy="0"/>
        </a:xfrm>
      </p:grpSpPr>
      <p:sp>
        <p:nvSpPr>
          <p:cNvPr id="90" name="Google Shape;90;p28"/>
          <p:cNvSpPr/>
          <p:nvPr>
            <p:ph idx="2" type="pic"/>
          </p:nvPr>
        </p:nvSpPr>
        <p:spPr>
          <a:xfrm>
            <a:off x="-1" y="-2358"/>
            <a:ext cx="7753847" cy="6863012"/>
          </a:xfrm>
          <a:prstGeom prst="rect">
            <a:avLst/>
          </a:prstGeom>
          <a:noFill/>
          <a:ln>
            <a:noFill/>
          </a:ln>
        </p:spPr>
      </p:sp>
      <p:sp>
        <p:nvSpPr>
          <p:cNvPr id="91" name="Google Shape;91;p28"/>
          <p:cNvSpPr/>
          <p:nvPr/>
        </p:nvSpPr>
        <p:spPr>
          <a:xfrm>
            <a:off x="9476509" y="1"/>
            <a:ext cx="2715490" cy="6880888"/>
          </a:xfrm>
          <a:prstGeom prst="rect">
            <a:avLst/>
          </a:prstGeom>
          <a:solidFill>
            <a:srgbClr val="4B47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28"/>
          <p:cNvSpPr/>
          <p:nvPr/>
        </p:nvSpPr>
        <p:spPr>
          <a:xfrm rot="10800000">
            <a:off x="5250869" y="-1"/>
            <a:ext cx="6858001" cy="688570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8"/>
          <p:cNvSpPr txBox="1"/>
          <p:nvPr>
            <p:ph type="title"/>
          </p:nvPr>
        </p:nvSpPr>
        <p:spPr>
          <a:xfrm>
            <a:off x="5832762" y="1995054"/>
            <a:ext cx="3768438" cy="30895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sz="36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4" name="Google Shape;94;p2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3">
  <p:cSld name="Layout13">
    <p:spTree>
      <p:nvGrpSpPr>
        <p:cNvPr id="95" name="Shape 95"/>
        <p:cNvGrpSpPr/>
        <p:nvPr/>
      </p:nvGrpSpPr>
      <p:grpSpPr>
        <a:xfrm>
          <a:off x="0" y="0"/>
          <a:ext cx="0" cy="0"/>
          <a:chOff x="0" y="0"/>
          <a:chExt cx="0" cy="0"/>
        </a:xfrm>
      </p:grpSpPr>
      <p:sp>
        <p:nvSpPr>
          <p:cNvPr id="96" name="Google Shape;96;p29"/>
          <p:cNvSpPr/>
          <p:nvPr/>
        </p:nvSpPr>
        <p:spPr>
          <a:xfrm>
            <a:off x="6350" y="1"/>
            <a:ext cx="4329113" cy="6880888"/>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7" name="Google Shape;97;p29"/>
          <p:cNvPicPr preferRelativeResize="0"/>
          <p:nvPr/>
        </p:nvPicPr>
        <p:blipFill rotWithShape="1">
          <a:blip r:embed="rId2">
            <a:alphaModFix amt="11000"/>
          </a:blip>
          <a:srcRect b="0" l="0" r="0" t="0"/>
          <a:stretch/>
        </p:blipFill>
        <p:spPr>
          <a:xfrm>
            <a:off x="0" y="-1"/>
            <a:ext cx="4336976" cy="6858000"/>
          </a:xfrm>
          <a:prstGeom prst="rect">
            <a:avLst/>
          </a:prstGeom>
          <a:noFill/>
          <a:ln>
            <a:noFill/>
          </a:ln>
        </p:spPr>
      </p:pic>
      <p:sp>
        <p:nvSpPr>
          <p:cNvPr id="98" name="Google Shape;98;p29"/>
          <p:cNvSpPr/>
          <p:nvPr/>
        </p:nvSpPr>
        <p:spPr>
          <a:xfrm>
            <a:off x="1431389" y="0"/>
            <a:ext cx="1662113" cy="682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2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00" name="Google Shape;100;p29"/>
          <p:cNvSpPr txBox="1"/>
          <p:nvPr>
            <p:ph type="title"/>
          </p:nvPr>
        </p:nvSpPr>
        <p:spPr>
          <a:xfrm>
            <a:off x="352821" y="2616709"/>
            <a:ext cx="3523452" cy="105276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0" i="0" sz="360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1" name="Google Shape;101;p29"/>
          <p:cNvSpPr txBox="1"/>
          <p:nvPr>
            <p:ph idx="1" type="body"/>
          </p:nvPr>
        </p:nvSpPr>
        <p:spPr>
          <a:xfrm>
            <a:off x="352821" y="3880241"/>
            <a:ext cx="3523452" cy="11667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2F2F2"/>
              </a:buClr>
              <a:buSzPts val="1600"/>
              <a:buNone/>
              <a:defRPr b="0" i="0" sz="1600">
                <a:solidFill>
                  <a:srgbClr val="F2F2F2"/>
                </a:solidFill>
                <a:latin typeface="Lato"/>
                <a:ea typeface="Lato"/>
                <a:cs typeface="Lato"/>
                <a:sym typeface="Lato"/>
              </a:defRPr>
            </a:lvl1pPr>
            <a:lvl2pPr indent="-228600" lvl="1" marL="914400" algn="l">
              <a:lnSpc>
                <a:spcPct val="90000"/>
              </a:lnSpc>
              <a:spcBef>
                <a:spcPts val="500"/>
              </a:spcBef>
              <a:spcAft>
                <a:spcPts val="0"/>
              </a:spcAft>
              <a:buClr>
                <a:srgbClr val="595959"/>
              </a:buClr>
              <a:buSzPts val="1400"/>
              <a:buNone/>
              <a:defRPr sz="1400"/>
            </a:lvl2pPr>
            <a:lvl3pPr indent="-228600" lvl="2" marL="1371600" algn="l">
              <a:lnSpc>
                <a:spcPct val="90000"/>
              </a:lnSpc>
              <a:spcBef>
                <a:spcPts val="500"/>
              </a:spcBef>
              <a:spcAft>
                <a:spcPts val="0"/>
              </a:spcAft>
              <a:buClr>
                <a:srgbClr val="595959"/>
              </a:buClr>
              <a:buSzPts val="1200"/>
              <a:buNone/>
              <a:defRPr sz="1200"/>
            </a:lvl3pPr>
            <a:lvl4pPr indent="-228600" lvl="3" marL="1828800" algn="l">
              <a:lnSpc>
                <a:spcPct val="90000"/>
              </a:lnSpc>
              <a:spcBef>
                <a:spcPts val="500"/>
              </a:spcBef>
              <a:spcAft>
                <a:spcPts val="0"/>
              </a:spcAft>
              <a:buClr>
                <a:srgbClr val="595959"/>
              </a:buClr>
              <a:buSzPts val="1000"/>
              <a:buNone/>
              <a:defRPr sz="1000"/>
            </a:lvl4pPr>
            <a:lvl5pPr indent="-228600" lvl="4" marL="2286000" algn="l">
              <a:lnSpc>
                <a:spcPct val="90000"/>
              </a:lnSpc>
              <a:spcBef>
                <a:spcPts val="500"/>
              </a:spcBef>
              <a:spcAft>
                <a:spcPts val="0"/>
              </a:spcAft>
              <a:buClr>
                <a:srgbClr val="595959"/>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2" name="Google Shape;102;p29"/>
          <p:cNvSpPr/>
          <p:nvPr>
            <p:ph idx="2" type="pic"/>
          </p:nvPr>
        </p:nvSpPr>
        <p:spPr>
          <a:xfrm>
            <a:off x="4322618" y="0"/>
            <a:ext cx="7552707" cy="6858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4">
  <p:cSld name="Layout14">
    <p:spTree>
      <p:nvGrpSpPr>
        <p:cNvPr id="103" name="Shape 103"/>
        <p:cNvGrpSpPr/>
        <p:nvPr/>
      </p:nvGrpSpPr>
      <p:grpSpPr>
        <a:xfrm>
          <a:off x="0" y="0"/>
          <a:ext cx="0" cy="0"/>
          <a:chOff x="0" y="0"/>
          <a:chExt cx="0" cy="0"/>
        </a:xfrm>
      </p:grpSpPr>
      <p:sp>
        <p:nvSpPr>
          <p:cNvPr id="104" name="Google Shape;104;p30"/>
          <p:cNvSpPr/>
          <p:nvPr/>
        </p:nvSpPr>
        <p:spPr>
          <a:xfrm>
            <a:off x="-324" y="-2845"/>
            <a:ext cx="2589145"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alpha val="7647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3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06" name="Google Shape;10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5">
  <p:cSld name="Layout15">
    <p:bg>
      <p:bgPr>
        <a:solidFill>
          <a:srgbClr val="6C1D35"/>
        </a:solidFill>
      </p:bgPr>
    </p:bg>
    <p:spTree>
      <p:nvGrpSpPr>
        <p:cNvPr id="107" name="Shape 107"/>
        <p:cNvGrpSpPr/>
        <p:nvPr/>
      </p:nvGrpSpPr>
      <p:grpSpPr>
        <a:xfrm>
          <a:off x="0" y="0"/>
          <a:ext cx="0" cy="0"/>
          <a:chOff x="0" y="0"/>
          <a:chExt cx="0" cy="0"/>
        </a:xfrm>
      </p:grpSpPr>
      <p:sp>
        <p:nvSpPr>
          <p:cNvPr id="108" name="Google Shape;108;p31"/>
          <p:cNvSpPr/>
          <p:nvPr/>
        </p:nvSpPr>
        <p:spPr>
          <a:xfrm rot="5400000">
            <a:off x="5964357" y="-1538287"/>
            <a:ext cx="134938" cy="3211512"/>
          </a:xfrm>
          <a:prstGeom prst="rect">
            <a:avLst/>
          </a:pr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9" name="Google Shape;10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0" name="Google Shape;110;p3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6">
  <p:cSld name="Layout16">
    <p:bg>
      <p:bgPr>
        <a:solidFill>
          <a:srgbClr val="F2F2F2">
            <a:alpha val="33333"/>
          </a:srgbClr>
        </a:solidFill>
      </p:bgPr>
    </p:bg>
    <p:spTree>
      <p:nvGrpSpPr>
        <p:cNvPr id="111" name="Shape 111"/>
        <p:cNvGrpSpPr/>
        <p:nvPr/>
      </p:nvGrpSpPr>
      <p:grpSpPr>
        <a:xfrm>
          <a:off x="0" y="0"/>
          <a:ext cx="0" cy="0"/>
          <a:chOff x="0" y="0"/>
          <a:chExt cx="0" cy="0"/>
        </a:xfrm>
      </p:grpSpPr>
      <p:sp>
        <p:nvSpPr>
          <p:cNvPr id="112" name="Google Shape;112;p32"/>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2"/>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32"/>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3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16" name="Google Shape;116;p32"/>
          <p:cNvSpPr txBox="1"/>
          <p:nvPr>
            <p:ph type="title"/>
          </p:nvPr>
        </p:nvSpPr>
        <p:spPr>
          <a:xfrm>
            <a:off x="1389318"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7">
  <p:cSld name="Layout17">
    <p:bg>
      <p:bgPr>
        <a:solidFill>
          <a:srgbClr val="F2F2F2">
            <a:alpha val="33333"/>
          </a:srgbClr>
        </a:solidFill>
      </p:bgPr>
    </p:bg>
    <p:spTree>
      <p:nvGrpSpPr>
        <p:cNvPr id="117" name="Shape 117"/>
        <p:cNvGrpSpPr/>
        <p:nvPr/>
      </p:nvGrpSpPr>
      <p:grpSpPr>
        <a:xfrm>
          <a:off x="0" y="0"/>
          <a:ext cx="0" cy="0"/>
          <a:chOff x="0" y="0"/>
          <a:chExt cx="0" cy="0"/>
        </a:xfrm>
      </p:grpSpPr>
      <p:sp>
        <p:nvSpPr>
          <p:cNvPr id="118" name="Google Shape;118;p33"/>
          <p:cNvSpPr/>
          <p:nvPr/>
        </p:nvSpPr>
        <p:spPr>
          <a:xfrm>
            <a:off x="8688288" y="253363"/>
            <a:ext cx="1091121" cy="781258"/>
          </a:xfrm>
          <a:custGeom>
            <a:rect b="b" l="l" r="r" t="t"/>
            <a:pathLst>
              <a:path extrusionOk="0" h="794993" w="1110304">
                <a:moveTo>
                  <a:pt x="0" y="0"/>
                </a:moveTo>
                <a:lnTo>
                  <a:pt x="668996" y="0"/>
                </a:lnTo>
                <a:lnTo>
                  <a:pt x="1110304" y="794993"/>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 name="Google Shape;119;p33"/>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0" name="Google Shape;120;p33"/>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 name="Google Shape;121;p33"/>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 name="Google Shape;122;p3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23" name="Google Shape;123;p33"/>
          <p:cNvSpPr txBox="1"/>
          <p:nvPr>
            <p:ph type="title"/>
          </p:nvPr>
        </p:nvSpPr>
        <p:spPr>
          <a:xfrm>
            <a:off x="1391093"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8">
  <p:cSld name="Layout18">
    <p:spTree>
      <p:nvGrpSpPr>
        <p:cNvPr id="124" name="Shape 124"/>
        <p:cNvGrpSpPr/>
        <p:nvPr/>
      </p:nvGrpSpPr>
      <p:grpSpPr>
        <a:xfrm>
          <a:off x="0" y="0"/>
          <a:ext cx="0" cy="0"/>
          <a:chOff x="0" y="0"/>
          <a:chExt cx="0" cy="0"/>
        </a:xfrm>
      </p:grpSpPr>
      <p:sp>
        <p:nvSpPr>
          <p:cNvPr id="125" name="Google Shape;125;p34"/>
          <p:cNvSpPr/>
          <p:nvPr/>
        </p:nvSpPr>
        <p:spPr>
          <a:xfrm flipH="1">
            <a:off x="0" y="0"/>
            <a:ext cx="12192000" cy="6329548"/>
          </a:xfrm>
          <a:custGeom>
            <a:rect b="b" l="l" r="r" t="t"/>
            <a:pathLst>
              <a:path extrusionOk="0" h="10000" w="10003">
                <a:moveTo>
                  <a:pt x="3" y="5641"/>
                </a:moveTo>
                <a:lnTo>
                  <a:pt x="2003" y="0"/>
                </a:lnTo>
                <a:lnTo>
                  <a:pt x="10003" y="0"/>
                </a:lnTo>
                <a:lnTo>
                  <a:pt x="10003" y="10000"/>
                </a:lnTo>
                <a:lnTo>
                  <a:pt x="3" y="10000"/>
                </a:lnTo>
                <a:cubicBezTo>
                  <a:pt x="-7" y="8290"/>
                  <a:pt x="13" y="7351"/>
                  <a:pt x="3" y="5641"/>
                </a:cubicBezTo>
                <a:close/>
              </a:path>
            </a:pathLst>
          </a:custGeom>
          <a:solidFill>
            <a:srgbClr val="6C1D35"/>
          </a:solidFill>
          <a:ln cap="flat" cmpd="sng" w="12700">
            <a:solidFill>
              <a:srgbClr val="5F192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34"/>
          <p:cNvSpPr txBox="1"/>
          <p:nvPr>
            <p:ph type="title"/>
          </p:nvPr>
        </p:nvSpPr>
        <p:spPr>
          <a:xfrm>
            <a:off x="1804589" y="430242"/>
            <a:ext cx="8686800" cy="9663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7" name="Google Shape;127;p3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9">
  <p:cSld name="Layout19">
    <p:spTree>
      <p:nvGrpSpPr>
        <p:cNvPr id="128" name="Shape 128"/>
        <p:cNvGrpSpPr/>
        <p:nvPr/>
      </p:nvGrpSpPr>
      <p:grpSpPr>
        <a:xfrm>
          <a:off x="0" y="0"/>
          <a:ext cx="0" cy="0"/>
          <a:chOff x="0" y="0"/>
          <a:chExt cx="0" cy="0"/>
        </a:xfrm>
      </p:grpSpPr>
      <p:sp>
        <p:nvSpPr>
          <p:cNvPr id="129" name="Google Shape;129;p35"/>
          <p:cNvSpPr/>
          <p:nvPr/>
        </p:nvSpPr>
        <p:spPr>
          <a:xfrm>
            <a:off x="0" y="3049589"/>
            <a:ext cx="12192000" cy="3808412"/>
          </a:xfrm>
          <a:prstGeom prst="rect">
            <a:avLst/>
          </a:prstGeom>
          <a:solidFill>
            <a:schemeClr val="lt1">
              <a:alpha val="6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35"/>
          <p:cNvSpPr/>
          <p:nvPr>
            <p:ph idx="2" type="pic"/>
          </p:nvPr>
        </p:nvSpPr>
        <p:spPr>
          <a:xfrm>
            <a:off x="0" y="-11393"/>
            <a:ext cx="12192000" cy="3060981"/>
          </a:xfrm>
          <a:prstGeom prst="rect">
            <a:avLst/>
          </a:prstGeom>
          <a:noFill/>
          <a:ln>
            <a:noFill/>
          </a:ln>
        </p:spPr>
      </p:sp>
      <p:sp>
        <p:nvSpPr>
          <p:cNvPr id="131" name="Google Shape;131;p3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132" name="Shape 132"/>
        <p:cNvGrpSpPr/>
        <p:nvPr/>
      </p:nvGrpSpPr>
      <p:grpSpPr>
        <a:xfrm>
          <a:off x="0" y="0"/>
          <a:ext cx="0" cy="0"/>
          <a:chOff x="0" y="0"/>
          <a:chExt cx="0" cy="0"/>
        </a:xfrm>
      </p:grpSpPr>
      <p:sp>
        <p:nvSpPr>
          <p:cNvPr id="133" name="Google Shape;13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4" name="Google Shape;134;p3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cxnSp>
        <p:nvCxnSpPr>
          <p:cNvPr id="135" name="Google Shape;135;p36"/>
          <p:cNvCxnSpPr/>
          <p:nvPr/>
        </p:nvCxnSpPr>
        <p:spPr>
          <a:xfrm>
            <a:off x="-12700" y="101600"/>
            <a:ext cx="12192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1">
  <p:cSld name="Layout21">
    <p:bg>
      <p:bgPr>
        <a:solidFill>
          <a:schemeClr val="lt1"/>
        </a:solidFill>
      </p:bgPr>
    </p:bg>
    <p:spTree>
      <p:nvGrpSpPr>
        <p:cNvPr id="136" name="Shape 136"/>
        <p:cNvGrpSpPr/>
        <p:nvPr/>
      </p:nvGrpSpPr>
      <p:grpSpPr>
        <a:xfrm>
          <a:off x="0" y="0"/>
          <a:ext cx="0" cy="0"/>
          <a:chOff x="0" y="0"/>
          <a:chExt cx="0" cy="0"/>
        </a:xfrm>
      </p:grpSpPr>
      <p:sp>
        <p:nvSpPr>
          <p:cNvPr id="137" name="Google Shape;137;p3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2">
  <p:cSld name="Layout22">
    <p:spTree>
      <p:nvGrpSpPr>
        <p:cNvPr id="138" name="Shape 138"/>
        <p:cNvGrpSpPr/>
        <p:nvPr/>
      </p:nvGrpSpPr>
      <p:grpSpPr>
        <a:xfrm>
          <a:off x="0" y="0"/>
          <a:ext cx="0" cy="0"/>
          <a:chOff x="0" y="0"/>
          <a:chExt cx="0" cy="0"/>
        </a:xfrm>
      </p:grpSpPr>
      <p:sp>
        <p:nvSpPr>
          <p:cNvPr id="139" name="Google Shape;13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0" name="Google Shape;140;p3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41" name="Google Shape;141;p38"/>
          <p:cNvSpPr/>
          <p:nvPr/>
        </p:nvSpPr>
        <p:spPr>
          <a:xfrm rot="5400000">
            <a:off x="6013275" y="327219"/>
            <a:ext cx="214683" cy="1164747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3">
  <p:cSld name="Layout23">
    <p:bg>
      <p:bgPr>
        <a:solidFill>
          <a:schemeClr val="lt1"/>
        </a:solidFill>
      </p:bgPr>
    </p:bg>
    <p:spTree>
      <p:nvGrpSpPr>
        <p:cNvPr id="142" name="Shape 142"/>
        <p:cNvGrpSpPr/>
        <p:nvPr/>
      </p:nvGrpSpPr>
      <p:grpSpPr>
        <a:xfrm>
          <a:off x="0" y="0"/>
          <a:ext cx="0" cy="0"/>
          <a:chOff x="0" y="0"/>
          <a:chExt cx="0" cy="0"/>
        </a:xfrm>
      </p:grpSpPr>
      <p:sp>
        <p:nvSpPr>
          <p:cNvPr id="143" name="Google Shape;14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4" name="Google Shape;144;p3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45" name="Google Shape;145;p39"/>
          <p:cNvSpPr/>
          <p:nvPr/>
        </p:nvSpPr>
        <p:spPr>
          <a:xfrm rot="5400000">
            <a:off x="6070760" y="476921"/>
            <a:ext cx="45719" cy="1170146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4">
  <p:cSld name="Layout24">
    <p:spTree>
      <p:nvGrpSpPr>
        <p:cNvPr id="146" name="Shape 146"/>
        <p:cNvGrpSpPr/>
        <p:nvPr/>
      </p:nvGrpSpPr>
      <p:grpSpPr>
        <a:xfrm>
          <a:off x="0" y="0"/>
          <a:ext cx="0" cy="0"/>
          <a:chOff x="0" y="0"/>
          <a:chExt cx="0" cy="0"/>
        </a:xfrm>
      </p:grpSpPr>
      <p:sp>
        <p:nvSpPr>
          <p:cNvPr id="147" name="Google Shape;147;p40"/>
          <p:cNvSpPr/>
          <p:nvPr/>
        </p:nvSpPr>
        <p:spPr>
          <a:xfrm>
            <a:off x="0" y="-2845"/>
            <a:ext cx="7528884"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48" name="Google Shape;148;p40"/>
          <p:cNvPicPr preferRelativeResize="0"/>
          <p:nvPr/>
        </p:nvPicPr>
        <p:blipFill rotWithShape="1">
          <a:blip r:embed="rId2">
            <a:alphaModFix/>
          </a:blip>
          <a:srcRect b="0" l="0" r="0" t="0"/>
          <a:stretch/>
        </p:blipFill>
        <p:spPr>
          <a:xfrm>
            <a:off x="0" y="847435"/>
            <a:ext cx="6356825" cy="5497382"/>
          </a:xfrm>
          <a:prstGeom prst="rect">
            <a:avLst/>
          </a:prstGeom>
          <a:noFill/>
          <a:ln>
            <a:noFill/>
          </a:ln>
        </p:spPr>
      </p:pic>
      <p:sp>
        <p:nvSpPr>
          <p:cNvPr id="149" name="Google Shape;149;p40"/>
          <p:cNvSpPr txBox="1"/>
          <p:nvPr>
            <p:ph type="title"/>
          </p:nvPr>
        </p:nvSpPr>
        <p:spPr>
          <a:xfrm>
            <a:off x="6705600" y="2239645"/>
            <a:ext cx="498348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0" name="Google Shape;150;p4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51" name="Google Shape;151;p40"/>
          <p:cNvSpPr/>
          <p:nvPr>
            <p:ph idx="2" type="pic"/>
          </p:nvPr>
        </p:nvSpPr>
        <p:spPr>
          <a:xfrm>
            <a:off x="270294" y="1112838"/>
            <a:ext cx="5810466" cy="326363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5">
  <p:cSld name="Layout25">
    <p:spTree>
      <p:nvGrpSpPr>
        <p:cNvPr id="152" name="Shape 152"/>
        <p:cNvGrpSpPr/>
        <p:nvPr/>
      </p:nvGrpSpPr>
      <p:grpSpPr>
        <a:xfrm>
          <a:off x="0" y="0"/>
          <a:ext cx="0" cy="0"/>
          <a:chOff x="0" y="0"/>
          <a:chExt cx="0" cy="0"/>
        </a:xfrm>
      </p:grpSpPr>
      <p:sp>
        <p:nvSpPr>
          <p:cNvPr id="153" name="Google Shape;153;p41"/>
          <p:cNvSpPr/>
          <p:nvPr/>
        </p:nvSpPr>
        <p:spPr>
          <a:xfrm>
            <a:off x="0" y="-2845"/>
            <a:ext cx="7528884" cy="6486772"/>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4" name="Google Shape;154;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5" name="Google Shape;155;p4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156" name="Google Shape;156;p41"/>
          <p:cNvPicPr preferRelativeResize="0"/>
          <p:nvPr/>
        </p:nvPicPr>
        <p:blipFill rotWithShape="1">
          <a:blip r:embed="rId2">
            <a:alphaModFix/>
          </a:blip>
          <a:srcRect b="0" l="0" r="0" t="0"/>
          <a:stretch/>
        </p:blipFill>
        <p:spPr>
          <a:xfrm>
            <a:off x="708409" y="2103120"/>
            <a:ext cx="1944123" cy="3956064"/>
          </a:xfrm>
          <a:prstGeom prst="rect">
            <a:avLst/>
          </a:prstGeom>
          <a:noFill/>
          <a:ln>
            <a:noFill/>
          </a:ln>
        </p:spPr>
      </p:pic>
      <p:sp>
        <p:nvSpPr>
          <p:cNvPr id="157" name="Google Shape;157;p41"/>
          <p:cNvSpPr/>
          <p:nvPr>
            <p:ph idx="2" type="pic"/>
          </p:nvPr>
        </p:nvSpPr>
        <p:spPr>
          <a:xfrm>
            <a:off x="824948" y="2225675"/>
            <a:ext cx="1709530" cy="3702050"/>
          </a:xfrm>
          <a:prstGeom prst="roundRect">
            <a:avLst>
              <a:gd fmla="val 7790" name="adj"/>
            </a:avLst>
          </a:prstGeom>
          <a:noFill/>
          <a:ln>
            <a:noFill/>
          </a:ln>
        </p:spPr>
      </p:sp>
      <p:pic>
        <p:nvPicPr>
          <p:cNvPr id="158" name="Google Shape;158;p41"/>
          <p:cNvPicPr preferRelativeResize="0"/>
          <p:nvPr/>
        </p:nvPicPr>
        <p:blipFill rotWithShape="1">
          <a:blip r:embed="rId3">
            <a:alphaModFix/>
          </a:blip>
          <a:srcRect b="0" l="0" r="0" t="0"/>
          <a:stretch/>
        </p:blipFill>
        <p:spPr>
          <a:xfrm>
            <a:off x="2717545" y="1816925"/>
            <a:ext cx="3481374" cy="4567444"/>
          </a:xfrm>
          <a:prstGeom prst="rect">
            <a:avLst/>
          </a:prstGeom>
          <a:noFill/>
          <a:ln>
            <a:noFill/>
          </a:ln>
        </p:spPr>
      </p:pic>
      <p:sp>
        <p:nvSpPr>
          <p:cNvPr id="159" name="Google Shape;159;p41"/>
          <p:cNvSpPr/>
          <p:nvPr>
            <p:ph idx="3" type="pic"/>
          </p:nvPr>
        </p:nvSpPr>
        <p:spPr>
          <a:xfrm>
            <a:off x="2869284" y="1977842"/>
            <a:ext cx="3185349" cy="4266203"/>
          </a:xfrm>
          <a:prstGeom prst="roundRect">
            <a:avLst>
              <a:gd fmla="val 1868"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6">
  <p:cSld name="Layout06">
    <p:spTree>
      <p:nvGrpSpPr>
        <p:cNvPr id="170" name="Shape 170"/>
        <p:cNvGrpSpPr/>
        <p:nvPr/>
      </p:nvGrpSpPr>
      <p:grpSpPr>
        <a:xfrm>
          <a:off x="0" y="0"/>
          <a:ext cx="0" cy="0"/>
          <a:chOff x="0" y="0"/>
          <a:chExt cx="0" cy="0"/>
        </a:xfrm>
      </p:grpSpPr>
      <p:cxnSp>
        <p:nvCxnSpPr>
          <p:cNvPr id="171" name="Google Shape;171;g37b2d62e5a2_2_18"/>
          <p:cNvCxnSpPr/>
          <p:nvPr/>
        </p:nvCxnSpPr>
        <p:spPr>
          <a:xfrm>
            <a:off x="480645" y="1465384"/>
            <a:ext cx="11711354" cy="0"/>
          </a:xfrm>
          <a:prstGeom prst="straightConnector1">
            <a:avLst/>
          </a:prstGeom>
          <a:noFill/>
          <a:ln cap="flat" cmpd="sng" w="9525">
            <a:solidFill>
              <a:schemeClr val="accent1"/>
            </a:solidFill>
            <a:prstDash val="solid"/>
            <a:miter lim="800000"/>
            <a:headEnd len="sm" w="sm" type="none"/>
            <a:tailEnd len="sm" w="sm" type="none"/>
          </a:ln>
        </p:spPr>
      </p:cxnSp>
      <p:sp>
        <p:nvSpPr>
          <p:cNvPr id="172" name="Google Shape;172;g37b2d62e5a2_2_18"/>
          <p:cNvSpPr txBox="1"/>
          <p:nvPr>
            <p:ph type="title"/>
          </p:nvPr>
        </p:nvSpPr>
        <p:spPr>
          <a:xfrm>
            <a:off x="712787" y="38556"/>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3" name="Google Shape;173;g37b2d62e5a2_2_18"/>
          <p:cNvSpPr txBox="1"/>
          <p:nvPr>
            <p:ph idx="1" type="body"/>
          </p:nvPr>
        </p:nvSpPr>
        <p:spPr>
          <a:xfrm>
            <a:off x="839788" y="1828799"/>
            <a:ext cx="10261599" cy="67627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595959"/>
              </a:buClr>
              <a:buSzPts val="1600"/>
              <a:buNone/>
              <a:defRPr b="0" i="0" sz="1600">
                <a:latin typeface="Lato"/>
                <a:ea typeface="Lato"/>
                <a:cs typeface="Lato"/>
                <a:sym typeface="Lato"/>
              </a:defRPr>
            </a:lvl1pPr>
            <a:lvl2pPr indent="-228600" lvl="1" marL="914400" algn="l">
              <a:lnSpc>
                <a:spcPct val="90000"/>
              </a:lnSpc>
              <a:spcBef>
                <a:spcPts val="500"/>
              </a:spcBef>
              <a:spcAft>
                <a:spcPts val="0"/>
              </a:spcAft>
              <a:buClr>
                <a:srgbClr val="595959"/>
              </a:buClr>
              <a:buSzPts val="2000"/>
              <a:buNone/>
              <a:defRPr b="1" sz="2000"/>
            </a:lvl2pPr>
            <a:lvl3pPr indent="-228600" lvl="2" marL="1371600" algn="l">
              <a:lnSpc>
                <a:spcPct val="90000"/>
              </a:lnSpc>
              <a:spcBef>
                <a:spcPts val="500"/>
              </a:spcBef>
              <a:spcAft>
                <a:spcPts val="0"/>
              </a:spcAft>
              <a:buClr>
                <a:srgbClr val="595959"/>
              </a:buClr>
              <a:buSzPts val="1800"/>
              <a:buNone/>
              <a:defRPr b="1" sz="1800"/>
            </a:lvl3pPr>
            <a:lvl4pPr indent="-228600" lvl="3" marL="1828800" algn="l">
              <a:lnSpc>
                <a:spcPct val="90000"/>
              </a:lnSpc>
              <a:spcBef>
                <a:spcPts val="500"/>
              </a:spcBef>
              <a:spcAft>
                <a:spcPts val="0"/>
              </a:spcAft>
              <a:buClr>
                <a:srgbClr val="595959"/>
              </a:buClr>
              <a:buSzPts val="1600"/>
              <a:buNone/>
              <a:defRPr b="1" sz="1600"/>
            </a:lvl4pPr>
            <a:lvl5pPr indent="-228600" lvl="4" marL="2286000" algn="l">
              <a:lnSpc>
                <a:spcPct val="90000"/>
              </a:lnSpc>
              <a:spcBef>
                <a:spcPts val="500"/>
              </a:spcBef>
              <a:spcAft>
                <a:spcPts val="0"/>
              </a:spcAft>
              <a:buClr>
                <a:srgbClr val="595959"/>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4" name="Google Shape;174;g37b2d62e5a2_2_1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75" name="Google Shape;175;g37b2d62e5a2_2_18"/>
          <p:cNvSpPr/>
          <p:nvPr/>
        </p:nvSpPr>
        <p:spPr>
          <a:xfrm>
            <a:off x="0" y="1383280"/>
            <a:ext cx="2128058" cy="16625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1" showMasterSp="0">
  <p:cSld name="Layout01">
    <p:spTree>
      <p:nvGrpSpPr>
        <p:cNvPr id="176" name="Shape 176"/>
        <p:cNvGrpSpPr/>
        <p:nvPr/>
      </p:nvGrpSpPr>
      <p:grpSpPr>
        <a:xfrm>
          <a:off x="0" y="0"/>
          <a:ext cx="0" cy="0"/>
          <a:chOff x="0" y="0"/>
          <a:chExt cx="0" cy="0"/>
        </a:xfrm>
      </p:grpSpPr>
      <p:pic>
        <p:nvPicPr>
          <p:cNvPr descr="Background pattern&#10;&#10;Description automatically generated" id="177" name="Google Shape;177;g37b2d62e5a2_2_10"/>
          <p:cNvPicPr preferRelativeResize="0"/>
          <p:nvPr/>
        </p:nvPicPr>
        <p:blipFill rotWithShape="1">
          <a:blip r:embed="rId2">
            <a:alphaModFix amt="63000"/>
          </a:blip>
          <a:srcRect b="0" l="0" r="0" t="0"/>
          <a:stretch/>
        </p:blipFill>
        <p:spPr>
          <a:xfrm flipH="1" rot="10800000">
            <a:off x="1390488" y="0"/>
            <a:ext cx="10801512" cy="6858000"/>
          </a:xfrm>
          <a:prstGeom prst="rect">
            <a:avLst/>
          </a:prstGeom>
          <a:noFill/>
          <a:ln>
            <a:noFill/>
          </a:ln>
        </p:spPr>
      </p:pic>
      <p:sp>
        <p:nvSpPr>
          <p:cNvPr id="178" name="Google Shape;178;g37b2d62e5a2_2_10"/>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g37b2d62e5a2_2_10"/>
          <p:cNvSpPr/>
          <p:nvPr/>
        </p:nvSpPr>
        <p:spPr>
          <a:xfrm flipH="1" rot="10800000">
            <a:off x="2395148" y="-4501"/>
            <a:ext cx="4843223" cy="6862501"/>
          </a:xfrm>
          <a:custGeom>
            <a:rect b="b" l="l" r="r" t="t"/>
            <a:pathLst>
              <a:path extrusionOk="0" h="6834887" w="3347129">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0" name="Google Shape;180;g37b2d62e5a2_2_10"/>
          <p:cNvSpPr txBox="1"/>
          <p:nvPr>
            <p:ph type="title"/>
          </p:nvPr>
        </p:nvSpPr>
        <p:spPr>
          <a:xfrm>
            <a:off x="584603" y="2120702"/>
            <a:ext cx="4120911" cy="264429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1" name="Google Shape;181;g37b2d62e5a2_2_10"/>
          <p:cNvSpPr/>
          <p:nvPr/>
        </p:nvSpPr>
        <p:spPr>
          <a:xfrm rot="5400000">
            <a:off x="-765719" y="3361414"/>
            <a:ext cx="1662113" cy="130676"/>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182" name="Google Shape;182;g37b2d62e5a2_2_10"/>
          <p:cNvPicPr preferRelativeResize="0"/>
          <p:nvPr/>
        </p:nvPicPr>
        <p:blipFill rotWithShape="1">
          <a:blip r:embed="rId3">
            <a:alphaModFix/>
          </a:blip>
          <a:srcRect b="0" l="0" r="0" t="0"/>
          <a:stretch/>
        </p:blipFill>
        <p:spPr>
          <a:xfrm>
            <a:off x="9371467" y="404628"/>
            <a:ext cx="2133841" cy="720849"/>
          </a:xfrm>
          <a:prstGeom prst="rect">
            <a:avLst/>
          </a:prstGeom>
          <a:noFill/>
          <a:ln>
            <a:noFill/>
          </a:ln>
        </p:spPr>
      </p:pic>
      <p:pic>
        <p:nvPicPr>
          <p:cNvPr id="183" name="Google Shape;183;g37b2d62e5a2_2_10"/>
          <p:cNvPicPr preferRelativeResize="0"/>
          <p:nvPr/>
        </p:nvPicPr>
        <p:blipFill rotWithShape="1">
          <a:blip r:embed="rId4">
            <a:alphaModFix/>
          </a:blip>
          <a:srcRect b="0" l="0" r="0" t="0"/>
          <a:stretch/>
        </p:blipFill>
        <p:spPr>
          <a:xfrm>
            <a:off x="8044256" y="6511235"/>
            <a:ext cx="3922822" cy="2198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6">
  <p:cSld name="Layout26">
    <p:bg>
      <p:bgPr>
        <a:solidFill>
          <a:srgbClr val="F2F2F2"/>
        </a:solidFill>
      </p:bgPr>
    </p:bg>
    <p:spTree>
      <p:nvGrpSpPr>
        <p:cNvPr id="184" name="Shape 184"/>
        <p:cNvGrpSpPr/>
        <p:nvPr/>
      </p:nvGrpSpPr>
      <p:grpSpPr>
        <a:xfrm>
          <a:off x="0" y="0"/>
          <a:ext cx="0" cy="0"/>
          <a:chOff x="0" y="0"/>
          <a:chExt cx="0" cy="0"/>
        </a:xfrm>
      </p:grpSpPr>
      <p:sp>
        <p:nvSpPr>
          <p:cNvPr id="185" name="Google Shape;185;g37b2d62e5a2_2_24"/>
          <p:cNvSpPr/>
          <p:nvPr/>
        </p:nvSpPr>
        <p:spPr>
          <a:xfrm rot="10800000">
            <a:off x="6096000" y="0"/>
            <a:ext cx="6096000" cy="6871855"/>
          </a:xfrm>
          <a:custGeom>
            <a:rect b="b" l="l" r="r" t="t"/>
            <a:pathLst>
              <a:path extrusionOk="0" h="6871855" w="6096000">
                <a:moveTo>
                  <a:pt x="0" y="13855"/>
                </a:moveTo>
                <a:lnTo>
                  <a:pt x="4544292"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86" name="Google Shape;186;g37b2d62e5a2_2_24"/>
          <p:cNvPicPr preferRelativeResize="0"/>
          <p:nvPr/>
        </p:nvPicPr>
        <p:blipFill rotWithShape="1">
          <a:blip r:embed="rId2">
            <a:alphaModFix amt="17000"/>
          </a:blip>
          <a:srcRect b="0" l="0" r="0" t="0"/>
          <a:stretch/>
        </p:blipFill>
        <p:spPr>
          <a:xfrm>
            <a:off x="6082780" y="9216"/>
            <a:ext cx="6109220" cy="6858000"/>
          </a:xfrm>
          <a:prstGeom prst="rect">
            <a:avLst/>
          </a:prstGeom>
          <a:noFill/>
          <a:ln>
            <a:noFill/>
          </a:ln>
        </p:spPr>
      </p:pic>
      <p:sp>
        <p:nvSpPr>
          <p:cNvPr id="187" name="Google Shape;187;g37b2d62e5a2_2_24"/>
          <p:cNvSpPr/>
          <p:nvPr>
            <p:ph idx="2" type="pic"/>
          </p:nvPr>
        </p:nvSpPr>
        <p:spPr>
          <a:xfrm>
            <a:off x="0" y="0"/>
            <a:ext cx="7645186" cy="6861429"/>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2">
  <p:cSld name="Layout02">
    <p:spTree>
      <p:nvGrpSpPr>
        <p:cNvPr id="188" name="Shape 188"/>
        <p:cNvGrpSpPr/>
        <p:nvPr/>
      </p:nvGrpSpPr>
      <p:grpSpPr>
        <a:xfrm>
          <a:off x="0" y="0"/>
          <a:ext cx="0" cy="0"/>
          <a:chOff x="0" y="0"/>
          <a:chExt cx="0" cy="0"/>
        </a:xfrm>
      </p:grpSpPr>
      <p:sp>
        <p:nvSpPr>
          <p:cNvPr id="189" name="Google Shape;189;g37b2d62e5a2_2_2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90" name="Google Shape;190;g37b2d62e5a2_2_28"/>
          <p:cNvSpPr/>
          <p:nvPr/>
        </p:nvSpPr>
        <p:spPr>
          <a:xfrm>
            <a:off x="3400700"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1" name="Google Shape;191;g37b2d62e5a2_2_28"/>
          <p:cNvSpPr/>
          <p:nvPr/>
        </p:nvSpPr>
        <p:spPr>
          <a:xfrm>
            <a:off x="-237846" y="-3393"/>
            <a:ext cx="3801533" cy="344098"/>
          </a:xfrm>
          <a:custGeom>
            <a:rect b="b" l="l" r="r" t="t"/>
            <a:pathLst>
              <a:path extrusionOk="0" h="791286" w="10556322">
                <a:moveTo>
                  <a:pt x="0" y="0"/>
                </a:moveTo>
                <a:lnTo>
                  <a:pt x="9998765" y="0"/>
                </a:lnTo>
                <a:lnTo>
                  <a:pt x="10556322"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 name="Google Shape;192;g37b2d62e5a2_2_28"/>
          <p:cNvSpPr/>
          <p:nvPr/>
        </p:nvSpPr>
        <p:spPr>
          <a:xfrm>
            <a:off x="3724602"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g37b2d62e5a2_2_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3">
  <p:cSld name="Layout03">
    <p:spTree>
      <p:nvGrpSpPr>
        <p:cNvPr id="194" name="Shape 194"/>
        <p:cNvGrpSpPr/>
        <p:nvPr/>
      </p:nvGrpSpPr>
      <p:grpSpPr>
        <a:xfrm>
          <a:off x="0" y="0"/>
          <a:ext cx="0" cy="0"/>
          <a:chOff x="0" y="0"/>
          <a:chExt cx="0" cy="0"/>
        </a:xfrm>
      </p:grpSpPr>
      <p:sp>
        <p:nvSpPr>
          <p:cNvPr id="195" name="Google Shape;195;g37b2d62e5a2_2_34"/>
          <p:cNvSpPr/>
          <p:nvPr/>
        </p:nvSpPr>
        <p:spPr>
          <a:xfrm>
            <a:off x="64158" y="507763"/>
            <a:ext cx="325728" cy="327043"/>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g37b2d62e5a2_2_3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197" name="Google Shape;197;g37b2d62e5a2_2_34"/>
          <p:cNvSpPr/>
          <p:nvPr/>
        </p:nvSpPr>
        <p:spPr>
          <a:xfrm>
            <a:off x="201412" y="344385"/>
            <a:ext cx="638687" cy="64126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g37b2d62e5a2_2_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4">
  <p:cSld name="Layout04">
    <p:spTree>
      <p:nvGrpSpPr>
        <p:cNvPr id="199" name="Shape 199"/>
        <p:cNvGrpSpPr/>
        <p:nvPr/>
      </p:nvGrpSpPr>
      <p:grpSpPr>
        <a:xfrm>
          <a:off x="0" y="0"/>
          <a:ext cx="0" cy="0"/>
          <a:chOff x="0" y="0"/>
          <a:chExt cx="0" cy="0"/>
        </a:xfrm>
      </p:grpSpPr>
      <p:sp>
        <p:nvSpPr>
          <p:cNvPr id="200" name="Google Shape;200;g37b2d62e5a2_2_3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01" name="Google Shape;201;g37b2d62e5a2_2_39"/>
          <p:cNvSpPr/>
          <p:nvPr/>
        </p:nvSpPr>
        <p:spPr>
          <a:xfrm>
            <a:off x="-607982" y="448235"/>
            <a:ext cx="1000815" cy="1004858"/>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g37b2d62e5a2_2_39"/>
          <p:cNvSpPr txBox="1"/>
          <p:nvPr>
            <p:ph type="title"/>
          </p:nvPr>
        </p:nvSpPr>
        <p:spPr>
          <a:xfrm>
            <a:off x="497541" y="31133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5">
  <p:cSld name="Layout05">
    <p:bg>
      <p:bgPr>
        <a:solidFill>
          <a:srgbClr val="6C1D35"/>
        </a:solidFill>
      </p:bgPr>
    </p:bg>
    <p:spTree>
      <p:nvGrpSpPr>
        <p:cNvPr id="203" name="Shape 203"/>
        <p:cNvGrpSpPr/>
        <p:nvPr/>
      </p:nvGrpSpPr>
      <p:grpSpPr>
        <a:xfrm>
          <a:off x="0" y="0"/>
          <a:ext cx="0" cy="0"/>
          <a:chOff x="0" y="0"/>
          <a:chExt cx="0" cy="0"/>
        </a:xfrm>
      </p:grpSpPr>
      <p:cxnSp>
        <p:nvCxnSpPr>
          <p:cNvPr id="204" name="Google Shape;204;g37b2d62e5a2_2_43"/>
          <p:cNvCxnSpPr/>
          <p:nvPr/>
        </p:nvCxnSpPr>
        <p:spPr>
          <a:xfrm>
            <a:off x="480645" y="1172309"/>
            <a:ext cx="11711354" cy="0"/>
          </a:xfrm>
          <a:prstGeom prst="straightConnector1">
            <a:avLst/>
          </a:prstGeom>
          <a:noFill/>
          <a:ln cap="flat" cmpd="sng" w="9525">
            <a:solidFill>
              <a:srgbClr val="F2F2F2"/>
            </a:solidFill>
            <a:prstDash val="solid"/>
            <a:miter lim="800000"/>
            <a:headEnd len="sm" w="sm" type="none"/>
            <a:tailEnd len="sm" w="sm" type="none"/>
          </a:ln>
        </p:spPr>
      </p:cxnSp>
      <p:sp>
        <p:nvSpPr>
          <p:cNvPr id="205" name="Google Shape;205;g37b2d62e5a2_2_43"/>
          <p:cNvSpPr/>
          <p:nvPr/>
        </p:nvSpPr>
        <p:spPr>
          <a:xfrm>
            <a:off x="0" y="1101927"/>
            <a:ext cx="2128058" cy="166255"/>
          </a:xfrm>
          <a:prstGeom prst="rect">
            <a:avLst/>
          </a:prstGeom>
          <a:solidFill>
            <a:srgbClr val="D0CE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6" name="Google Shape;206;g37b2d62e5a2_2_43"/>
          <p:cNvSpPr txBox="1"/>
          <p:nvPr>
            <p:ph idx="1" type="body"/>
          </p:nvPr>
        </p:nvSpPr>
        <p:spPr>
          <a:xfrm>
            <a:off x="814385"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g37b2d62e5a2_2_43"/>
          <p:cNvSpPr txBox="1"/>
          <p:nvPr>
            <p:ph type="title"/>
          </p:nvPr>
        </p:nvSpPr>
        <p:spPr>
          <a:xfrm>
            <a:off x="2057393" y="188182"/>
            <a:ext cx="7883842" cy="9037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08" name="Google Shape;208;g37b2d62e5a2_2_43"/>
          <p:cNvSpPr txBox="1"/>
          <p:nvPr>
            <p:ph idx="2" type="body"/>
          </p:nvPr>
        </p:nvSpPr>
        <p:spPr>
          <a:xfrm>
            <a:off x="4386254"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g37b2d62e5a2_2_43"/>
          <p:cNvSpPr txBox="1"/>
          <p:nvPr>
            <p:ph idx="3" type="body"/>
          </p:nvPr>
        </p:nvSpPr>
        <p:spPr>
          <a:xfrm>
            <a:off x="7929556"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g37b2d62e5a2_2_4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7">
  <p:cSld name="Layout07">
    <p:spTree>
      <p:nvGrpSpPr>
        <p:cNvPr id="211" name="Shape 211"/>
        <p:cNvGrpSpPr/>
        <p:nvPr/>
      </p:nvGrpSpPr>
      <p:grpSpPr>
        <a:xfrm>
          <a:off x="0" y="0"/>
          <a:ext cx="0" cy="0"/>
          <a:chOff x="0" y="0"/>
          <a:chExt cx="0" cy="0"/>
        </a:xfrm>
      </p:grpSpPr>
      <p:sp>
        <p:nvSpPr>
          <p:cNvPr id="212" name="Google Shape;212;g37b2d62e5a2_2_51"/>
          <p:cNvSpPr/>
          <p:nvPr/>
        </p:nvSpPr>
        <p:spPr>
          <a:xfrm>
            <a:off x="0" y="668539"/>
            <a:ext cx="574431" cy="59372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g37b2d62e5a2_2_5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14" name="Google Shape;214;g37b2d62e5a2_2_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5" name="Google Shape;215;g37b2d62e5a2_2_51"/>
          <p:cNvSpPr/>
          <p:nvPr>
            <p:ph idx="2" type="pic"/>
          </p:nvPr>
        </p:nvSpPr>
        <p:spPr>
          <a:xfrm>
            <a:off x="738551" y="2110157"/>
            <a:ext cx="3681046" cy="3910612"/>
          </a:xfrm>
          <a:prstGeom prst="flowChartInputOutput">
            <a:avLst/>
          </a:prstGeom>
          <a:noFill/>
          <a:ln>
            <a:noFill/>
          </a:ln>
        </p:spPr>
      </p:sp>
      <p:sp>
        <p:nvSpPr>
          <p:cNvPr id="216" name="Google Shape;216;g37b2d62e5a2_2_51"/>
          <p:cNvSpPr/>
          <p:nvPr>
            <p:ph idx="3" type="pic"/>
          </p:nvPr>
        </p:nvSpPr>
        <p:spPr>
          <a:xfrm>
            <a:off x="4112204" y="2110157"/>
            <a:ext cx="3681046" cy="3910612"/>
          </a:xfrm>
          <a:prstGeom prst="flowChartInputOutput">
            <a:avLst/>
          </a:prstGeom>
          <a:noFill/>
          <a:ln>
            <a:noFill/>
          </a:ln>
        </p:spPr>
      </p:sp>
      <p:sp>
        <p:nvSpPr>
          <p:cNvPr id="217" name="Google Shape;217;g37b2d62e5a2_2_51"/>
          <p:cNvSpPr/>
          <p:nvPr>
            <p:ph idx="4" type="pic"/>
          </p:nvPr>
        </p:nvSpPr>
        <p:spPr>
          <a:xfrm>
            <a:off x="7504930" y="2110157"/>
            <a:ext cx="3681046" cy="3910612"/>
          </a:xfrm>
          <a:prstGeom prst="flowChartInputOutpu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8">
  <p:cSld name="Layout08">
    <p:spTree>
      <p:nvGrpSpPr>
        <p:cNvPr id="218" name="Shape 218"/>
        <p:cNvGrpSpPr/>
        <p:nvPr/>
      </p:nvGrpSpPr>
      <p:grpSpPr>
        <a:xfrm>
          <a:off x="0" y="0"/>
          <a:ext cx="0" cy="0"/>
          <a:chOff x="0" y="0"/>
          <a:chExt cx="0" cy="0"/>
        </a:xfrm>
      </p:grpSpPr>
      <p:sp>
        <p:nvSpPr>
          <p:cNvPr id="219" name="Google Shape;219;g37b2d62e5a2_2_58"/>
          <p:cNvSpPr/>
          <p:nvPr/>
        </p:nvSpPr>
        <p:spPr>
          <a:xfrm>
            <a:off x="3708"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g37b2d62e5a2_2_58"/>
          <p:cNvSpPr/>
          <p:nvPr/>
        </p:nvSpPr>
        <p:spPr>
          <a:xfrm rot="10800000">
            <a:off x="4596135"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21" name="Google Shape;221;g37b2d62e5a2_2_58"/>
          <p:cNvCxnSpPr/>
          <p:nvPr/>
        </p:nvCxnSpPr>
        <p:spPr>
          <a:xfrm>
            <a:off x="0" y="6534150"/>
            <a:ext cx="0" cy="0"/>
          </a:xfrm>
          <a:prstGeom prst="straightConnector1">
            <a:avLst/>
          </a:prstGeom>
          <a:noFill/>
          <a:ln cap="flat" cmpd="sng" w="19050">
            <a:solidFill>
              <a:srgbClr val="D8D8D8"/>
            </a:solidFill>
            <a:prstDash val="solid"/>
            <a:miter lim="800000"/>
            <a:headEnd len="sm" w="sm" type="none"/>
            <a:tailEnd len="sm" w="sm" type="none"/>
          </a:ln>
        </p:spPr>
      </p:cxnSp>
      <p:sp>
        <p:nvSpPr>
          <p:cNvPr id="222" name="Google Shape;222;g37b2d62e5a2_2_5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23" name="Google Shape;223;g37b2d62e5a2_2_58"/>
          <p:cNvSpPr/>
          <p:nvPr>
            <p:ph idx="2" type="pic"/>
          </p:nvPr>
        </p:nvSpPr>
        <p:spPr>
          <a:xfrm>
            <a:off x="103240" y="0"/>
            <a:ext cx="5615898" cy="6442797"/>
          </a:xfrm>
          <a:prstGeom prst="flowChartInputOutput">
            <a:avLst/>
          </a:prstGeom>
          <a:noFill/>
          <a:ln>
            <a:noFill/>
          </a:ln>
        </p:spPr>
      </p:sp>
      <p:sp>
        <p:nvSpPr>
          <p:cNvPr id="224" name="Google Shape;224;g37b2d62e5a2_2_58"/>
          <p:cNvSpPr txBox="1"/>
          <p:nvPr>
            <p:ph type="title"/>
          </p:nvPr>
        </p:nvSpPr>
        <p:spPr>
          <a:xfrm>
            <a:off x="6201508" y="2686295"/>
            <a:ext cx="5562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9">
  <p:cSld name="Layout09">
    <p:spTree>
      <p:nvGrpSpPr>
        <p:cNvPr id="225" name="Shape 225"/>
        <p:cNvGrpSpPr/>
        <p:nvPr/>
      </p:nvGrpSpPr>
      <p:grpSpPr>
        <a:xfrm>
          <a:off x="0" y="0"/>
          <a:ext cx="0" cy="0"/>
          <a:chOff x="0" y="0"/>
          <a:chExt cx="0" cy="0"/>
        </a:xfrm>
      </p:grpSpPr>
      <p:sp>
        <p:nvSpPr>
          <p:cNvPr id="226" name="Google Shape;226;g37b2d62e5a2_2_65"/>
          <p:cNvSpPr/>
          <p:nvPr/>
        </p:nvSpPr>
        <p:spPr>
          <a:xfrm>
            <a:off x="4778476" y="819148"/>
            <a:ext cx="7413523" cy="4976967"/>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g37b2d62e5a2_2_65"/>
          <p:cNvSpPr txBox="1"/>
          <p:nvPr>
            <p:ph type="title"/>
          </p:nvPr>
        </p:nvSpPr>
        <p:spPr>
          <a:xfrm>
            <a:off x="5153891" y="1316968"/>
            <a:ext cx="6480896" cy="11312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28" name="Google Shape;228;g37b2d62e5a2_2_65"/>
          <p:cNvSpPr/>
          <p:nvPr>
            <p:ph idx="2" type="pic"/>
          </p:nvPr>
        </p:nvSpPr>
        <p:spPr>
          <a:xfrm>
            <a:off x="0" y="0"/>
            <a:ext cx="4763924" cy="6356350"/>
          </a:xfrm>
          <a:prstGeom prst="rect">
            <a:avLst/>
          </a:prstGeom>
          <a:noFill/>
          <a:ln>
            <a:noFill/>
          </a:ln>
        </p:spPr>
      </p:sp>
      <p:sp>
        <p:nvSpPr>
          <p:cNvPr id="229" name="Google Shape;229;g37b2d62e5a2_2_65"/>
          <p:cNvSpPr txBox="1"/>
          <p:nvPr>
            <p:ph idx="1" type="body"/>
          </p:nvPr>
        </p:nvSpPr>
        <p:spPr>
          <a:xfrm>
            <a:off x="5153890" y="2580967"/>
            <a:ext cx="6480897" cy="25957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i="0" sz="1400">
                <a:solidFill>
                  <a:schemeClr val="lt1"/>
                </a:solidFill>
                <a:latin typeface="Lato"/>
                <a:ea typeface="Lato"/>
                <a:cs typeface="Lato"/>
                <a:sym typeface="Lato"/>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g37b2d62e5a2_2_6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0">
  <p:cSld name="Layout10">
    <p:spTree>
      <p:nvGrpSpPr>
        <p:cNvPr id="231" name="Shape 231"/>
        <p:cNvGrpSpPr/>
        <p:nvPr/>
      </p:nvGrpSpPr>
      <p:grpSpPr>
        <a:xfrm>
          <a:off x="0" y="0"/>
          <a:ext cx="0" cy="0"/>
          <a:chOff x="0" y="0"/>
          <a:chExt cx="0" cy="0"/>
        </a:xfrm>
      </p:grpSpPr>
      <p:sp>
        <p:nvSpPr>
          <p:cNvPr id="232" name="Google Shape;232;g37b2d62e5a2_2_71"/>
          <p:cNvSpPr/>
          <p:nvPr/>
        </p:nvSpPr>
        <p:spPr>
          <a:xfrm>
            <a:off x="0" y="-13856"/>
            <a:ext cx="8423564" cy="6871855"/>
          </a:xfrm>
          <a:custGeom>
            <a:rect b="b" l="l" r="r" t="t"/>
            <a:pathLst>
              <a:path extrusionOk="0" h="6871855" w="8423564">
                <a:moveTo>
                  <a:pt x="0" y="13855"/>
                </a:moveTo>
                <a:lnTo>
                  <a:pt x="8423564"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g37b2d62e5a2_2_71"/>
          <p:cNvSpPr txBox="1"/>
          <p:nvPr>
            <p:ph type="title"/>
          </p:nvPr>
        </p:nvSpPr>
        <p:spPr>
          <a:xfrm>
            <a:off x="7120335" y="4237932"/>
            <a:ext cx="4677218" cy="1878998"/>
          </a:xfrm>
          <a:prstGeom prst="rect">
            <a:avLst/>
          </a:prstGeom>
          <a:noFill/>
          <a:ln>
            <a:noFill/>
          </a:ln>
        </p:spPr>
        <p:txBody>
          <a:bodyPr anchorCtr="0" anchor="ctr" bIns="45700" lIns="91425" spcFirstLastPara="1" rIns="91425" wrap="square" tIns="4570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4" name="Google Shape;234;g37b2d62e5a2_2_71"/>
          <p:cNvSpPr/>
          <p:nvPr>
            <p:ph idx="2" type="pic"/>
          </p:nvPr>
        </p:nvSpPr>
        <p:spPr>
          <a:xfrm>
            <a:off x="0" y="-13856"/>
            <a:ext cx="7647882" cy="6871856"/>
          </a:xfrm>
          <a:prstGeom prst="parallelogram">
            <a:avLst>
              <a:gd fmla="val 33669" name="adj"/>
            </a:avLst>
          </a:prstGeom>
          <a:noFill/>
          <a:ln>
            <a:noFill/>
          </a:ln>
        </p:spPr>
      </p:sp>
      <p:sp>
        <p:nvSpPr>
          <p:cNvPr id="235" name="Google Shape;235;g37b2d62e5a2_2_7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236" name="Google Shape;236;g37b2d62e5a2_2_71"/>
          <p:cNvPicPr preferRelativeResize="0"/>
          <p:nvPr/>
        </p:nvPicPr>
        <p:blipFill rotWithShape="1">
          <a:blip r:embed="rId2">
            <a:alphaModFix/>
          </a:blip>
          <a:srcRect b="0" l="0" r="0" t="0"/>
          <a:stretch/>
        </p:blipFill>
        <p:spPr>
          <a:xfrm>
            <a:off x="838200" y="6513174"/>
            <a:ext cx="2824372" cy="15826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1">
  <p:cSld name="Layout11">
    <p:bg>
      <p:bgPr>
        <a:solidFill>
          <a:srgbClr val="6C1D35"/>
        </a:solidFill>
      </p:bgPr>
    </p:bg>
    <p:spTree>
      <p:nvGrpSpPr>
        <p:cNvPr id="237" name="Shape 237"/>
        <p:cNvGrpSpPr/>
        <p:nvPr/>
      </p:nvGrpSpPr>
      <p:grpSpPr>
        <a:xfrm>
          <a:off x="0" y="0"/>
          <a:ext cx="0" cy="0"/>
          <a:chOff x="0" y="0"/>
          <a:chExt cx="0" cy="0"/>
        </a:xfrm>
      </p:grpSpPr>
      <p:sp>
        <p:nvSpPr>
          <p:cNvPr id="238" name="Google Shape;238;g37b2d62e5a2_2_7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39" name="Google Shape;239;g37b2d62e5a2_2_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sz="3600">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2">
  <p:cSld name="Layout12">
    <p:spTree>
      <p:nvGrpSpPr>
        <p:cNvPr id="240" name="Shape 240"/>
        <p:cNvGrpSpPr/>
        <p:nvPr/>
      </p:nvGrpSpPr>
      <p:grpSpPr>
        <a:xfrm>
          <a:off x="0" y="0"/>
          <a:ext cx="0" cy="0"/>
          <a:chOff x="0" y="0"/>
          <a:chExt cx="0" cy="0"/>
        </a:xfrm>
      </p:grpSpPr>
      <p:sp>
        <p:nvSpPr>
          <p:cNvPr id="241" name="Google Shape;241;g37b2d62e5a2_2_80"/>
          <p:cNvSpPr/>
          <p:nvPr>
            <p:ph idx="2" type="pic"/>
          </p:nvPr>
        </p:nvSpPr>
        <p:spPr>
          <a:xfrm>
            <a:off x="-1" y="-2358"/>
            <a:ext cx="7753847" cy="6863012"/>
          </a:xfrm>
          <a:prstGeom prst="rect">
            <a:avLst/>
          </a:prstGeom>
          <a:noFill/>
          <a:ln>
            <a:noFill/>
          </a:ln>
        </p:spPr>
      </p:sp>
      <p:sp>
        <p:nvSpPr>
          <p:cNvPr id="242" name="Google Shape;242;g37b2d62e5a2_2_80"/>
          <p:cNvSpPr/>
          <p:nvPr/>
        </p:nvSpPr>
        <p:spPr>
          <a:xfrm>
            <a:off x="9476509" y="1"/>
            <a:ext cx="2715490" cy="6880888"/>
          </a:xfrm>
          <a:prstGeom prst="rect">
            <a:avLst/>
          </a:prstGeom>
          <a:solidFill>
            <a:srgbClr val="4B47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g37b2d62e5a2_2_80"/>
          <p:cNvSpPr/>
          <p:nvPr/>
        </p:nvSpPr>
        <p:spPr>
          <a:xfrm rot="10800000">
            <a:off x="5250869" y="-1"/>
            <a:ext cx="6858001" cy="688570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g37b2d62e5a2_2_80"/>
          <p:cNvSpPr txBox="1"/>
          <p:nvPr>
            <p:ph type="title"/>
          </p:nvPr>
        </p:nvSpPr>
        <p:spPr>
          <a:xfrm>
            <a:off x="5832762" y="1995054"/>
            <a:ext cx="3768438" cy="30895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sz="36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5" name="Google Shape;245;g37b2d62e5a2_2_8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3">
  <p:cSld name="Layout13">
    <p:spTree>
      <p:nvGrpSpPr>
        <p:cNvPr id="246" name="Shape 246"/>
        <p:cNvGrpSpPr/>
        <p:nvPr/>
      </p:nvGrpSpPr>
      <p:grpSpPr>
        <a:xfrm>
          <a:off x="0" y="0"/>
          <a:ext cx="0" cy="0"/>
          <a:chOff x="0" y="0"/>
          <a:chExt cx="0" cy="0"/>
        </a:xfrm>
      </p:grpSpPr>
      <p:sp>
        <p:nvSpPr>
          <p:cNvPr id="247" name="Google Shape;247;g37b2d62e5a2_2_86"/>
          <p:cNvSpPr/>
          <p:nvPr/>
        </p:nvSpPr>
        <p:spPr>
          <a:xfrm>
            <a:off x="6350" y="1"/>
            <a:ext cx="4329113" cy="6880888"/>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48" name="Google Shape;248;g37b2d62e5a2_2_86"/>
          <p:cNvPicPr preferRelativeResize="0"/>
          <p:nvPr/>
        </p:nvPicPr>
        <p:blipFill rotWithShape="1">
          <a:blip r:embed="rId2">
            <a:alphaModFix amt="11000"/>
          </a:blip>
          <a:srcRect b="0" l="0" r="0" t="0"/>
          <a:stretch/>
        </p:blipFill>
        <p:spPr>
          <a:xfrm>
            <a:off x="0" y="-1"/>
            <a:ext cx="4336976" cy="6858000"/>
          </a:xfrm>
          <a:prstGeom prst="rect">
            <a:avLst/>
          </a:prstGeom>
          <a:noFill/>
          <a:ln>
            <a:noFill/>
          </a:ln>
        </p:spPr>
      </p:pic>
      <p:sp>
        <p:nvSpPr>
          <p:cNvPr id="249" name="Google Shape;249;g37b2d62e5a2_2_86"/>
          <p:cNvSpPr/>
          <p:nvPr/>
        </p:nvSpPr>
        <p:spPr>
          <a:xfrm>
            <a:off x="1431389" y="0"/>
            <a:ext cx="1662113" cy="682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g37b2d62e5a2_2_8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51" name="Google Shape;251;g37b2d62e5a2_2_86"/>
          <p:cNvSpPr txBox="1"/>
          <p:nvPr>
            <p:ph type="title"/>
          </p:nvPr>
        </p:nvSpPr>
        <p:spPr>
          <a:xfrm>
            <a:off x="352821" y="2616709"/>
            <a:ext cx="3523452" cy="105276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0" i="0" sz="360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2" name="Google Shape;252;g37b2d62e5a2_2_86"/>
          <p:cNvSpPr txBox="1"/>
          <p:nvPr>
            <p:ph idx="1" type="body"/>
          </p:nvPr>
        </p:nvSpPr>
        <p:spPr>
          <a:xfrm>
            <a:off x="352821" y="3880241"/>
            <a:ext cx="3523452" cy="11667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2F2F2"/>
              </a:buClr>
              <a:buSzPts val="1600"/>
              <a:buNone/>
              <a:defRPr b="0" i="0" sz="1600">
                <a:solidFill>
                  <a:srgbClr val="F2F2F2"/>
                </a:solidFill>
                <a:latin typeface="Lato"/>
                <a:ea typeface="Lato"/>
                <a:cs typeface="Lato"/>
                <a:sym typeface="Lato"/>
              </a:defRPr>
            </a:lvl1pPr>
            <a:lvl2pPr indent="-228600" lvl="1" marL="914400" algn="l">
              <a:lnSpc>
                <a:spcPct val="90000"/>
              </a:lnSpc>
              <a:spcBef>
                <a:spcPts val="500"/>
              </a:spcBef>
              <a:spcAft>
                <a:spcPts val="0"/>
              </a:spcAft>
              <a:buClr>
                <a:srgbClr val="595959"/>
              </a:buClr>
              <a:buSzPts val="1400"/>
              <a:buNone/>
              <a:defRPr sz="1400"/>
            </a:lvl2pPr>
            <a:lvl3pPr indent="-228600" lvl="2" marL="1371600" algn="l">
              <a:lnSpc>
                <a:spcPct val="90000"/>
              </a:lnSpc>
              <a:spcBef>
                <a:spcPts val="500"/>
              </a:spcBef>
              <a:spcAft>
                <a:spcPts val="0"/>
              </a:spcAft>
              <a:buClr>
                <a:srgbClr val="595959"/>
              </a:buClr>
              <a:buSzPts val="1200"/>
              <a:buNone/>
              <a:defRPr sz="1200"/>
            </a:lvl3pPr>
            <a:lvl4pPr indent="-228600" lvl="3" marL="1828800" algn="l">
              <a:lnSpc>
                <a:spcPct val="90000"/>
              </a:lnSpc>
              <a:spcBef>
                <a:spcPts val="500"/>
              </a:spcBef>
              <a:spcAft>
                <a:spcPts val="0"/>
              </a:spcAft>
              <a:buClr>
                <a:srgbClr val="595959"/>
              </a:buClr>
              <a:buSzPts val="1000"/>
              <a:buNone/>
              <a:defRPr sz="1000"/>
            </a:lvl4pPr>
            <a:lvl5pPr indent="-228600" lvl="4" marL="2286000" algn="l">
              <a:lnSpc>
                <a:spcPct val="90000"/>
              </a:lnSpc>
              <a:spcBef>
                <a:spcPts val="500"/>
              </a:spcBef>
              <a:spcAft>
                <a:spcPts val="0"/>
              </a:spcAft>
              <a:buClr>
                <a:srgbClr val="595959"/>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53" name="Google Shape;253;g37b2d62e5a2_2_86"/>
          <p:cNvSpPr/>
          <p:nvPr>
            <p:ph idx="2" type="pic"/>
          </p:nvPr>
        </p:nvSpPr>
        <p:spPr>
          <a:xfrm>
            <a:off x="4322618" y="0"/>
            <a:ext cx="7552707" cy="6858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4">
  <p:cSld name="Layout14">
    <p:spTree>
      <p:nvGrpSpPr>
        <p:cNvPr id="254" name="Shape 254"/>
        <p:cNvGrpSpPr/>
        <p:nvPr/>
      </p:nvGrpSpPr>
      <p:grpSpPr>
        <a:xfrm>
          <a:off x="0" y="0"/>
          <a:ext cx="0" cy="0"/>
          <a:chOff x="0" y="0"/>
          <a:chExt cx="0" cy="0"/>
        </a:xfrm>
      </p:grpSpPr>
      <p:sp>
        <p:nvSpPr>
          <p:cNvPr id="255" name="Google Shape;255;g37b2d62e5a2_2_94"/>
          <p:cNvSpPr/>
          <p:nvPr/>
        </p:nvSpPr>
        <p:spPr>
          <a:xfrm>
            <a:off x="-324" y="-2845"/>
            <a:ext cx="2589145"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alpha val="7647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6" name="Google Shape;256;g37b2d62e5a2_2_9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57" name="Google Shape;257;g37b2d62e5a2_2_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5">
  <p:cSld name="Layout15">
    <p:bg>
      <p:bgPr>
        <a:solidFill>
          <a:srgbClr val="6C1D35"/>
        </a:solidFill>
      </p:bgPr>
    </p:bg>
    <p:spTree>
      <p:nvGrpSpPr>
        <p:cNvPr id="258" name="Shape 258"/>
        <p:cNvGrpSpPr/>
        <p:nvPr/>
      </p:nvGrpSpPr>
      <p:grpSpPr>
        <a:xfrm>
          <a:off x="0" y="0"/>
          <a:ext cx="0" cy="0"/>
          <a:chOff x="0" y="0"/>
          <a:chExt cx="0" cy="0"/>
        </a:xfrm>
      </p:grpSpPr>
      <p:sp>
        <p:nvSpPr>
          <p:cNvPr id="259" name="Google Shape;259;g37b2d62e5a2_2_98"/>
          <p:cNvSpPr/>
          <p:nvPr/>
        </p:nvSpPr>
        <p:spPr>
          <a:xfrm rot="5400000">
            <a:off x="5964357" y="-1538287"/>
            <a:ext cx="134938" cy="3211512"/>
          </a:xfrm>
          <a:prstGeom prst="rect">
            <a:avLst/>
          </a:pr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 name="Google Shape;260;g37b2d62e5a2_2_9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1" name="Google Shape;261;g37b2d62e5a2_2_9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6">
  <p:cSld name="Layout16">
    <p:bg>
      <p:bgPr>
        <a:solidFill>
          <a:srgbClr val="F2F2F2">
            <a:alpha val="33333"/>
          </a:srgbClr>
        </a:solidFill>
      </p:bgPr>
    </p:bg>
    <p:spTree>
      <p:nvGrpSpPr>
        <p:cNvPr id="262" name="Shape 262"/>
        <p:cNvGrpSpPr/>
        <p:nvPr/>
      </p:nvGrpSpPr>
      <p:grpSpPr>
        <a:xfrm>
          <a:off x="0" y="0"/>
          <a:ext cx="0" cy="0"/>
          <a:chOff x="0" y="0"/>
          <a:chExt cx="0" cy="0"/>
        </a:xfrm>
      </p:grpSpPr>
      <p:sp>
        <p:nvSpPr>
          <p:cNvPr id="263" name="Google Shape;263;g37b2d62e5a2_2_102"/>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g37b2d62e5a2_2_102"/>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5" name="Google Shape;265;g37b2d62e5a2_2_102"/>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6" name="Google Shape;266;g37b2d62e5a2_2_10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67" name="Google Shape;267;g37b2d62e5a2_2_102"/>
          <p:cNvSpPr txBox="1"/>
          <p:nvPr>
            <p:ph type="title"/>
          </p:nvPr>
        </p:nvSpPr>
        <p:spPr>
          <a:xfrm>
            <a:off x="1389318"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7">
  <p:cSld name="Layout17">
    <p:bg>
      <p:bgPr>
        <a:solidFill>
          <a:srgbClr val="F2F2F2">
            <a:alpha val="33333"/>
          </a:srgbClr>
        </a:solidFill>
      </p:bgPr>
    </p:bg>
    <p:spTree>
      <p:nvGrpSpPr>
        <p:cNvPr id="268" name="Shape 268"/>
        <p:cNvGrpSpPr/>
        <p:nvPr/>
      </p:nvGrpSpPr>
      <p:grpSpPr>
        <a:xfrm>
          <a:off x="0" y="0"/>
          <a:ext cx="0" cy="0"/>
          <a:chOff x="0" y="0"/>
          <a:chExt cx="0" cy="0"/>
        </a:xfrm>
      </p:grpSpPr>
      <p:sp>
        <p:nvSpPr>
          <p:cNvPr id="269" name="Google Shape;269;g37b2d62e5a2_2_108"/>
          <p:cNvSpPr/>
          <p:nvPr/>
        </p:nvSpPr>
        <p:spPr>
          <a:xfrm>
            <a:off x="8688288" y="253363"/>
            <a:ext cx="1091121" cy="781258"/>
          </a:xfrm>
          <a:custGeom>
            <a:rect b="b" l="l" r="r" t="t"/>
            <a:pathLst>
              <a:path extrusionOk="0" h="794993" w="1110304">
                <a:moveTo>
                  <a:pt x="0" y="0"/>
                </a:moveTo>
                <a:lnTo>
                  <a:pt x="668996" y="0"/>
                </a:lnTo>
                <a:lnTo>
                  <a:pt x="1110304" y="794993"/>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0" name="Google Shape;270;g37b2d62e5a2_2_108"/>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1" name="Google Shape;271;g37b2d62e5a2_2_108"/>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2" name="Google Shape;272;g37b2d62e5a2_2_108"/>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g37b2d62e5a2_2_10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74" name="Google Shape;274;g37b2d62e5a2_2_108"/>
          <p:cNvSpPr txBox="1"/>
          <p:nvPr>
            <p:ph type="title"/>
          </p:nvPr>
        </p:nvSpPr>
        <p:spPr>
          <a:xfrm>
            <a:off x="1391093"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8">
  <p:cSld name="Layout18">
    <p:spTree>
      <p:nvGrpSpPr>
        <p:cNvPr id="275" name="Shape 275"/>
        <p:cNvGrpSpPr/>
        <p:nvPr/>
      </p:nvGrpSpPr>
      <p:grpSpPr>
        <a:xfrm>
          <a:off x="0" y="0"/>
          <a:ext cx="0" cy="0"/>
          <a:chOff x="0" y="0"/>
          <a:chExt cx="0" cy="0"/>
        </a:xfrm>
      </p:grpSpPr>
      <p:sp>
        <p:nvSpPr>
          <p:cNvPr id="276" name="Google Shape;276;g37b2d62e5a2_2_115"/>
          <p:cNvSpPr/>
          <p:nvPr/>
        </p:nvSpPr>
        <p:spPr>
          <a:xfrm flipH="1">
            <a:off x="0" y="0"/>
            <a:ext cx="12192000" cy="6329548"/>
          </a:xfrm>
          <a:custGeom>
            <a:rect b="b" l="l" r="r" t="t"/>
            <a:pathLst>
              <a:path extrusionOk="0" h="10000" w="10003">
                <a:moveTo>
                  <a:pt x="3" y="5641"/>
                </a:moveTo>
                <a:lnTo>
                  <a:pt x="2003" y="0"/>
                </a:lnTo>
                <a:lnTo>
                  <a:pt x="10003" y="0"/>
                </a:lnTo>
                <a:lnTo>
                  <a:pt x="10003" y="10000"/>
                </a:lnTo>
                <a:lnTo>
                  <a:pt x="3" y="10000"/>
                </a:lnTo>
                <a:cubicBezTo>
                  <a:pt x="-7" y="8290"/>
                  <a:pt x="13" y="7351"/>
                  <a:pt x="3" y="5641"/>
                </a:cubicBezTo>
                <a:close/>
              </a:path>
            </a:pathLst>
          </a:custGeom>
          <a:solidFill>
            <a:srgbClr val="6C1D35"/>
          </a:solidFill>
          <a:ln cap="flat" cmpd="sng" w="12700">
            <a:solidFill>
              <a:srgbClr val="5F192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g37b2d62e5a2_2_115"/>
          <p:cNvSpPr txBox="1"/>
          <p:nvPr>
            <p:ph type="title"/>
          </p:nvPr>
        </p:nvSpPr>
        <p:spPr>
          <a:xfrm>
            <a:off x="1804589" y="430242"/>
            <a:ext cx="8686800" cy="9663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8" name="Google Shape;278;g37b2d62e5a2_2_11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9">
  <p:cSld name="Layout19">
    <p:spTree>
      <p:nvGrpSpPr>
        <p:cNvPr id="279" name="Shape 279"/>
        <p:cNvGrpSpPr/>
        <p:nvPr/>
      </p:nvGrpSpPr>
      <p:grpSpPr>
        <a:xfrm>
          <a:off x="0" y="0"/>
          <a:ext cx="0" cy="0"/>
          <a:chOff x="0" y="0"/>
          <a:chExt cx="0" cy="0"/>
        </a:xfrm>
      </p:grpSpPr>
      <p:sp>
        <p:nvSpPr>
          <p:cNvPr id="280" name="Google Shape;280;g37b2d62e5a2_2_119"/>
          <p:cNvSpPr/>
          <p:nvPr/>
        </p:nvSpPr>
        <p:spPr>
          <a:xfrm>
            <a:off x="0" y="3049589"/>
            <a:ext cx="12192000" cy="3808412"/>
          </a:xfrm>
          <a:prstGeom prst="rect">
            <a:avLst/>
          </a:prstGeom>
          <a:solidFill>
            <a:schemeClr val="lt1">
              <a:alpha val="6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1" name="Google Shape;281;g37b2d62e5a2_2_119"/>
          <p:cNvSpPr/>
          <p:nvPr>
            <p:ph idx="2" type="pic"/>
          </p:nvPr>
        </p:nvSpPr>
        <p:spPr>
          <a:xfrm>
            <a:off x="0" y="-11393"/>
            <a:ext cx="12192000" cy="3060981"/>
          </a:xfrm>
          <a:prstGeom prst="rect">
            <a:avLst/>
          </a:prstGeom>
          <a:noFill/>
          <a:ln>
            <a:noFill/>
          </a:ln>
        </p:spPr>
      </p:sp>
      <p:sp>
        <p:nvSpPr>
          <p:cNvPr id="282" name="Google Shape;282;g37b2d62e5a2_2_11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283" name="Shape 283"/>
        <p:cNvGrpSpPr/>
        <p:nvPr/>
      </p:nvGrpSpPr>
      <p:grpSpPr>
        <a:xfrm>
          <a:off x="0" y="0"/>
          <a:ext cx="0" cy="0"/>
          <a:chOff x="0" y="0"/>
          <a:chExt cx="0" cy="0"/>
        </a:xfrm>
      </p:grpSpPr>
      <p:sp>
        <p:nvSpPr>
          <p:cNvPr id="284" name="Google Shape;284;g37b2d62e5a2_2_1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85" name="Google Shape;285;g37b2d62e5a2_2_12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cxnSp>
        <p:nvCxnSpPr>
          <p:cNvPr id="286" name="Google Shape;286;g37b2d62e5a2_2_123"/>
          <p:cNvCxnSpPr/>
          <p:nvPr/>
        </p:nvCxnSpPr>
        <p:spPr>
          <a:xfrm>
            <a:off x="-12700" y="101600"/>
            <a:ext cx="12192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1">
  <p:cSld name="Layout21">
    <p:bg>
      <p:bgPr>
        <a:solidFill>
          <a:schemeClr val="lt1"/>
        </a:solidFill>
      </p:bgPr>
    </p:bg>
    <p:spTree>
      <p:nvGrpSpPr>
        <p:cNvPr id="287" name="Shape 287"/>
        <p:cNvGrpSpPr/>
        <p:nvPr/>
      </p:nvGrpSpPr>
      <p:grpSpPr>
        <a:xfrm>
          <a:off x="0" y="0"/>
          <a:ext cx="0" cy="0"/>
          <a:chOff x="0" y="0"/>
          <a:chExt cx="0" cy="0"/>
        </a:xfrm>
      </p:grpSpPr>
      <p:sp>
        <p:nvSpPr>
          <p:cNvPr id="288" name="Google Shape;288;g37b2d62e5a2_2_12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2">
  <p:cSld name="Layout22">
    <p:spTree>
      <p:nvGrpSpPr>
        <p:cNvPr id="289" name="Shape 289"/>
        <p:cNvGrpSpPr/>
        <p:nvPr/>
      </p:nvGrpSpPr>
      <p:grpSpPr>
        <a:xfrm>
          <a:off x="0" y="0"/>
          <a:ext cx="0" cy="0"/>
          <a:chOff x="0" y="0"/>
          <a:chExt cx="0" cy="0"/>
        </a:xfrm>
      </p:grpSpPr>
      <p:sp>
        <p:nvSpPr>
          <p:cNvPr id="290" name="Google Shape;290;g37b2d62e5a2_2_1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1" name="Google Shape;291;g37b2d62e5a2_2_12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92" name="Google Shape;292;g37b2d62e5a2_2_129"/>
          <p:cNvSpPr/>
          <p:nvPr/>
        </p:nvSpPr>
        <p:spPr>
          <a:xfrm rot="5400000">
            <a:off x="6013275" y="327219"/>
            <a:ext cx="214683" cy="1164747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3">
  <p:cSld name="Layout23">
    <p:bg>
      <p:bgPr>
        <a:solidFill>
          <a:schemeClr val="lt1"/>
        </a:solidFill>
      </p:bgPr>
    </p:bg>
    <p:spTree>
      <p:nvGrpSpPr>
        <p:cNvPr id="293" name="Shape 293"/>
        <p:cNvGrpSpPr/>
        <p:nvPr/>
      </p:nvGrpSpPr>
      <p:grpSpPr>
        <a:xfrm>
          <a:off x="0" y="0"/>
          <a:ext cx="0" cy="0"/>
          <a:chOff x="0" y="0"/>
          <a:chExt cx="0" cy="0"/>
        </a:xfrm>
      </p:grpSpPr>
      <p:sp>
        <p:nvSpPr>
          <p:cNvPr id="294" name="Google Shape;294;g37b2d62e5a2_2_1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5" name="Google Shape;295;g37b2d62e5a2_2_13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296" name="Google Shape;296;g37b2d62e5a2_2_133"/>
          <p:cNvSpPr/>
          <p:nvPr/>
        </p:nvSpPr>
        <p:spPr>
          <a:xfrm rot="5400000">
            <a:off x="6070760" y="476921"/>
            <a:ext cx="45719" cy="1170146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4">
  <p:cSld name="Layout24">
    <p:spTree>
      <p:nvGrpSpPr>
        <p:cNvPr id="297" name="Shape 297"/>
        <p:cNvGrpSpPr/>
        <p:nvPr/>
      </p:nvGrpSpPr>
      <p:grpSpPr>
        <a:xfrm>
          <a:off x="0" y="0"/>
          <a:ext cx="0" cy="0"/>
          <a:chOff x="0" y="0"/>
          <a:chExt cx="0" cy="0"/>
        </a:xfrm>
      </p:grpSpPr>
      <p:sp>
        <p:nvSpPr>
          <p:cNvPr id="298" name="Google Shape;298;g37b2d62e5a2_2_137"/>
          <p:cNvSpPr/>
          <p:nvPr/>
        </p:nvSpPr>
        <p:spPr>
          <a:xfrm>
            <a:off x="0" y="-2845"/>
            <a:ext cx="7528884"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9" name="Google Shape;299;g37b2d62e5a2_2_137"/>
          <p:cNvPicPr preferRelativeResize="0"/>
          <p:nvPr/>
        </p:nvPicPr>
        <p:blipFill rotWithShape="1">
          <a:blip r:embed="rId2">
            <a:alphaModFix/>
          </a:blip>
          <a:srcRect b="0" l="0" r="0" t="0"/>
          <a:stretch/>
        </p:blipFill>
        <p:spPr>
          <a:xfrm>
            <a:off x="0" y="847435"/>
            <a:ext cx="6356825" cy="5497382"/>
          </a:xfrm>
          <a:prstGeom prst="rect">
            <a:avLst/>
          </a:prstGeom>
          <a:noFill/>
          <a:ln>
            <a:noFill/>
          </a:ln>
        </p:spPr>
      </p:pic>
      <p:sp>
        <p:nvSpPr>
          <p:cNvPr id="300" name="Google Shape;300;g37b2d62e5a2_2_137"/>
          <p:cNvSpPr txBox="1"/>
          <p:nvPr>
            <p:ph type="title"/>
          </p:nvPr>
        </p:nvSpPr>
        <p:spPr>
          <a:xfrm>
            <a:off x="6705600" y="2239645"/>
            <a:ext cx="498348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1" name="Google Shape;301;g37b2d62e5a2_2_13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02" name="Google Shape;302;g37b2d62e5a2_2_137"/>
          <p:cNvSpPr/>
          <p:nvPr>
            <p:ph idx="2" type="pic"/>
          </p:nvPr>
        </p:nvSpPr>
        <p:spPr>
          <a:xfrm>
            <a:off x="270294" y="1112838"/>
            <a:ext cx="5810466" cy="326363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5">
  <p:cSld name="Layout25">
    <p:spTree>
      <p:nvGrpSpPr>
        <p:cNvPr id="303" name="Shape 303"/>
        <p:cNvGrpSpPr/>
        <p:nvPr/>
      </p:nvGrpSpPr>
      <p:grpSpPr>
        <a:xfrm>
          <a:off x="0" y="0"/>
          <a:ext cx="0" cy="0"/>
          <a:chOff x="0" y="0"/>
          <a:chExt cx="0" cy="0"/>
        </a:xfrm>
      </p:grpSpPr>
      <p:sp>
        <p:nvSpPr>
          <p:cNvPr id="304" name="Google Shape;304;g37b2d62e5a2_2_143"/>
          <p:cNvSpPr/>
          <p:nvPr/>
        </p:nvSpPr>
        <p:spPr>
          <a:xfrm>
            <a:off x="0" y="-2845"/>
            <a:ext cx="7528884" cy="6486772"/>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5" name="Google Shape;305;g37b2d62e5a2_2_1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6" name="Google Shape;306;g37b2d62e5a2_2_14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307" name="Google Shape;307;g37b2d62e5a2_2_143"/>
          <p:cNvPicPr preferRelativeResize="0"/>
          <p:nvPr/>
        </p:nvPicPr>
        <p:blipFill rotWithShape="1">
          <a:blip r:embed="rId2">
            <a:alphaModFix/>
          </a:blip>
          <a:srcRect b="0" l="0" r="0" t="0"/>
          <a:stretch/>
        </p:blipFill>
        <p:spPr>
          <a:xfrm>
            <a:off x="708409" y="2103120"/>
            <a:ext cx="1944123" cy="3956064"/>
          </a:xfrm>
          <a:prstGeom prst="rect">
            <a:avLst/>
          </a:prstGeom>
          <a:noFill/>
          <a:ln>
            <a:noFill/>
          </a:ln>
        </p:spPr>
      </p:pic>
      <p:sp>
        <p:nvSpPr>
          <p:cNvPr id="308" name="Google Shape;308;g37b2d62e5a2_2_143"/>
          <p:cNvSpPr/>
          <p:nvPr>
            <p:ph idx="2" type="pic"/>
          </p:nvPr>
        </p:nvSpPr>
        <p:spPr>
          <a:xfrm>
            <a:off x="824948" y="2225675"/>
            <a:ext cx="1709530" cy="3702050"/>
          </a:xfrm>
          <a:prstGeom prst="roundRect">
            <a:avLst>
              <a:gd fmla="val 7790" name="adj"/>
            </a:avLst>
          </a:prstGeom>
          <a:noFill/>
          <a:ln>
            <a:noFill/>
          </a:ln>
        </p:spPr>
      </p:sp>
      <p:pic>
        <p:nvPicPr>
          <p:cNvPr id="309" name="Google Shape;309;g37b2d62e5a2_2_143"/>
          <p:cNvPicPr preferRelativeResize="0"/>
          <p:nvPr/>
        </p:nvPicPr>
        <p:blipFill rotWithShape="1">
          <a:blip r:embed="rId3">
            <a:alphaModFix/>
          </a:blip>
          <a:srcRect b="0" l="0" r="0" t="0"/>
          <a:stretch/>
        </p:blipFill>
        <p:spPr>
          <a:xfrm>
            <a:off x="2717545" y="1816925"/>
            <a:ext cx="3481374" cy="4567444"/>
          </a:xfrm>
          <a:prstGeom prst="rect">
            <a:avLst/>
          </a:prstGeom>
          <a:noFill/>
          <a:ln>
            <a:noFill/>
          </a:ln>
        </p:spPr>
      </p:pic>
      <p:sp>
        <p:nvSpPr>
          <p:cNvPr id="310" name="Google Shape;310;g37b2d62e5a2_2_143"/>
          <p:cNvSpPr/>
          <p:nvPr>
            <p:ph idx="3" type="pic"/>
          </p:nvPr>
        </p:nvSpPr>
        <p:spPr>
          <a:xfrm>
            <a:off x="2869284" y="1977842"/>
            <a:ext cx="3185349" cy="4266203"/>
          </a:xfrm>
          <a:prstGeom prst="roundRect">
            <a:avLst>
              <a:gd fmla="val 1868" name="adj"/>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6">
  <p:cSld name="Layout06">
    <p:spTree>
      <p:nvGrpSpPr>
        <p:cNvPr id="321" name="Shape 321"/>
        <p:cNvGrpSpPr/>
        <p:nvPr/>
      </p:nvGrpSpPr>
      <p:grpSpPr>
        <a:xfrm>
          <a:off x="0" y="0"/>
          <a:ext cx="0" cy="0"/>
          <a:chOff x="0" y="0"/>
          <a:chExt cx="0" cy="0"/>
        </a:xfrm>
      </p:grpSpPr>
      <p:cxnSp>
        <p:nvCxnSpPr>
          <p:cNvPr id="322" name="Google Shape;322;g37b2d62e5a2_2_202"/>
          <p:cNvCxnSpPr/>
          <p:nvPr/>
        </p:nvCxnSpPr>
        <p:spPr>
          <a:xfrm>
            <a:off x="480645" y="1465384"/>
            <a:ext cx="11711354" cy="0"/>
          </a:xfrm>
          <a:prstGeom prst="straightConnector1">
            <a:avLst/>
          </a:prstGeom>
          <a:noFill/>
          <a:ln cap="flat" cmpd="sng" w="9525">
            <a:solidFill>
              <a:schemeClr val="accent1"/>
            </a:solidFill>
            <a:prstDash val="solid"/>
            <a:miter lim="800000"/>
            <a:headEnd len="sm" w="sm" type="none"/>
            <a:tailEnd len="sm" w="sm" type="none"/>
          </a:ln>
        </p:spPr>
      </p:cxnSp>
      <p:sp>
        <p:nvSpPr>
          <p:cNvPr id="323" name="Google Shape;323;g37b2d62e5a2_2_202"/>
          <p:cNvSpPr txBox="1"/>
          <p:nvPr>
            <p:ph type="title"/>
          </p:nvPr>
        </p:nvSpPr>
        <p:spPr>
          <a:xfrm>
            <a:off x="712787" y="38556"/>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i="0">
                <a:solidFill>
                  <a:srgbClr val="3F3F3F"/>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24" name="Google Shape;324;g37b2d62e5a2_2_202"/>
          <p:cNvSpPr txBox="1"/>
          <p:nvPr>
            <p:ph idx="1" type="body"/>
          </p:nvPr>
        </p:nvSpPr>
        <p:spPr>
          <a:xfrm>
            <a:off x="839788" y="1828799"/>
            <a:ext cx="10261599" cy="676275"/>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rgbClr val="595959"/>
              </a:buClr>
              <a:buSzPts val="1600"/>
              <a:buNone/>
              <a:defRPr b="0" i="0" sz="1600">
                <a:latin typeface="Lato"/>
                <a:ea typeface="Lato"/>
                <a:cs typeface="Lato"/>
                <a:sym typeface="Lato"/>
              </a:defRPr>
            </a:lvl1pPr>
            <a:lvl2pPr indent="-228600" lvl="1" marL="914400" algn="l">
              <a:lnSpc>
                <a:spcPct val="90000"/>
              </a:lnSpc>
              <a:spcBef>
                <a:spcPts val="500"/>
              </a:spcBef>
              <a:spcAft>
                <a:spcPts val="0"/>
              </a:spcAft>
              <a:buClr>
                <a:srgbClr val="595959"/>
              </a:buClr>
              <a:buSzPts val="2000"/>
              <a:buNone/>
              <a:defRPr b="1" sz="2000"/>
            </a:lvl2pPr>
            <a:lvl3pPr indent="-228600" lvl="2" marL="1371600" algn="l">
              <a:lnSpc>
                <a:spcPct val="90000"/>
              </a:lnSpc>
              <a:spcBef>
                <a:spcPts val="500"/>
              </a:spcBef>
              <a:spcAft>
                <a:spcPts val="0"/>
              </a:spcAft>
              <a:buClr>
                <a:srgbClr val="595959"/>
              </a:buClr>
              <a:buSzPts val="1800"/>
              <a:buNone/>
              <a:defRPr b="1" sz="1800"/>
            </a:lvl3pPr>
            <a:lvl4pPr indent="-228600" lvl="3" marL="1828800" algn="l">
              <a:lnSpc>
                <a:spcPct val="90000"/>
              </a:lnSpc>
              <a:spcBef>
                <a:spcPts val="500"/>
              </a:spcBef>
              <a:spcAft>
                <a:spcPts val="0"/>
              </a:spcAft>
              <a:buClr>
                <a:srgbClr val="595959"/>
              </a:buClr>
              <a:buSzPts val="1600"/>
              <a:buNone/>
              <a:defRPr b="1" sz="1600"/>
            </a:lvl4pPr>
            <a:lvl5pPr indent="-228600" lvl="4" marL="2286000" algn="l">
              <a:lnSpc>
                <a:spcPct val="90000"/>
              </a:lnSpc>
              <a:spcBef>
                <a:spcPts val="500"/>
              </a:spcBef>
              <a:spcAft>
                <a:spcPts val="0"/>
              </a:spcAft>
              <a:buClr>
                <a:srgbClr val="595959"/>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5" name="Google Shape;325;g37b2d62e5a2_2_20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26" name="Google Shape;326;g37b2d62e5a2_2_202"/>
          <p:cNvSpPr/>
          <p:nvPr/>
        </p:nvSpPr>
        <p:spPr>
          <a:xfrm>
            <a:off x="0" y="1383280"/>
            <a:ext cx="2128058" cy="16625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1" showMasterSp="0">
  <p:cSld name="Layout01">
    <p:spTree>
      <p:nvGrpSpPr>
        <p:cNvPr id="327" name="Shape 327"/>
        <p:cNvGrpSpPr/>
        <p:nvPr/>
      </p:nvGrpSpPr>
      <p:grpSpPr>
        <a:xfrm>
          <a:off x="0" y="0"/>
          <a:ext cx="0" cy="0"/>
          <a:chOff x="0" y="0"/>
          <a:chExt cx="0" cy="0"/>
        </a:xfrm>
      </p:grpSpPr>
      <p:pic>
        <p:nvPicPr>
          <p:cNvPr descr="Background pattern&#10;&#10;Description automatically generated" id="328" name="Google Shape;328;g37b2d62e5a2_2_208"/>
          <p:cNvPicPr preferRelativeResize="0"/>
          <p:nvPr/>
        </p:nvPicPr>
        <p:blipFill rotWithShape="1">
          <a:blip r:embed="rId2">
            <a:alphaModFix amt="63000"/>
          </a:blip>
          <a:srcRect b="0" l="0" r="0" t="0"/>
          <a:stretch/>
        </p:blipFill>
        <p:spPr>
          <a:xfrm flipH="1" rot="10800000">
            <a:off x="1390488" y="0"/>
            <a:ext cx="10801512" cy="6858000"/>
          </a:xfrm>
          <a:prstGeom prst="rect">
            <a:avLst/>
          </a:prstGeom>
          <a:noFill/>
          <a:ln>
            <a:noFill/>
          </a:ln>
        </p:spPr>
      </p:pic>
      <p:sp>
        <p:nvSpPr>
          <p:cNvPr id="329" name="Google Shape;329;g37b2d62e5a2_2_208"/>
          <p:cNvSpPr/>
          <p:nvPr/>
        </p:nvSpPr>
        <p:spPr>
          <a:xfrm>
            <a:off x="130676" y="0"/>
            <a:ext cx="4712547" cy="6880888"/>
          </a:xfrm>
          <a:prstGeom prst="rect">
            <a:avLst/>
          </a:prstGeom>
          <a:gradFill>
            <a:gsLst>
              <a:gs pos="0">
                <a:srgbClr val="444038"/>
              </a:gs>
              <a:gs pos="100000">
                <a:srgbClr val="102C30"/>
              </a:gs>
            </a:gsLst>
            <a:lin ang="19199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0" name="Google Shape;330;g37b2d62e5a2_2_208"/>
          <p:cNvSpPr/>
          <p:nvPr/>
        </p:nvSpPr>
        <p:spPr>
          <a:xfrm flipH="1" rot="10800000">
            <a:off x="2395148" y="-4501"/>
            <a:ext cx="4843223" cy="6862501"/>
          </a:xfrm>
          <a:custGeom>
            <a:rect b="b" l="l" r="r" t="t"/>
            <a:pathLst>
              <a:path extrusionOk="0" h="6834887" w="3347129">
                <a:moveTo>
                  <a:pt x="0" y="2327"/>
                </a:moveTo>
                <a:lnTo>
                  <a:pt x="1698434" y="0"/>
                </a:lnTo>
                <a:lnTo>
                  <a:pt x="3347129" y="3429000"/>
                </a:lnTo>
                <a:lnTo>
                  <a:pt x="1712024" y="6828623"/>
                </a:lnTo>
                <a:lnTo>
                  <a:pt x="107546" y="6834887"/>
                </a:lnTo>
                <a:lnTo>
                  <a:pt x="1690835" y="3472890"/>
                </a:lnTo>
                <a:lnTo>
                  <a:pt x="0" y="2327"/>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g37b2d62e5a2_2_208"/>
          <p:cNvSpPr txBox="1"/>
          <p:nvPr>
            <p:ph type="title"/>
          </p:nvPr>
        </p:nvSpPr>
        <p:spPr>
          <a:xfrm>
            <a:off x="584603" y="2120702"/>
            <a:ext cx="4120911" cy="264429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48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2" name="Google Shape;332;g37b2d62e5a2_2_208"/>
          <p:cNvSpPr/>
          <p:nvPr/>
        </p:nvSpPr>
        <p:spPr>
          <a:xfrm rot="5400000">
            <a:off x="-765719" y="3361414"/>
            <a:ext cx="1662113" cy="130676"/>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333" name="Google Shape;333;g37b2d62e5a2_2_208"/>
          <p:cNvPicPr preferRelativeResize="0"/>
          <p:nvPr/>
        </p:nvPicPr>
        <p:blipFill rotWithShape="1">
          <a:blip r:embed="rId3">
            <a:alphaModFix/>
          </a:blip>
          <a:srcRect b="0" l="0" r="0" t="0"/>
          <a:stretch/>
        </p:blipFill>
        <p:spPr>
          <a:xfrm>
            <a:off x="9371467" y="404628"/>
            <a:ext cx="2133841" cy="720849"/>
          </a:xfrm>
          <a:prstGeom prst="rect">
            <a:avLst/>
          </a:prstGeom>
          <a:noFill/>
          <a:ln>
            <a:noFill/>
          </a:ln>
        </p:spPr>
      </p:pic>
      <p:pic>
        <p:nvPicPr>
          <p:cNvPr id="334" name="Google Shape;334;g37b2d62e5a2_2_208"/>
          <p:cNvPicPr preferRelativeResize="0"/>
          <p:nvPr/>
        </p:nvPicPr>
        <p:blipFill rotWithShape="1">
          <a:blip r:embed="rId4">
            <a:alphaModFix/>
          </a:blip>
          <a:srcRect b="0" l="0" r="0" t="0"/>
          <a:stretch/>
        </p:blipFill>
        <p:spPr>
          <a:xfrm>
            <a:off x="8044256" y="6511235"/>
            <a:ext cx="3922822" cy="2198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2">
  <p:cSld name="Layout02">
    <p:spTree>
      <p:nvGrpSpPr>
        <p:cNvPr id="335" name="Shape 335"/>
        <p:cNvGrpSpPr/>
        <p:nvPr/>
      </p:nvGrpSpPr>
      <p:grpSpPr>
        <a:xfrm>
          <a:off x="0" y="0"/>
          <a:ext cx="0" cy="0"/>
          <a:chOff x="0" y="0"/>
          <a:chExt cx="0" cy="0"/>
        </a:xfrm>
      </p:grpSpPr>
      <p:sp>
        <p:nvSpPr>
          <p:cNvPr id="336" name="Google Shape;336;g37b2d62e5a2_2_21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37" name="Google Shape;337;g37b2d62e5a2_2_216"/>
          <p:cNvSpPr/>
          <p:nvPr/>
        </p:nvSpPr>
        <p:spPr>
          <a:xfrm>
            <a:off x="3400700"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8" name="Google Shape;338;g37b2d62e5a2_2_216"/>
          <p:cNvSpPr/>
          <p:nvPr/>
        </p:nvSpPr>
        <p:spPr>
          <a:xfrm>
            <a:off x="-237846" y="-3393"/>
            <a:ext cx="3801533" cy="344098"/>
          </a:xfrm>
          <a:custGeom>
            <a:rect b="b" l="l" r="r" t="t"/>
            <a:pathLst>
              <a:path extrusionOk="0" h="791286" w="10556322">
                <a:moveTo>
                  <a:pt x="0" y="0"/>
                </a:moveTo>
                <a:lnTo>
                  <a:pt x="9998765" y="0"/>
                </a:lnTo>
                <a:lnTo>
                  <a:pt x="10556322"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g37b2d62e5a2_2_216"/>
          <p:cNvSpPr/>
          <p:nvPr/>
        </p:nvSpPr>
        <p:spPr>
          <a:xfrm>
            <a:off x="3724602" y="-8664"/>
            <a:ext cx="485299" cy="339068"/>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g37b2d62e5a2_2_2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3">
  <p:cSld name="Layout03">
    <p:spTree>
      <p:nvGrpSpPr>
        <p:cNvPr id="341" name="Shape 341"/>
        <p:cNvGrpSpPr/>
        <p:nvPr/>
      </p:nvGrpSpPr>
      <p:grpSpPr>
        <a:xfrm>
          <a:off x="0" y="0"/>
          <a:ext cx="0" cy="0"/>
          <a:chOff x="0" y="0"/>
          <a:chExt cx="0" cy="0"/>
        </a:xfrm>
      </p:grpSpPr>
      <p:sp>
        <p:nvSpPr>
          <p:cNvPr id="342" name="Google Shape;342;g37b2d62e5a2_2_222"/>
          <p:cNvSpPr/>
          <p:nvPr/>
        </p:nvSpPr>
        <p:spPr>
          <a:xfrm>
            <a:off x="64158" y="507763"/>
            <a:ext cx="325728" cy="327043"/>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7F255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g37b2d62e5a2_2_22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44" name="Google Shape;344;g37b2d62e5a2_2_222"/>
          <p:cNvSpPr/>
          <p:nvPr/>
        </p:nvSpPr>
        <p:spPr>
          <a:xfrm>
            <a:off x="201412" y="344385"/>
            <a:ext cx="638687" cy="64126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5" name="Google Shape;345;g37b2d62e5a2_2_2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4">
  <p:cSld name="Layout04">
    <p:spTree>
      <p:nvGrpSpPr>
        <p:cNvPr id="346" name="Shape 346"/>
        <p:cNvGrpSpPr/>
        <p:nvPr/>
      </p:nvGrpSpPr>
      <p:grpSpPr>
        <a:xfrm>
          <a:off x="0" y="0"/>
          <a:ext cx="0" cy="0"/>
          <a:chOff x="0" y="0"/>
          <a:chExt cx="0" cy="0"/>
        </a:xfrm>
      </p:grpSpPr>
      <p:sp>
        <p:nvSpPr>
          <p:cNvPr id="347" name="Google Shape;347;g37b2d62e5a2_2_22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48" name="Google Shape;348;g37b2d62e5a2_2_227"/>
          <p:cNvSpPr/>
          <p:nvPr/>
        </p:nvSpPr>
        <p:spPr>
          <a:xfrm>
            <a:off x="-607982" y="448235"/>
            <a:ext cx="1000815" cy="1004858"/>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g37b2d62e5a2_2_227"/>
          <p:cNvSpPr txBox="1"/>
          <p:nvPr>
            <p:ph type="title"/>
          </p:nvPr>
        </p:nvSpPr>
        <p:spPr>
          <a:xfrm>
            <a:off x="497541" y="311336"/>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5">
  <p:cSld name="Layout05">
    <p:bg>
      <p:bgPr>
        <a:solidFill>
          <a:srgbClr val="6C1D35"/>
        </a:solidFill>
      </p:bgPr>
    </p:bg>
    <p:spTree>
      <p:nvGrpSpPr>
        <p:cNvPr id="350" name="Shape 350"/>
        <p:cNvGrpSpPr/>
        <p:nvPr/>
      </p:nvGrpSpPr>
      <p:grpSpPr>
        <a:xfrm>
          <a:off x="0" y="0"/>
          <a:ext cx="0" cy="0"/>
          <a:chOff x="0" y="0"/>
          <a:chExt cx="0" cy="0"/>
        </a:xfrm>
      </p:grpSpPr>
      <p:cxnSp>
        <p:nvCxnSpPr>
          <p:cNvPr id="351" name="Google Shape;351;g37b2d62e5a2_2_231"/>
          <p:cNvCxnSpPr/>
          <p:nvPr/>
        </p:nvCxnSpPr>
        <p:spPr>
          <a:xfrm>
            <a:off x="480645" y="1172309"/>
            <a:ext cx="11711354" cy="0"/>
          </a:xfrm>
          <a:prstGeom prst="straightConnector1">
            <a:avLst/>
          </a:prstGeom>
          <a:noFill/>
          <a:ln cap="flat" cmpd="sng" w="9525">
            <a:solidFill>
              <a:srgbClr val="F2F2F2"/>
            </a:solidFill>
            <a:prstDash val="solid"/>
            <a:miter lim="800000"/>
            <a:headEnd len="sm" w="sm" type="none"/>
            <a:tailEnd len="sm" w="sm" type="none"/>
          </a:ln>
        </p:spPr>
      </p:cxnSp>
      <p:sp>
        <p:nvSpPr>
          <p:cNvPr id="352" name="Google Shape;352;g37b2d62e5a2_2_231"/>
          <p:cNvSpPr/>
          <p:nvPr/>
        </p:nvSpPr>
        <p:spPr>
          <a:xfrm>
            <a:off x="0" y="1101927"/>
            <a:ext cx="2128058" cy="166255"/>
          </a:xfrm>
          <a:prstGeom prst="rect">
            <a:avLst/>
          </a:prstGeom>
          <a:solidFill>
            <a:srgbClr val="D0CEC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3" name="Google Shape;353;g37b2d62e5a2_2_231"/>
          <p:cNvSpPr txBox="1"/>
          <p:nvPr>
            <p:ph idx="1" type="body"/>
          </p:nvPr>
        </p:nvSpPr>
        <p:spPr>
          <a:xfrm>
            <a:off x="814385"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g37b2d62e5a2_2_231"/>
          <p:cNvSpPr txBox="1"/>
          <p:nvPr>
            <p:ph type="title"/>
          </p:nvPr>
        </p:nvSpPr>
        <p:spPr>
          <a:xfrm>
            <a:off x="2057393" y="188182"/>
            <a:ext cx="7883842" cy="9037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5" name="Google Shape;355;g37b2d62e5a2_2_231"/>
          <p:cNvSpPr txBox="1"/>
          <p:nvPr>
            <p:ph idx="2" type="body"/>
          </p:nvPr>
        </p:nvSpPr>
        <p:spPr>
          <a:xfrm>
            <a:off x="4386254"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6" name="Google Shape;356;g37b2d62e5a2_2_231"/>
          <p:cNvSpPr txBox="1"/>
          <p:nvPr>
            <p:ph idx="3" type="body"/>
          </p:nvPr>
        </p:nvSpPr>
        <p:spPr>
          <a:xfrm>
            <a:off x="7929556" y="1794336"/>
            <a:ext cx="3313921" cy="438747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7" name="Google Shape;357;g37b2d62e5a2_2_23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7">
  <p:cSld name="Layout07">
    <p:spTree>
      <p:nvGrpSpPr>
        <p:cNvPr id="358" name="Shape 358"/>
        <p:cNvGrpSpPr/>
        <p:nvPr/>
      </p:nvGrpSpPr>
      <p:grpSpPr>
        <a:xfrm>
          <a:off x="0" y="0"/>
          <a:ext cx="0" cy="0"/>
          <a:chOff x="0" y="0"/>
          <a:chExt cx="0" cy="0"/>
        </a:xfrm>
      </p:grpSpPr>
      <p:sp>
        <p:nvSpPr>
          <p:cNvPr id="359" name="Google Shape;359;g37b2d62e5a2_2_239"/>
          <p:cNvSpPr/>
          <p:nvPr/>
        </p:nvSpPr>
        <p:spPr>
          <a:xfrm>
            <a:off x="0" y="668539"/>
            <a:ext cx="574431" cy="593725"/>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0" name="Google Shape;360;g37b2d62e5a2_2_23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61" name="Google Shape;361;g37b2d62e5a2_2_2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62" name="Google Shape;362;g37b2d62e5a2_2_239"/>
          <p:cNvSpPr/>
          <p:nvPr>
            <p:ph idx="2" type="pic"/>
          </p:nvPr>
        </p:nvSpPr>
        <p:spPr>
          <a:xfrm>
            <a:off x="738551" y="2110157"/>
            <a:ext cx="3681046" cy="3910612"/>
          </a:xfrm>
          <a:prstGeom prst="flowChartInputOutput">
            <a:avLst/>
          </a:prstGeom>
          <a:noFill/>
          <a:ln>
            <a:noFill/>
          </a:ln>
        </p:spPr>
      </p:sp>
      <p:sp>
        <p:nvSpPr>
          <p:cNvPr id="363" name="Google Shape;363;g37b2d62e5a2_2_239"/>
          <p:cNvSpPr/>
          <p:nvPr>
            <p:ph idx="3" type="pic"/>
          </p:nvPr>
        </p:nvSpPr>
        <p:spPr>
          <a:xfrm>
            <a:off x="4112204" y="2110157"/>
            <a:ext cx="3681046" cy="3910612"/>
          </a:xfrm>
          <a:prstGeom prst="flowChartInputOutput">
            <a:avLst/>
          </a:prstGeom>
          <a:noFill/>
          <a:ln>
            <a:noFill/>
          </a:ln>
        </p:spPr>
      </p:sp>
      <p:sp>
        <p:nvSpPr>
          <p:cNvPr id="364" name="Google Shape;364;g37b2d62e5a2_2_239"/>
          <p:cNvSpPr/>
          <p:nvPr>
            <p:ph idx="4" type="pic"/>
          </p:nvPr>
        </p:nvSpPr>
        <p:spPr>
          <a:xfrm>
            <a:off x="7504930" y="2110157"/>
            <a:ext cx="3681046" cy="3910612"/>
          </a:xfrm>
          <a:prstGeom prst="flowChartInputOutpu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8">
  <p:cSld name="Layout08">
    <p:spTree>
      <p:nvGrpSpPr>
        <p:cNvPr id="365" name="Shape 365"/>
        <p:cNvGrpSpPr/>
        <p:nvPr/>
      </p:nvGrpSpPr>
      <p:grpSpPr>
        <a:xfrm>
          <a:off x="0" y="0"/>
          <a:ext cx="0" cy="0"/>
          <a:chOff x="0" y="0"/>
          <a:chExt cx="0" cy="0"/>
        </a:xfrm>
      </p:grpSpPr>
      <p:sp>
        <p:nvSpPr>
          <p:cNvPr id="366" name="Google Shape;366;g37b2d62e5a2_2_246"/>
          <p:cNvSpPr/>
          <p:nvPr/>
        </p:nvSpPr>
        <p:spPr>
          <a:xfrm>
            <a:off x="3708"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7" name="Google Shape;367;g37b2d62e5a2_2_246"/>
          <p:cNvSpPr/>
          <p:nvPr/>
        </p:nvSpPr>
        <p:spPr>
          <a:xfrm rot="10800000">
            <a:off x="4596135" y="-6351"/>
            <a:ext cx="1229395" cy="6458089"/>
          </a:xfrm>
          <a:custGeom>
            <a:rect b="b" l="l" r="r" t="t"/>
            <a:pathLst>
              <a:path extrusionOk="0" h="6458089" w="1229395">
                <a:moveTo>
                  <a:pt x="670" y="6458089"/>
                </a:moveTo>
                <a:cubicBezTo>
                  <a:pt x="-1538" y="4297984"/>
                  <a:pt x="2603" y="2160105"/>
                  <a:pt x="395" y="0"/>
                </a:cubicBezTo>
                <a:lnTo>
                  <a:pt x="1229395" y="1105"/>
                </a:lnTo>
                <a:lnTo>
                  <a:pt x="102546" y="6458089"/>
                </a:lnTo>
                <a:lnTo>
                  <a:pt x="670" y="6458089"/>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68" name="Google Shape;368;g37b2d62e5a2_2_246"/>
          <p:cNvCxnSpPr/>
          <p:nvPr/>
        </p:nvCxnSpPr>
        <p:spPr>
          <a:xfrm>
            <a:off x="0" y="6534150"/>
            <a:ext cx="0" cy="0"/>
          </a:xfrm>
          <a:prstGeom prst="straightConnector1">
            <a:avLst/>
          </a:prstGeom>
          <a:noFill/>
          <a:ln cap="flat" cmpd="sng" w="19050">
            <a:solidFill>
              <a:srgbClr val="D8D8D8"/>
            </a:solidFill>
            <a:prstDash val="solid"/>
            <a:miter lim="800000"/>
            <a:headEnd len="sm" w="sm" type="none"/>
            <a:tailEnd len="sm" w="sm" type="none"/>
          </a:ln>
        </p:spPr>
      </p:cxnSp>
      <p:sp>
        <p:nvSpPr>
          <p:cNvPr id="369" name="Google Shape;369;g37b2d62e5a2_2_24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70" name="Google Shape;370;g37b2d62e5a2_2_246"/>
          <p:cNvSpPr/>
          <p:nvPr>
            <p:ph idx="2" type="pic"/>
          </p:nvPr>
        </p:nvSpPr>
        <p:spPr>
          <a:xfrm>
            <a:off x="103240" y="0"/>
            <a:ext cx="5615898" cy="6442797"/>
          </a:xfrm>
          <a:prstGeom prst="flowChartInputOutput">
            <a:avLst/>
          </a:prstGeom>
          <a:noFill/>
          <a:ln>
            <a:noFill/>
          </a:ln>
        </p:spPr>
      </p:sp>
      <p:sp>
        <p:nvSpPr>
          <p:cNvPr id="371" name="Google Shape;371;g37b2d62e5a2_2_246"/>
          <p:cNvSpPr txBox="1"/>
          <p:nvPr>
            <p:ph type="title"/>
          </p:nvPr>
        </p:nvSpPr>
        <p:spPr>
          <a:xfrm>
            <a:off x="6201508" y="2686295"/>
            <a:ext cx="5562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09">
  <p:cSld name="Layout09">
    <p:spTree>
      <p:nvGrpSpPr>
        <p:cNvPr id="372" name="Shape 372"/>
        <p:cNvGrpSpPr/>
        <p:nvPr/>
      </p:nvGrpSpPr>
      <p:grpSpPr>
        <a:xfrm>
          <a:off x="0" y="0"/>
          <a:ext cx="0" cy="0"/>
          <a:chOff x="0" y="0"/>
          <a:chExt cx="0" cy="0"/>
        </a:xfrm>
      </p:grpSpPr>
      <p:sp>
        <p:nvSpPr>
          <p:cNvPr id="373" name="Google Shape;373;g37b2d62e5a2_2_253"/>
          <p:cNvSpPr/>
          <p:nvPr/>
        </p:nvSpPr>
        <p:spPr>
          <a:xfrm>
            <a:off x="4778476" y="819148"/>
            <a:ext cx="7413523" cy="4976967"/>
          </a:xfrm>
          <a:prstGeom prst="rect">
            <a:avLst/>
          </a:prstGeom>
          <a:solidFill>
            <a:srgbClr val="8323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4" name="Google Shape;374;g37b2d62e5a2_2_253"/>
          <p:cNvSpPr txBox="1"/>
          <p:nvPr>
            <p:ph type="title"/>
          </p:nvPr>
        </p:nvSpPr>
        <p:spPr>
          <a:xfrm>
            <a:off x="5153891" y="1316968"/>
            <a:ext cx="6480896" cy="11312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i="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75" name="Google Shape;375;g37b2d62e5a2_2_253"/>
          <p:cNvSpPr/>
          <p:nvPr>
            <p:ph idx="2" type="pic"/>
          </p:nvPr>
        </p:nvSpPr>
        <p:spPr>
          <a:xfrm>
            <a:off x="0" y="0"/>
            <a:ext cx="4763924" cy="6356350"/>
          </a:xfrm>
          <a:prstGeom prst="rect">
            <a:avLst/>
          </a:prstGeom>
          <a:noFill/>
          <a:ln>
            <a:noFill/>
          </a:ln>
        </p:spPr>
      </p:sp>
      <p:sp>
        <p:nvSpPr>
          <p:cNvPr id="376" name="Google Shape;376;g37b2d62e5a2_2_253"/>
          <p:cNvSpPr txBox="1"/>
          <p:nvPr>
            <p:ph idx="1" type="body"/>
          </p:nvPr>
        </p:nvSpPr>
        <p:spPr>
          <a:xfrm>
            <a:off x="5153890" y="2580967"/>
            <a:ext cx="6480897" cy="25957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i="0" sz="1400">
                <a:solidFill>
                  <a:schemeClr val="lt1"/>
                </a:solidFill>
                <a:latin typeface="Lato"/>
                <a:ea typeface="Lato"/>
                <a:cs typeface="Lato"/>
                <a:sym typeface="Lato"/>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g37b2d62e5a2_2_25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0">
  <p:cSld name="Layout10">
    <p:spTree>
      <p:nvGrpSpPr>
        <p:cNvPr id="378" name="Shape 378"/>
        <p:cNvGrpSpPr/>
        <p:nvPr/>
      </p:nvGrpSpPr>
      <p:grpSpPr>
        <a:xfrm>
          <a:off x="0" y="0"/>
          <a:ext cx="0" cy="0"/>
          <a:chOff x="0" y="0"/>
          <a:chExt cx="0" cy="0"/>
        </a:xfrm>
      </p:grpSpPr>
      <p:sp>
        <p:nvSpPr>
          <p:cNvPr id="379" name="Google Shape;379;g37b2d62e5a2_2_259"/>
          <p:cNvSpPr/>
          <p:nvPr/>
        </p:nvSpPr>
        <p:spPr>
          <a:xfrm>
            <a:off x="0" y="-13856"/>
            <a:ext cx="8423564" cy="6871855"/>
          </a:xfrm>
          <a:custGeom>
            <a:rect b="b" l="l" r="r" t="t"/>
            <a:pathLst>
              <a:path extrusionOk="0" h="6871855" w="8423564">
                <a:moveTo>
                  <a:pt x="0" y="13855"/>
                </a:moveTo>
                <a:lnTo>
                  <a:pt x="8423564"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g37b2d62e5a2_2_259"/>
          <p:cNvSpPr txBox="1"/>
          <p:nvPr>
            <p:ph type="title"/>
          </p:nvPr>
        </p:nvSpPr>
        <p:spPr>
          <a:xfrm>
            <a:off x="7120335" y="4237932"/>
            <a:ext cx="4677218" cy="1878998"/>
          </a:xfrm>
          <a:prstGeom prst="rect">
            <a:avLst/>
          </a:prstGeom>
          <a:noFill/>
          <a:ln>
            <a:noFill/>
          </a:ln>
        </p:spPr>
        <p:txBody>
          <a:bodyPr anchorCtr="0" anchor="ctr" bIns="45700" lIns="91425" spcFirstLastPara="1" rIns="91425" wrap="square" tIns="45700">
            <a:noAutofit/>
          </a:bodyPr>
          <a:lstStyle>
            <a:lvl1pPr lvl="0" algn="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81" name="Google Shape;381;g37b2d62e5a2_2_259"/>
          <p:cNvSpPr/>
          <p:nvPr>
            <p:ph idx="2" type="pic"/>
          </p:nvPr>
        </p:nvSpPr>
        <p:spPr>
          <a:xfrm>
            <a:off x="0" y="-13856"/>
            <a:ext cx="7647882" cy="6871856"/>
          </a:xfrm>
          <a:prstGeom prst="parallelogram">
            <a:avLst>
              <a:gd fmla="val 33669" name="adj"/>
            </a:avLst>
          </a:prstGeom>
          <a:noFill/>
          <a:ln>
            <a:noFill/>
          </a:ln>
        </p:spPr>
      </p:sp>
      <p:sp>
        <p:nvSpPr>
          <p:cNvPr id="382" name="Google Shape;382;g37b2d62e5a2_2_25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383" name="Google Shape;383;g37b2d62e5a2_2_259"/>
          <p:cNvPicPr preferRelativeResize="0"/>
          <p:nvPr/>
        </p:nvPicPr>
        <p:blipFill rotWithShape="1">
          <a:blip r:embed="rId2">
            <a:alphaModFix/>
          </a:blip>
          <a:srcRect b="0" l="0" r="0" t="0"/>
          <a:stretch/>
        </p:blipFill>
        <p:spPr>
          <a:xfrm>
            <a:off x="838200" y="6513174"/>
            <a:ext cx="2824372" cy="15826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1">
  <p:cSld name="Layout11">
    <p:bg>
      <p:bgPr>
        <a:solidFill>
          <a:srgbClr val="6C1D35"/>
        </a:solidFill>
      </p:bgPr>
    </p:bg>
    <p:spTree>
      <p:nvGrpSpPr>
        <p:cNvPr id="384" name="Shape 384"/>
        <p:cNvGrpSpPr/>
        <p:nvPr/>
      </p:nvGrpSpPr>
      <p:grpSpPr>
        <a:xfrm>
          <a:off x="0" y="0"/>
          <a:ext cx="0" cy="0"/>
          <a:chOff x="0" y="0"/>
          <a:chExt cx="0" cy="0"/>
        </a:xfrm>
      </p:grpSpPr>
      <p:sp>
        <p:nvSpPr>
          <p:cNvPr id="385" name="Google Shape;385;g37b2d62e5a2_2_26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86" name="Google Shape;386;g37b2d62e5a2_2_2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b="1" sz="3600">
                <a:solidFill>
                  <a:schemeClr val="lt1"/>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2">
  <p:cSld name="Layout12">
    <p:spTree>
      <p:nvGrpSpPr>
        <p:cNvPr id="387" name="Shape 387"/>
        <p:cNvGrpSpPr/>
        <p:nvPr/>
      </p:nvGrpSpPr>
      <p:grpSpPr>
        <a:xfrm>
          <a:off x="0" y="0"/>
          <a:ext cx="0" cy="0"/>
          <a:chOff x="0" y="0"/>
          <a:chExt cx="0" cy="0"/>
        </a:xfrm>
      </p:grpSpPr>
      <p:sp>
        <p:nvSpPr>
          <p:cNvPr id="388" name="Google Shape;388;g37b2d62e5a2_2_268"/>
          <p:cNvSpPr/>
          <p:nvPr>
            <p:ph idx="2" type="pic"/>
          </p:nvPr>
        </p:nvSpPr>
        <p:spPr>
          <a:xfrm>
            <a:off x="-1" y="-2358"/>
            <a:ext cx="7753847" cy="6863012"/>
          </a:xfrm>
          <a:prstGeom prst="rect">
            <a:avLst/>
          </a:prstGeom>
          <a:noFill/>
          <a:ln>
            <a:noFill/>
          </a:ln>
        </p:spPr>
      </p:sp>
      <p:sp>
        <p:nvSpPr>
          <p:cNvPr id="389" name="Google Shape;389;g37b2d62e5a2_2_268"/>
          <p:cNvSpPr/>
          <p:nvPr/>
        </p:nvSpPr>
        <p:spPr>
          <a:xfrm>
            <a:off x="9476509" y="1"/>
            <a:ext cx="2715490" cy="6880888"/>
          </a:xfrm>
          <a:prstGeom prst="rect">
            <a:avLst/>
          </a:prstGeom>
          <a:solidFill>
            <a:srgbClr val="4B473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0" name="Google Shape;390;g37b2d62e5a2_2_268"/>
          <p:cNvSpPr/>
          <p:nvPr/>
        </p:nvSpPr>
        <p:spPr>
          <a:xfrm rot="10800000">
            <a:off x="5250869" y="-1"/>
            <a:ext cx="6858001" cy="6885707"/>
          </a:xfrm>
          <a:custGeom>
            <a:rect b="b" l="l" r="r" t="t"/>
            <a:pathLst>
              <a:path extrusionOk="0" h="6858000" w="4503556">
                <a:moveTo>
                  <a:pt x="28538" y="13855"/>
                </a:moveTo>
                <a:lnTo>
                  <a:pt x="2854861" y="0"/>
                </a:lnTo>
                <a:lnTo>
                  <a:pt x="4503556" y="3429000"/>
                </a:lnTo>
                <a:lnTo>
                  <a:pt x="2854861" y="6858000"/>
                </a:lnTo>
                <a:lnTo>
                  <a:pt x="0" y="6857944"/>
                </a:lnTo>
                <a:lnTo>
                  <a:pt x="1663379" y="3484417"/>
                </a:lnTo>
                <a:lnTo>
                  <a:pt x="28538" y="13855"/>
                </a:lnTo>
                <a:close/>
              </a:path>
            </a:pathLst>
          </a:custGeom>
          <a:gradFill>
            <a:gsLst>
              <a:gs pos="0">
                <a:srgbClr val="83233E"/>
              </a:gs>
              <a:gs pos="100000">
                <a:srgbClr val="6C1D35"/>
              </a:gs>
            </a:gsLst>
            <a:lin ang="66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1" name="Google Shape;391;g37b2d62e5a2_2_268"/>
          <p:cNvSpPr txBox="1"/>
          <p:nvPr>
            <p:ph type="title"/>
          </p:nvPr>
        </p:nvSpPr>
        <p:spPr>
          <a:xfrm>
            <a:off x="5832762" y="1995054"/>
            <a:ext cx="3768438" cy="3089564"/>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1" sz="36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2" name="Google Shape;392;g37b2d62e5a2_2_268"/>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chemeClr val="lt1"/>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3">
  <p:cSld name="Layout13">
    <p:spTree>
      <p:nvGrpSpPr>
        <p:cNvPr id="393" name="Shape 393"/>
        <p:cNvGrpSpPr/>
        <p:nvPr/>
      </p:nvGrpSpPr>
      <p:grpSpPr>
        <a:xfrm>
          <a:off x="0" y="0"/>
          <a:ext cx="0" cy="0"/>
          <a:chOff x="0" y="0"/>
          <a:chExt cx="0" cy="0"/>
        </a:xfrm>
      </p:grpSpPr>
      <p:sp>
        <p:nvSpPr>
          <p:cNvPr id="394" name="Google Shape;394;g37b2d62e5a2_2_274"/>
          <p:cNvSpPr/>
          <p:nvPr/>
        </p:nvSpPr>
        <p:spPr>
          <a:xfrm>
            <a:off x="6350" y="1"/>
            <a:ext cx="4329113" cy="6880888"/>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95" name="Google Shape;395;g37b2d62e5a2_2_274"/>
          <p:cNvPicPr preferRelativeResize="0"/>
          <p:nvPr/>
        </p:nvPicPr>
        <p:blipFill rotWithShape="1">
          <a:blip r:embed="rId2">
            <a:alphaModFix amt="11000"/>
          </a:blip>
          <a:srcRect b="0" l="0" r="0" t="0"/>
          <a:stretch/>
        </p:blipFill>
        <p:spPr>
          <a:xfrm>
            <a:off x="0" y="-1"/>
            <a:ext cx="4336976" cy="6858000"/>
          </a:xfrm>
          <a:prstGeom prst="rect">
            <a:avLst/>
          </a:prstGeom>
          <a:noFill/>
          <a:ln>
            <a:noFill/>
          </a:ln>
        </p:spPr>
      </p:pic>
      <p:sp>
        <p:nvSpPr>
          <p:cNvPr id="396" name="Google Shape;396;g37b2d62e5a2_2_274"/>
          <p:cNvSpPr/>
          <p:nvPr/>
        </p:nvSpPr>
        <p:spPr>
          <a:xfrm>
            <a:off x="1431389" y="0"/>
            <a:ext cx="1662113" cy="682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7" name="Google Shape;397;g37b2d62e5a2_2_274"/>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398" name="Google Shape;398;g37b2d62e5a2_2_274"/>
          <p:cNvSpPr txBox="1"/>
          <p:nvPr>
            <p:ph type="title"/>
          </p:nvPr>
        </p:nvSpPr>
        <p:spPr>
          <a:xfrm>
            <a:off x="352821" y="2616709"/>
            <a:ext cx="3523452" cy="105276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b="0" i="0" sz="3600">
                <a:solidFill>
                  <a:srgbClr val="F2F2F2"/>
                </a:solidFill>
                <a:latin typeface="Lato"/>
                <a:ea typeface="Lato"/>
                <a:cs typeface="Lato"/>
                <a:sym typeface="Lato"/>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9" name="Google Shape;399;g37b2d62e5a2_2_274"/>
          <p:cNvSpPr txBox="1"/>
          <p:nvPr>
            <p:ph idx="1" type="body"/>
          </p:nvPr>
        </p:nvSpPr>
        <p:spPr>
          <a:xfrm>
            <a:off x="352821" y="3880241"/>
            <a:ext cx="3523452" cy="11667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F2F2F2"/>
              </a:buClr>
              <a:buSzPts val="1600"/>
              <a:buNone/>
              <a:defRPr b="0" i="0" sz="1600">
                <a:solidFill>
                  <a:srgbClr val="F2F2F2"/>
                </a:solidFill>
                <a:latin typeface="Lato"/>
                <a:ea typeface="Lato"/>
                <a:cs typeface="Lato"/>
                <a:sym typeface="Lato"/>
              </a:defRPr>
            </a:lvl1pPr>
            <a:lvl2pPr indent="-228600" lvl="1" marL="914400" algn="l">
              <a:lnSpc>
                <a:spcPct val="90000"/>
              </a:lnSpc>
              <a:spcBef>
                <a:spcPts val="500"/>
              </a:spcBef>
              <a:spcAft>
                <a:spcPts val="0"/>
              </a:spcAft>
              <a:buClr>
                <a:srgbClr val="595959"/>
              </a:buClr>
              <a:buSzPts val="1400"/>
              <a:buNone/>
              <a:defRPr sz="1400"/>
            </a:lvl2pPr>
            <a:lvl3pPr indent="-228600" lvl="2" marL="1371600" algn="l">
              <a:lnSpc>
                <a:spcPct val="90000"/>
              </a:lnSpc>
              <a:spcBef>
                <a:spcPts val="500"/>
              </a:spcBef>
              <a:spcAft>
                <a:spcPts val="0"/>
              </a:spcAft>
              <a:buClr>
                <a:srgbClr val="595959"/>
              </a:buClr>
              <a:buSzPts val="1200"/>
              <a:buNone/>
              <a:defRPr sz="1200"/>
            </a:lvl3pPr>
            <a:lvl4pPr indent="-228600" lvl="3" marL="1828800" algn="l">
              <a:lnSpc>
                <a:spcPct val="90000"/>
              </a:lnSpc>
              <a:spcBef>
                <a:spcPts val="500"/>
              </a:spcBef>
              <a:spcAft>
                <a:spcPts val="0"/>
              </a:spcAft>
              <a:buClr>
                <a:srgbClr val="595959"/>
              </a:buClr>
              <a:buSzPts val="1000"/>
              <a:buNone/>
              <a:defRPr sz="1000"/>
            </a:lvl4pPr>
            <a:lvl5pPr indent="-228600" lvl="4" marL="2286000" algn="l">
              <a:lnSpc>
                <a:spcPct val="90000"/>
              </a:lnSpc>
              <a:spcBef>
                <a:spcPts val="500"/>
              </a:spcBef>
              <a:spcAft>
                <a:spcPts val="0"/>
              </a:spcAft>
              <a:buClr>
                <a:srgbClr val="595959"/>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00" name="Google Shape;400;g37b2d62e5a2_2_274"/>
          <p:cNvSpPr/>
          <p:nvPr>
            <p:ph idx="2" type="pic"/>
          </p:nvPr>
        </p:nvSpPr>
        <p:spPr>
          <a:xfrm>
            <a:off x="4322618" y="0"/>
            <a:ext cx="7552707" cy="6858000"/>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4">
  <p:cSld name="Layout14">
    <p:spTree>
      <p:nvGrpSpPr>
        <p:cNvPr id="401" name="Shape 401"/>
        <p:cNvGrpSpPr/>
        <p:nvPr/>
      </p:nvGrpSpPr>
      <p:grpSpPr>
        <a:xfrm>
          <a:off x="0" y="0"/>
          <a:ext cx="0" cy="0"/>
          <a:chOff x="0" y="0"/>
          <a:chExt cx="0" cy="0"/>
        </a:xfrm>
      </p:grpSpPr>
      <p:sp>
        <p:nvSpPr>
          <p:cNvPr id="402" name="Google Shape;402;g37b2d62e5a2_2_282"/>
          <p:cNvSpPr/>
          <p:nvPr/>
        </p:nvSpPr>
        <p:spPr>
          <a:xfrm>
            <a:off x="-324" y="-2845"/>
            <a:ext cx="2589145"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alpha val="7647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3" name="Google Shape;403;g37b2d62e5a2_2_28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04" name="Google Shape;404;g37b2d62e5a2_2_2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5">
  <p:cSld name="Layout15">
    <p:bg>
      <p:bgPr>
        <a:solidFill>
          <a:srgbClr val="6C1D35"/>
        </a:solidFill>
      </p:bgPr>
    </p:bg>
    <p:spTree>
      <p:nvGrpSpPr>
        <p:cNvPr id="405" name="Shape 405"/>
        <p:cNvGrpSpPr/>
        <p:nvPr/>
      </p:nvGrpSpPr>
      <p:grpSpPr>
        <a:xfrm>
          <a:off x="0" y="0"/>
          <a:ext cx="0" cy="0"/>
          <a:chOff x="0" y="0"/>
          <a:chExt cx="0" cy="0"/>
        </a:xfrm>
      </p:grpSpPr>
      <p:sp>
        <p:nvSpPr>
          <p:cNvPr id="406" name="Google Shape;406;g37b2d62e5a2_2_286"/>
          <p:cNvSpPr/>
          <p:nvPr/>
        </p:nvSpPr>
        <p:spPr>
          <a:xfrm rot="5400000">
            <a:off x="5964357" y="-1538287"/>
            <a:ext cx="134938" cy="3211512"/>
          </a:xfrm>
          <a:prstGeom prst="rect">
            <a:avLst/>
          </a:pr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7" name="Google Shape;407;g37b2d62e5a2_2_2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8" name="Google Shape;408;g37b2d62e5a2_2_28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6">
  <p:cSld name="Layout16">
    <p:bg>
      <p:bgPr>
        <a:solidFill>
          <a:srgbClr val="F2F2F2">
            <a:alpha val="33333"/>
          </a:srgbClr>
        </a:solidFill>
      </p:bgPr>
    </p:bg>
    <p:spTree>
      <p:nvGrpSpPr>
        <p:cNvPr id="409" name="Shape 409"/>
        <p:cNvGrpSpPr/>
        <p:nvPr/>
      </p:nvGrpSpPr>
      <p:grpSpPr>
        <a:xfrm>
          <a:off x="0" y="0"/>
          <a:ext cx="0" cy="0"/>
          <a:chOff x="0" y="0"/>
          <a:chExt cx="0" cy="0"/>
        </a:xfrm>
      </p:grpSpPr>
      <p:sp>
        <p:nvSpPr>
          <p:cNvPr id="410" name="Google Shape;410;g37b2d62e5a2_2_290"/>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1" name="Google Shape;411;g37b2d62e5a2_2_290"/>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2" name="Google Shape;412;g37b2d62e5a2_2_290"/>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3" name="Google Shape;413;g37b2d62e5a2_2_29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14" name="Google Shape;414;g37b2d62e5a2_2_290"/>
          <p:cNvSpPr txBox="1"/>
          <p:nvPr>
            <p:ph type="title"/>
          </p:nvPr>
        </p:nvSpPr>
        <p:spPr>
          <a:xfrm>
            <a:off x="1389318"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7">
  <p:cSld name="Layout17">
    <p:bg>
      <p:bgPr>
        <a:solidFill>
          <a:srgbClr val="F2F2F2">
            <a:alpha val="33333"/>
          </a:srgbClr>
        </a:solidFill>
      </p:bgPr>
    </p:bg>
    <p:spTree>
      <p:nvGrpSpPr>
        <p:cNvPr id="415" name="Shape 415"/>
        <p:cNvGrpSpPr/>
        <p:nvPr/>
      </p:nvGrpSpPr>
      <p:grpSpPr>
        <a:xfrm>
          <a:off x="0" y="0"/>
          <a:ext cx="0" cy="0"/>
          <a:chOff x="0" y="0"/>
          <a:chExt cx="0" cy="0"/>
        </a:xfrm>
      </p:grpSpPr>
      <p:sp>
        <p:nvSpPr>
          <p:cNvPr id="416" name="Google Shape;416;g37b2d62e5a2_2_296"/>
          <p:cNvSpPr/>
          <p:nvPr/>
        </p:nvSpPr>
        <p:spPr>
          <a:xfrm>
            <a:off x="8688288" y="253363"/>
            <a:ext cx="1091121" cy="781258"/>
          </a:xfrm>
          <a:custGeom>
            <a:rect b="b" l="l" r="r" t="t"/>
            <a:pathLst>
              <a:path extrusionOk="0" h="794993" w="1110304">
                <a:moveTo>
                  <a:pt x="0" y="0"/>
                </a:moveTo>
                <a:lnTo>
                  <a:pt x="668996" y="0"/>
                </a:lnTo>
                <a:lnTo>
                  <a:pt x="1110304" y="794993"/>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7" name="Google Shape;417;g37b2d62e5a2_2_296"/>
          <p:cNvSpPr/>
          <p:nvPr/>
        </p:nvSpPr>
        <p:spPr>
          <a:xfrm>
            <a:off x="139272" y="0"/>
            <a:ext cx="1132546" cy="791286"/>
          </a:xfrm>
          <a:custGeom>
            <a:rect b="b" l="l" r="r" t="t"/>
            <a:pathLst>
              <a:path extrusionOk="0" h="791286" w="1132546">
                <a:moveTo>
                  <a:pt x="0" y="0"/>
                </a:moveTo>
                <a:lnTo>
                  <a:pt x="668996" y="0"/>
                </a:lnTo>
                <a:lnTo>
                  <a:pt x="1132546" y="791286"/>
                </a:lnTo>
                <a:lnTo>
                  <a:pt x="473075" y="791286"/>
                </a:lnTo>
                <a:lnTo>
                  <a:pt x="0" y="0"/>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8" name="Google Shape;418;g37b2d62e5a2_2_296"/>
          <p:cNvSpPr/>
          <p:nvPr/>
        </p:nvSpPr>
        <p:spPr>
          <a:xfrm>
            <a:off x="948611" y="256369"/>
            <a:ext cx="8704157" cy="791286"/>
          </a:xfrm>
          <a:custGeom>
            <a:rect b="b" l="l" r="r" t="t"/>
            <a:pathLst>
              <a:path extrusionOk="0" h="791286" w="10510654">
                <a:moveTo>
                  <a:pt x="0" y="0"/>
                </a:moveTo>
                <a:lnTo>
                  <a:pt x="9998765" y="0"/>
                </a:lnTo>
                <a:lnTo>
                  <a:pt x="10510654" y="775895"/>
                </a:lnTo>
                <a:lnTo>
                  <a:pt x="567369"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9" name="Google Shape;419;g37b2d62e5a2_2_296"/>
          <p:cNvSpPr/>
          <p:nvPr/>
        </p:nvSpPr>
        <p:spPr>
          <a:xfrm>
            <a:off x="0" y="0"/>
            <a:ext cx="1132546" cy="791286"/>
          </a:xfrm>
          <a:custGeom>
            <a:rect b="b" l="l" r="r" t="t"/>
            <a:pathLst>
              <a:path extrusionOk="0" h="791286" w="1132546">
                <a:moveTo>
                  <a:pt x="0" y="0"/>
                </a:moveTo>
                <a:lnTo>
                  <a:pt x="668996" y="0"/>
                </a:lnTo>
                <a:lnTo>
                  <a:pt x="1132546" y="791286"/>
                </a:lnTo>
                <a:lnTo>
                  <a:pt x="0" y="791286"/>
                </a:lnTo>
                <a:lnTo>
                  <a:pt x="0" y="0"/>
                </a:lnTo>
                <a:close/>
              </a:path>
            </a:pathLst>
          </a:custGeom>
          <a:solidFill>
            <a:srgbClr val="E8B88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0" name="Google Shape;420;g37b2d62e5a2_2_29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21" name="Google Shape;421;g37b2d62e5a2_2_296"/>
          <p:cNvSpPr txBox="1"/>
          <p:nvPr>
            <p:ph type="title"/>
          </p:nvPr>
        </p:nvSpPr>
        <p:spPr>
          <a:xfrm>
            <a:off x="1391093" y="0"/>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8">
  <p:cSld name="Layout18">
    <p:spTree>
      <p:nvGrpSpPr>
        <p:cNvPr id="422" name="Shape 422"/>
        <p:cNvGrpSpPr/>
        <p:nvPr/>
      </p:nvGrpSpPr>
      <p:grpSpPr>
        <a:xfrm>
          <a:off x="0" y="0"/>
          <a:ext cx="0" cy="0"/>
          <a:chOff x="0" y="0"/>
          <a:chExt cx="0" cy="0"/>
        </a:xfrm>
      </p:grpSpPr>
      <p:sp>
        <p:nvSpPr>
          <p:cNvPr id="423" name="Google Shape;423;g37b2d62e5a2_2_303"/>
          <p:cNvSpPr/>
          <p:nvPr/>
        </p:nvSpPr>
        <p:spPr>
          <a:xfrm flipH="1">
            <a:off x="0" y="0"/>
            <a:ext cx="12192000" cy="6329548"/>
          </a:xfrm>
          <a:custGeom>
            <a:rect b="b" l="l" r="r" t="t"/>
            <a:pathLst>
              <a:path extrusionOk="0" h="10000" w="10003">
                <a:moveTo>
                  <a:pt x="3" y="5641"/>
                </a:moveTo>
                <a:lnTo>
                  <a:pt x="2003" y="0"/>
                </a:lnTo>
                <a:lnTo>
                  <a:pt x="10003" y="0"/>
                </a:lnTo>
                <a:lnTo>
                  <a:pt x="10003" y="10000"/>
                </a:lnTo>
                <a:lnTo>
                  <a:pt x="3" y="10000"/>
                </a:lnTo>
                <a:cubicBezTo>
                  <a:pt x="-7" y="8290"/>
                  <a:pt x="13" y="7351"/>
                  <a:pt x="3" y="5641"/>
                </a:cubicBezTo>
                <a:close/>
              </a:path>
            </a:pathLst>
          </a:custGeom>
          <a:solidFill>
            <a:srgbClr val="6C1D35"/>
          </a:solidFill>
          <a:ln cap="flat" cmpd="sng" w="12700">
            <a:solidFill>
              <a:srgbClr val="5F192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4" name="Google Shape;424;g37b2d62e5a2_2_303"/>
          <p:cNvSpPr txBox="1"/>
          <p:nvPr>
            <p:ph type="title"/>
          </p:nvPr>
        </p:nvSpPr>
        <p:spPr>
          <a:xfrm>
            <a:off x="1804589" y="430242"/>
            <a:ext cx="8686800" cy="966388"/>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5" name="Google Shape;425;g37b2d62e5a2_2_30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19">
  <p:cSld name="Layout19">
    <p:spTree>
      <p:nvGrpSpPr>
        <p:cNvPr id="426" name="Shape 426"/>
        <p:cNvGrpSpPr/>
        <p:nvPr/>
      </p:nvGrpSpPr>
      <p:grpSpPr>
        <a:xfrm>
          <a:off x="0" y="0"/>
          <a:ext cx="0" cy="0"/>
          <a:chOff x="0" y="0"/>
          <a:chExt cx="0" cy="0"/>
        </a:xfrm>
      </p:grpSpPr>
      <p:sp>
        <p:nvSpPr>
          <p:cNvPr id="427" name="Google Shape;427;g37b2d62e5a2_2_307"/>
          <p:cNvSpPr/>
          <p:nvPr/>
        </p:nvSpPr>
        <p:spPr>
          <a:xfrm>
            <a:off x="0" y="3049589"/>
            <a:ext cx="12192000" cy="3808412"/>
          </a:xfrm>
          <a:prstGeom prst="rect">
            <a:avLst/>
          </a:prstGeom>
          <a:solidFill>
            <a:schemeClr val="lt1">
              <a:alpha val="6823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8" name="Google Shape;428;g37b2d62e5a2_2_307"/>
          <p:cNvSpPr/>
          <p:nvPr>
            <p:ph idx="2" type="pic"/>
          </p:nvPr>
        </p:nvSpPr>
        <p:spPr>
          <a:xfrm>
            <a:off x="0" y="-11393"/>
            <a:ext cx="12192000" cy="3060981"/>
          </a:xfrm>
          <a:prstGeom prst="rect">
            <a:avLst/>
          </a:prstGeom>
          <a:noFill/>
          <a:ln>
            <a:noFill/>
          </a:ln>
        </p:spPr>
      </p:sp>
      <p:sp>
        <p:nvSpPr>
          <p:cNvPr id="429" name="Google Shape;429;g37b2d62e5a2_2_30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430" name="Shape 430"/>
        <p:cNvGrpSpPr/>
        <p:nvPr/>
      </p:nvGrpSpPr>
      <p:grpSpPr>
        <a:xfrm>
          <a:off x="0" y="0"/>
          <a:ext cx="0" cy="0"/>
          <a:chOff x="0" y="0"/>
          <a:chExt cx="0" cy="0"/>
        </a:xfrm>
      </p:grpSpPr>
      <p:sp>
        <p:nvSpPr>
          <p:cNvPr id="431" name="Google Shape;431;g37b2d62e5a2_2_3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32" name="Google Shape;432;g37b2d62e5a2_2_31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cxnSp>
        <p:nvCxnSpPr>
          <p:cNvPr id="433" name="Google Shape;433;g37b2d62e5a2_2_311"/>
          <p:cNvCxnSpPr/>
          <p:nvPr/>
        </p:nvCxnSpPr>
        <p:spPr>
          <a:xfrm>
            <a:off x="-12700" y="101600"/>
            <a:ext cx="12192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1">
  <p:cSld name="Layout21">
    <p:bg>
      <p:bgPr>
        <a:solidFill>
          <a:schemeClr val="lt1"/>
        </a:solidFill>
      </p:bgPr>
    </p:bg>
    <p:spTree>
      <p:nvGrpSpPr>
        <p:cNvPr id="434" name="Shape 434"/>
        <p:cNvGrpSpPr/>
        <p:nvPr/>
      </p:nvGrpSpPr>
      <p:grpSpPr>
        <a:xfrm>
          <a:off x="0" y="0"/>
          <a:ext cx="0" cy="0"/>
          <a:chOff x="0" y="0"/>
          <a:chExt cx="0" cy="0"/>
        </a:xfrm>
      </p:grpSpPr>
      <p:sp>
        <p:nvSpPr>
          <p:cNvPr id="435" name="Google Shape;435;g37b2d62e5a2_2_31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2">
  <p:cSld name="Layout22">
    <p:spTree>
      <p:nvGrpSpPr>
        <p:cNvPr id="436" name="Shape 436"/>
        <p:cNvGrpSpPr/>
        <p:nvPr/>
      </p:nvGrpSpPr>
      <p:grpSpPr>
        <a:xfrm>
          <a:off x="0" y="0"/>
          <a:ext cx="0" cy="0"/>
          <a:chOff x="0" y="0"/>
          <a:chExt cx="0" cy="0"/>
        </a:xfrm>
      </p:grpSpPr>
      <p:sp>
        <p:nvSpPr>
          <p:cNvPr id="437" name="Google Shape;437;g37b2d62e5a2_2_3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38" name="Google Shape;438;g37b2d62e5a2_2_31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39" name="Google Shape;439;g37b2d62e5a2_2_317"/>
          <p:cNvSpPr/>
          <p:nvPr/>
        </p:nvSpPr>
        <p:spPr>
          <a:xfrm rot="5400000">
            <a:off x="6013275" y="327219"/>
            <a:ext cx="214683" cy="1164747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3">
  <p:cSld name="Layout23">
    <p:bg>
      <p:bgPr>
        <a:solidFill>
          <a:schemeClr val="lt1"/>
        </a:solidFill>
      </p:bgPr>
    </p:bg>
    <p:spTree>
      <p:nvGrpSpPr>
        <p:cNvPr id="440" name="Shape 440"/>
        <p:cNvGrpSpPr/>
        <p:nvPr/>
      </p:nvGrpSpPr>
      <p:grpSpPr>
        <a:xfrm>
          <a:off x="0" y="0"/>
          <a:ext cx="0" cy="0"/>
          <a:chOff x="0" y="0"/>
          <a:chExt cx="0" cy="0"/>
        </a:xfrm>
      </p:grpSpPr>
      <p:sp>
        <p:nvSpPr>
          <p:cNvPr id="441" name="Google Shape;441;g37b2d62e5a2_2_3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42" name="Google Shape;442;g37b2d62e5a2_2_32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43" name="Google Shape;443;g37b2d62e5a2_2_321"/>
          <p:cNvSpPr/>
          <p:nvPr/>
        </p:nvSpPr>
        <p:spPr>
          <a:xfrm rot="5400000">
            <a:off x="6070760" y="476921"/>
            <a:ext cx="45719" cy="1170146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4">
  <p:cSld name="Layout24">
    <p:spTree>
      <p:nvGrpSpPr>
        <p:cNvPr id="444" name="Shape 444"/>
        <p:cNvGrpSpPr/>
        <p:nvPr/>
      </p:nvGrpSpPr>
      <p:grpSpPr>
        <a:xfrm>
          <a:off x="0" y="0"/>
          <a:ext cx="0" cy="0"/>
          <a:chOff x="0" y="0"/>
          <a:chExt cx="0" cy="0"/>
        </a:xfrm>
      </p:grpSpPr>
      <p:sp>
        <p:nvSpPr>
          <p:cNvPr id="445" name="Google Shape;445;g37b2d62e5a2_2_325"/>
          <p:cNvSpPr/>
          <p:nvPr/>
        </p:nvSpPr>
        <p:spPr>
          <a:xfrm>
            <a:off x="0" y="-2845"/>
            <a:ext cx="7528884" cy="6130513"/>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46" name="Google Shape;446;g37b2d62e5a2_2_325"/>
          <p:cNvPicPr preferRelativeResize="0"/>
          <p:nvPr/>
        </p:nvPicPr>
        <p:blipFill rotWithShape="1">
          <a:blip r:embed="rId2">
            <a:alphaModFix/>
          </a:blip>
          <a:srcRect b="0" l="0" r="0" t="0"/>
          <a:stretch/>
        </p:blipFill>
        <p:spPr>
          <a:xfrm>
            <a:off x="0" y="847435"/>
            <a:ext cx="6356825" cy="5497382"/>
          </a:xfrm>
          <a:prstGeom prst="rect">
            <a:avLst/>
          </a:prstGeom>
          <a:noFill/>
          <a:ln>
            <a:noFill/>
          </a:ln>
        </p:spPr>
      </p:pic>
      <p:sp>
        <p:nvSpPr>
          <p:cNvPr id="447" name="Google Shape;447;g37b2d62e5a2_2_325"/>
          <p:cNvSpPr txBox="1"/>
          <p:nvPr>
            <p:ph type="title"/>
          </p:nvPr>
        </p:nvSpPr>
        <p:spPr>
          <a:xfrm>
            <a:off x="6705600" y="2239645"/>
            <a:ext cx="498348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48" name="Google Shape;448;g37b2d62e5a2_2_325"/>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sp>
        <p:nvSpPr>
          <p:cNvPr id="449" name="Google Shape;449;g37b2d62e5a2_2_325"/>
          <p:cNvSpPr/>
          <p:nvPr>
            <p:ph idx="2" type="pic"/>
          </p:nvPr>
        </p:nvSpPr>
        <p:spPr>
          <a:xfrm>
            <a:off x="270294" y="1112838"/>
            <a:ext cx="5810466" cy="3263630"/>
          </a:xfrm>
          <a:prstGeom prst="rect">
            <a:avLst/>
          </a:prstGeom>
          <a:no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5">
  <p:cSld name="Layout25">
    <p:spTree>
      <p:nvGrpSpPr>
        <p:cNvPr id="450" name="Shape 450"/>
        <p:cNvGrpSpPr/>
        <p:nvPr/>
      </p:nvGrpSpPr>
      <p:grpSpPr>
        <a:xfrm>
          <a:off x="0" y="0"/>
          <a:ext cx="0" cy="0"/>
          <a:chOff x="0" y="0"/>
          <a:chExt cx="0" cy="0"/>
        </a:xfrm>
      </p:grpSpPr>
      <p:sp>
        <p:nvSpPr>
          <p:cNvPr id="451" name="Google Shape;451;g37b2d62e5a2_2_331"/>
          <p:cNvSpPr/>
          <p:nvPr/>
        </p:nvSpPr>
        <p:spPr>
          <a:xfrm>
            <a:off x="0" y="-2845"/>
            <a:ext cx="7528884" cy="6486772"/>
          </a:xfrm>
          <a:custGeom>
            <a:rect b="b" l="l" r="r" t="t"/>
            <a:pathLst>
              <a:path extrusionOk="0" h="6130513" w="3323801">
                <a:moveTo>
                  <a:pt x="324" y="6396"/>
                </a:moveTo>
                <a:lnTo>
                  <a:pt x="3323801" y="0"/>
                </a:lnTo>
                <a:lnTo>
                  <a:pt x="952390" y="6130513"/>
                </a:lnTo>
                <a:lnTo>
                  <a:pt x="323" y="6130513"/>
                </a:lnTo>
                <a:cubicBezTo>
                  <a:pt x="-793" y="4091373"/>
                  <a:pt x="1440" y="2045536"/>
                  <a:pt x="324" y="639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2" name="Google Shape;452;g37b2d62e5a2_2_3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3" name="Google Shape;453;g37b2d62e5a2_2_33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454" name="Google Shape;454;g37b2d62e5a2_2_331"/>
          <p:cNvPicPr preferRelativeResize="0"/>
          <p:nvPr/>
        </p:nvPicPr>
        <p:blipFill rotWithShape="1">
          <a:blip r:embed="rId2">
            <a:alphaModFix/>
          </a:blip>
          <a:srcRect b="0" l="0" r="0" t="0"/>
          <a:stretch/>
        </p:blipFill>
        <p:spPr>
          <a:xfrm>
            <a:off x="708409" y="2103120"/>
            <a:ext cx="1944123" cy="3956064"/>
          </a:xfrm>
          <a:prstGeom prst="rect">
            <a:avLst/>
          </a:prstGeom>
          <a:noFill/>
          <a:ln>
            <a:noFill/>
          </a:ln>
        </p:spPr>
      </p:pic>
      <p:sp>
        <p:nvSpPr>
          <p:cNvPr id="455" name="Google Shape;455;g37b2d62e5a2_2_331"/>
          <p:cNvSpPr/>
          <p:nvPr>
            <p:ph idx="2" type="pic"/>
          </p:nvPr>
        </p:nvSpPr>
        <p:spPr>
          <a:xfrm>
            <a:off x="824948" y="2225675"/>
            <a:ext cx="1709530" cy="3702050"/>
          </a:xfrm>
          <a:prstGeom prst="roundRect">
            <a:avLst>
              <a:gd fmla="val 7790" name="adj"/>
            </a:avLst>
          </a:prstGeom>
          <a:noFill/>
          <a:ln>
            <a:noFill/>
          </a:ln>
        </p:spPr>
      </p:sp>
      <p:pic>
        <p:nvPicPr>
          <p:cNvPr id="456" name="Google Shape;456;g37b2d62e5a2_2_331"/>
          <p:cNvPicPr preferRelativeResize="0"/>
          <p:nvPr/>
        </p:nvPicPr>
        <p:blipFill rotWithShape="1">
          <a:blip r:embed="rId3">
            <a:alphaModFix/>
          </a:blip>
          <a:srcRect b="0" l="0" r="0" t="0"/>
          <a:stretch/>
        </p:blipFill>
        <p:spPr>
          <a:xfrm>
            <a:off x="2717545" y="1816925"/>
            <a:ext cx="3481374" cy="4567444"/>
          </a:xfrm>
          <a:prstGeom prst="rect">
            <a:avLst/>
          </a:prstGeom>
          <a:noFill/>
          <a:ln>
            <a:noFill/>
          </a:ln>
        </p:spPr>
      </p:pic>
      <p:sp>
        <p:nvSpPr>
          <p:cNvPr id="457" name="Google Shape;457;g37b2d62e5a2_2_331"/>
          <p:cNvSpPr/>
          <p:nvPr>
            <p:ph idx="3" type="pic"/>
          </p:nvPr>
        </p:nvSpPr>
        <p:spPr>
          <a:xfrm>
            <a:off x="2869284" y="1977842"/>
            <a:ext cx="3185349" cy="4266203"/>
          </a:xfrm>
          <a:prstGeom prst="roundRect">
            <a:avLst>
              <a:gd fmla="val 1868" name="adj"/>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6">
  <p:cSld name="Layout26">
    <p:bg>
      <p:bgPr>
        <a:solidFill>
          <a:srgbClr val="F2F2F2"/>
        </a:solidFill>
      </p:bgPr>
    </p:bg>
    <p:spTree>
      <p:nvGrpSpPr>
        <p:cNvPr id="458" name="Shape 458"/>
        <p:cNvGrpSpPr/>
        <p:nvPr/>
      </p:nvGrpSpPr>
      <p:grpSpPr>
        <a:xfrm>
          <a:off x="0" y="0"/>
          <a:ext cx="0" cy="0"/>
          <a:chOff x="0" y="0"/>
          <a:chExt cx="0" cy="0"/>
        </a:xfrm>
      </p:grpSpPr>
      <p:sp>
        <p:nvSpPr>
          <p:cNvPr id="459" name="Google Shape;459;g37b2d62e5a2_2_339"/>
          <p:cNvSpPr/>
          <p:nvPr/>
        </p:nvSpPr>
        <p:spPr>
          <a:xfrm rot="10800000">
            <a:off x="6096000" y="0"/>
            <a:ext cx="6096000" cy="6871855"/>
          </a:xfrm>
          <a:custGeom>
            <a:rect b="b" l="l" r="r" t="t"/>
            <a:pathLst>
              <a:path extrusionOk="0" h="6871855" w="6096000">
                <a:moveTo>
                  <a:pt x="0" y="13855"/>
                </a:moveTo>
                <a:lnTo>
                  <a:pt x="4544292" y="0"/>
                </a:lnTo>
                <a:lnTo>
                  <a:pt x="6096000" y="6871855"/>
                </a:lnTo>
                <a:lnTo>
                  <a:pt x="0" y="6871855"/>
                </a:lnTo>
                <a:lnTo>
                  <a:pt x="0" y="13855"/>
                </a:lnTo>
                <a:close/>
              </a:path>
            </a:pathLst>
          </a:cu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60" name="Google Shape;460;g37b2d62e5a2_2_339"/>
          <p:cNvPicPr preferRelativeResize="0"/>
          <p:nvPr/>
        </p:nvPicPr>
        <p:blipFill rotWithShape="1">
          <a:blip r:embed="rId2">
            <a:alphaModFix amt="17000"/>
          </a:blip>
          <a:srcRect b="0" l="0" r="0" t="0"/>
          <a:stretch/>
        </p:blipFill>
        <p:spPr>
          <a:xfrm>
            <a:off x="6082780" y="9216"/>
            <a:ext cx="6109220" cy="6858000"/>
          </a:xfrm>
          <a:prstGeom prst="rect">
            <a:avLst/>
          </a:prstGeom>
          <a:noFill/>
          <a:ln>
            <a:noFill/>
          </a:ln>
        </p:spPr>
      </p:pic>
      <p:sp>
        <p:nvSpPr>
          <p:cNvPr id="461" name="Google Shape;461;g37b2d62e5a2_2_339"/>
          <p:cNvSpPr/>
          <p:nvPr>
            <p:ph idx="2" type="pic"/>
          </p:nvPr>
        </p:nvSpPr>
        <p:spPr>
          <a:xfrm>
            <a:off x="0" y="0"/>
            <a:ext cx="7645186" cy="6861429"/>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22" Type="http://schemas.openxmlformats.org/officeDocument/2006/relationships/slideLayout" Target="../slideLayouts/slideLayout20.xml"/><Relationship Id="rId21" Type="http://schemas.openxmlformats.org/officeDocument/2006/relationships/slideLayout" Target="../slideLayouts/slideLayout19.xml"/><Relationship Id="rId24" Type="http://schemas.openxmlformats.org/officeDocument/2006/relationships/slideLayout" Target="../slideLayouts/slideLayout22.xml"/><Relationship Id="rId23" Type="http://schemas.openxmlformats.org/officeDocument/2006/relationships/slideLayout" Target="../slideLayouts/slideLayout21.xml"/><Relationship Id="rId1" Type="http://schemas.openxmlformats.org/officeDocument/2006/relationships/image" Target="../media/image14.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26" Type="http://schemas.openxmlformats.org/officeDocument/2006/relationships/slideLayout" Target="../slideLayouts/slideLayout24.xml"/><Relationship Id="rId25" Type="http://schemas.openxmlformats.org/officeDocument/2006/relationships/slideLayout" Target="../slideLayouts/slideLayout23.xml"/><Relationship Id="rId28" Type="http://schemas.openxmlformats.org/officeDocument/2006/relationships/slideLayout" Target="../slideLayouts/slideLayout26.xml"/><Relationship Id="rId27" Type="http://schemas.openxmlformats.org/officeDocument/2006/relationships/slideLayout" Target="../slideLayouts/slideLayout25.xml"/><Relationship Id="rId5" Type="http://schemas.openxmlformats.org/officeDocument/2006/relationships/slideLayout" Target="../slideLayouts/slideLayout3.xml"/><Relationship Id="rId6" Type="http://schemas.openxmlformats.org/officeDocument/2006/relationships/slideLayout" Target="../slideLayouts/slideLayout4.xml"/><Relationship Id="rId29" Type="http://schemas.openxmlformats.org/officeDocument/2006/relationships/theme" Target="../theme/theme1.xml"/><Relationship Id="rId7" Type="http://schemas.openxmlformats.org/officeDocument/2006/relationships/slideLayout" Target="../slideLayouts/slideLayout5.xml"/><Relationship Id="rId8" Type="http://schemas.openxmlformats.org/officeDocument/2006/relationships/slideLayout" Target="../slideLayouts/slideLayout6.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19" Type="http://schemas.openxmlformats.org/officeDocument/2006/relationships/slideLayout" Target="../slideLayouts/slideLayout17.xml"/><Relationship Id="rId18" Type="http://schemas.openxmlformats.org/officeDocument/2006/relationships/slideLayout" Target="../slideLayouts/slideLayout16.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image" Target="../media/image14.png"/><Relationship Id="rId2" Type="http://schemas.openxmlformats.org/officeDocument/2006/relationships/image" Target="../media/image1.png"/><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slideLayout" Target="../slideLayouts/slideLayout52.xml"/><Relationship Id="rId27" Type="http://schemas.openxmlformats.org/officeDocument/2006/relationships/slideLayout" Target="../slideLayouts/slideLayout51.xml"/><Relationship Id="rId5" Type="http://schemas.openxmlformats.org/officeDocument/2006/relationships/slideLayout" Target="../slideLayouts/slideLayout29.xml"/><Relationship Id="rId6" Type="http://schemas.openxmlformats.org/officeDocument/2006/relationships/slideLayout" Target="../slideLayouts/slideLayout30.xml"/><Relationship Id="rId29" Type="http://schemas.openxmlformats.org/officeDocument/2006/relationships/theme" Target="../theme/theme4.xml"/><Relationship Id="rId7" Type="http://schemas.openxmlformats.org/officeDocument/2006/relationships/slideLayout" Target="../slideLayouts/slideLayout31.xml"/><Relationship Id="rId8" Type="http://schemas.openxmlformats.org/officeDocument/2006/relationships/slideLayout" Target="../slideLayouts/slideLayout32.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0.xml"/><Relationship Id="rId22" Type="http://schemas.openxmlformats.org/officeDocument/2006/relationships/slideLayout" Target="../slideLayouts/slideLayout72.xml"/><Relationship Id="rId21" Type="http://schemas.openxmlformats.org/officeDocument/2006/relationships/slideLayout" Target="../slideLayouts/slideLayout71.xml"/><Relationship Id="rId24" Type="http://schemas.openxmlformats.org/officeDocument/2006/relationships/slideLayout" Target="../slideLayouts/slideLayout74.xml"/><Relationship Id="rId23" Type="http://schemas.openxmlformats.org/officeDocument/2006/relationships/slideLayout" Target="../slideLayouts/slideLayout73.xml"/><Relationship Id="rId1" Type="http://schemas.openxmlformats.org/officeDocument/2006/relationships/image" Target="../media/image14.png"/><Relationship Id="rId2" Type="http://schemas.openxmlformats.org/officeDocument/2006/relationships/image" Target="../media/image1.png"/><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26" Type="http://schemas.openxmlformats.org/officeDocument/2006/relationships/slideLayout" Target="../slideLayouts/slideLayout76.xml"/><Relationship Id="rId25" Type="http://schemas.openxmlformats.org/officeDocument/2006/relationships/slideLayout" Target="../slideLayouts/slideLayout75.xml"/><Relationship Id="rId28" Type="http://schemas.openxmlformats.org/officeDocument/2006/relationships/slideLayout" Target="../slideLayouts/slideLayout78.xml"/><Relationship Id="rId27" Type="http://schemas.openxmlformats.org/officeDocument/2006/relationships/slideLayout" Target="../slideLayouts/slideLayout77.xml"/><Relationship Id="rId5" Type="http://schemas.openxmlformats.org/officeDocument/2006/relationships/slideLayout" Target="../slideLayouts/slideLayout55.xml"/><Relationship Id="rId6" Type="http://schemas.openxmlformats.org/officeDocument/2006/relationships/slideLayout" Target="../slideLayouts/slideLayout56.xml"/><Relationship Id="rId29" Type="http://schemas.openxmlformats.org/officeDocument/2006/relationships/theme" Target="../theme/theme2.xml"/><Relationship Id="rId7" Type="http://schemas.openxmlformats.org/officeDocument/2006/relationships/slideLayout" Target="../slideLayouts/slideLayout57.xml"/><Relationship Id="rId8" Type="http://schemas.openxmlformats.org/officeDocument/2006/relationships/slideLayout" Target="../slideLayouts/slideLayout58.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33333"/>
          </a:srgbClr>
        </a:solidFill>
      </p:bgPr>
    </p:bg>
    <p:spTree>
      <p:nvGrpSpPr>
        <p:cNvPr id="9" name="Shape 9"/>
        <p:cNvGrpSpPr/>
        <p:nvPr/>
      </p:nvGrpSpPr>
      <p:grpSpPr>
        <a:xfrm>
          <a:off x="0" y="0"/>
          <a:ext cx="0" cy="0"/>
          <a:chOff x="0" y="0"/>
          <a:chExt cx="0" cy="0"/>
        </a:xfrm>
      </p:grpSpPr>
      <p:sp>
        <p:nvSpPr>
          <p:cNvPr id="10" name="Google Shape;10;p13"/>
          <p:cNvSpPr/>
          <p:nvPr/>
        </p:nvSpPr>
        <p:spPr>
          <a:xfrm>
            <a:off x="628226" y="6484103"/>
            <a:ext cx="3185744" cy="212676"/>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1" name="Google Shape;11;p13"/>
          <p:cNvCxnSpPr/>
          <p:nvPr/>
        </p:nvCxnSpPr>
        <p:spPr>
          <a:xfrm>
            <a:off x="0" y="6580451"/>
            <a:ext cx="12192000" cy="0"/>
          </a:xfrm>
          <a:prstGeom prst="straightConnector1">
            <a:avLst/>
          </a:prstGeom>
          <a:noFill/>
          <a:ln cap="flat" cmpd="sng" w="19050">
            <a:solidFill>
              <a:schemeClr val="lt1"/>
            </a:solidFill>
            <a:prstDash val="solid"/>
            <a:miter lim="800000"/>
            <a:headEnd len="sm" w="sm" type="none"/>
            <a:tailEnd len="sm" w="sm" type="none"/>
          </a:ln>
        </p:spPr>
      </p:cxnSp>
      <p:sp>
        <p:nvSpPr>
          <p:cNvPr id="12" name="Google Shape;12;p13"/>
          <p:cNvSpPr/>
          <p:nvPr/>
        </p:nvSpPr>
        <p:spPr>
          <a:xfrm>
            <a:off x="10637134" y="6470465"/>
            <a:ext cx="756421" cy="260177"/>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 name="Google Shape;13;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3600" u="none" cap="none" strike="noStrike">
                <a:solidFill>
                  <a:srgbClr val="3F3F3F"/>
                </a:solidFill>
                <a:latin typeface="Lato"/>
                <a:ea typeface="Lato"/>
                <a:cs typeface="Lato"/>
                <a:sym typeface="Lato"/>
              </a:defRPr>
            </a:lvl1pPr>
            <a:lvl2pPr lvl="1"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2pPr>
            <a:lvl3pPr lvl="2"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3pPr>
            <a:lvl4pPr lvl="3"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4pPr>
            <a:lvl5pPr lvl="4"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5pPr>
            <a:lvl6pPr lvl="5"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6pPr>
            <a:lvl7pPr lvl="6"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7pPr>
            <a:lvl8pPr lvl="7"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8pPr>
            <a:lvl9pPr lvl="8"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9pPr>
          </a:lstStyle>
          <a:p/>
        </p:txBody>
      </p:sp>
      <p:sp>
        <p:nvSpPr>
          <p:cNvPr id="14" name="Google Shape;14;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595959"/>
              </a:buClr>
              <a:buSzPts val="2800"/>
              <a:buFont typeface="Arial"/>
              <a:buChar char="•"/>
              <a:defRPr b="0" i="0" sz="2800" u="none" cap="none" strike="noStrike">
                <a:solidFill>
                  <a:srgbClr val="595959"/>
                </a:solidFill>
                <a:latin typeface="Lato"/>
                <a:ea typeface="Lato"/>
                <a:cs typeface="Lato"/>
                <a:sym typeface="Lato"/>
              </a:defRPr>
            </a:lvl1pPr>
            <a:lvl2pPr indent="-381000" lvl="1" marL="914400" marR="0" rtl="0" algn="l">
              <a:lnSpc>
                <a:spcPct val="90000"/>
              </a:lnSpc>
              <a:spcBef>
                <a:spcPts val="500"/>
              </a:spcBef>
              <a:spcAft>
                <a:spcPts val="0"/>
              </a:spcAft>
              <a:buClr>
                <a:srgbClr val="595959"/>
              </a:buClr>
              <a:buSzPts val="2400"/>
              <a:buFont typeface="Arial"/>
              <a:buChar char="•"/>
              <a:defRPr b="0" i="0" sz="2400" u="none" cap="none" strike="noStrike">
                <a:solidFill>
                  <a:srgbClr val="595959"/>
                </a:solidFill>
                <a:latin typeface="Lato"/>
                <a:ea typeface="Lato"/>
                <a:cs typeface="Lato"/>
                <a:sym typeface="Lato"/>
              </a:defRPr>
            </a:lvl2pPr>
            <a:lvl3pPr indent="-355600" lvl="2" marL="1371600" marR="0" rtl="0" algn="l">
              <a:lnSpc>
                <a:spcPct val="90000"/>
              </a:lnSpc>
              <a:spcBef>
                <a:spcPts val="500"/>
              </a:spcBef>
              <a:spcAft>
                <a:spcPts val="0"/>
              </a:spcAft>
              <a:buClr>
                <a:srgbClr val="595959"/>
              </a:buClr>
              <a:buSzPts val="2000"/>
              <a:buFont typeface="Arial"/>
              <a:buChar char="•"/>
              <a:defRPr b="0" i="0" sz="2000" u="none" cap="none" strike="noStrike">
                <a:solidFill>
                  <a:srgbClr val="595959"/>
                </a:solidFill>
                <a:latin typeface="Lato"/>
                <a:ea typeface="Lato"/>
                <a:cs typeface="Lato"/>
                <a:sym typeface="Lato"/>
              </a:defRPr>
            </a:lvl3pPr>
            <a:lvl4pPr indent="-342900" lvl="3" marL="18288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4pPr>
            <a:lvl5pPr indent="-342900" lvl="4" marL="22860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 name="Google Shape;15;p1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16" name="Google Shape;16;p13"/>
          <p:cNvPicPr preferRelativeResize="0"/>
          <p:nvPr/>
        </p:nvPicPr>
        <p:blipFill rotWithShape="1">
          <a:blip r:embed="rId1">
            <a:alphaModFix/>
          </a:blip>
          <a:srcRect b="0" l="0" r="0" t="0"/>
          <a:stretch/>
        </p:blipFill>
        <p:spPr>
          <a:xfrm>
            <a:off x="838200" y="6513174"/>
            <a:ext cx="2824372" cy="158262"/>
          </a:xfrm>
          <a:prstGeom prst="rect">
            <a:avLst/>
          </a:prstGeom>
          <a:noFill/>
          <a:ln>
            <a:noFill/>
          </a:ln>
        </p:spPr>
      </p:pic>
      <p:sp>
        <p:nvSpPr>
          <p:cNvPr id="17" name="Google Shape;17;p13"/>
          <p:cNvSpPr/>
          <p:nvPr/>
        </p:nvSpPr>
        <p:spPr>
          <a:xfrm>
            <a:off x="10328961" y="1"/>
            <a:ext cx="1860468" cy="780222"/>
          </a:xfrm>
          <a:custGeom>
            <a:rect b="b" l="l" r="r" t="t"/>
            <a:pathLst>
              <a:path extrusionOk="0" h="997527" w="1860468">
                <a:moveTo>
                  <a:pt x="0" y="0"/>
                </a:moveTo>
                <a:lnTo>
                  <a:pt x="1860468" y="0"/>
                </a:lnTo>
                <a:lnTo>
                  <a:pt x="1860468" y="997527"/>
                </a:lnTo>
                <a:lnTo>
                  <a:pt x="521805" y="997527"/>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18" name="Google Shape;18;p13"/>
          <p:cNvPicPr preferRelativeResize="0"/>
          <p:nvPr/>
        </p:nvPicPr>
        <p:blipFill rotWithShape="1">
          <a:blip r:embed="rId2">
            <a:alphaModFix/>
          </a:blip>
          <a:srcRect b="0" l="0" r="0" t="0"/>
          <a:stretch/>
        </p:blipFill>
        <p:spPr>
          <a:xfrm>
            <a:off x="10742685" y="161365"/>
            <a:ext cx="1344353" cy="4541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
                                        </p:tgtEl>
                                        <p:attrNameLst>
                                          <p:attrName>style.visibility</p:attrName>
                                        </p:attrNameLst>
                                      </p:cBhvr>
                                      <p:to>
                                        <p:strVal val="visible"/>
                                      </p:to>
                                    </p:set>
                                    <p:animEffect filter="fade" transition="in">
                                      <p:cBhvr>
                                        <p:cTn dur="1000"/>
                                        <p:tgtEl>
                                          <p:spTgt spid="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33333"/>
          </a:srgbClr>
        </a:solidFill>
      </p:bgPr>
    </p:bg>
    <p:spTree>
      <p:nvGrpSpPr>
        <p:cNvPr id="160" name="Shape 160"/>
        <p:cNvGrpSpPr/>
        <p:nvPr/>
      </p:nvGrpSpPr>
      <p:grpSpPr>
        <a:xfrm>
          <a:off x="0" y="0"/>
          <a:ext cx="0" cy="0"/>
          <a:chOff x="0" y="0"/>
          <a:chExt cx="0" cy="0"/>
        </a:xfrm>
      </p:grpSpPr>
      <p:sp>
        <p:nvSpPr>
          <p:cNvPr id="161" name="Google Shape;161;g37b2d62e5a2_2_0"/>
          <p:cNvSpPr/>
          <p:nvPr/>
        </p:nvSpPr>
        <p:spPr>
          <a:xfrm>
            <a:off x="628226" y="6484103"/>
            <a:ext cx="3185744" cy="212676"/>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62" name="Google Shape;162;g37b2d62e5a2_2_0"/>
          <p:cNvCxnSpPr/>
          <p:nvPr/>
        </p:nvCxnSpPr>
        <p:spPr>
          <a:xfrm>
            <a:off x="0" y="6580451"/>
            <a:ext cx="12192000" cy="0"/>
          </a:xfrm>
          <a:prstGeom prst="straightConnector1">
            <a:avLst/>
          </a:prstGeom>
          <a:noFill/>
          <a:ln cap="flat" cmpd="sng" w="19050">
            <a:solidFill>
              <a:schemeClr val="lt1"/>
            </a:solidFill>
            <a:prstDash val="solid"/>
            <a:miter lim="800000"/>
            <a:headEnd len="sm" w="sm" type="none"/>
            <a:tailEnd len="sm" w="sm" type="none"/>
          </a:ln>
        </p:spPr>
      </p:cxnSp>
      <p:sp>
        <p:nvSpPr>
          <p:cNvPr id="163" name="Google Shape;163;g37b2d62e5a2_2_0"/>
          <p:cNvSpPr/>
          <p:nvPr/>
        </p:nvSpPr>
        <p:spPr>
          <a:xfrm>
            <a:off x="10637134" y="6470465"/>
            <a:ext cx="756421" cy="260177"/>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g37b2d62e5a2_2_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3600" u="none" cap="none" strike="noStrike">
                <a:solidFill>
                  <a:srgbClr val="3F3F3F"/>
                </a:solidFill>
                <a:latin typeface="Lato"/>
                <a:ea typeface="Lato"/>
                <a:cs typeface="Lato"/>
                <a:sym typeface="Lato"/>
              </a:defRPr>
            </a:lvl1pPr>
            <a:lvl2pPr lvl="1"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2pPr>
            <a:lvl3pPr lvl="2"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3pPr>
            <a:lvl4pPr lvl="3"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4pPr>
            <a:lvl5pPr lvl="4"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5pPr>
            <a:lvl6pPr lvl="5"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6pPr>
            <a:lvl7pPr lvl="6"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7pPr>
            <a:lvl8pPr lvl="7"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8pPr>
            <a:lvl9pPr lvl="8"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9pPr>
          </a:lstStyle>
          <a:p/>
        </p:txBody>
      </p:sp>
      <p:sp>
        <p:nvSpPr>
          <p:cNvPr id="165" name="Google Shape;165;g37b2d62e5a2_2_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595959"/>
              </a:buClr>
              <a:buSzPts val="2800"/>
              <a:buFont typeface="Arial"/>
              <a:buChar char="•"/>
              <a:defRPr b="0" i="0" sz="2800" u="none" cap="none" strike="noStrike">
                <a:solidFill>
                  <a:srgbClr val="595959"/>
                </a:solidFill>
                <a:latin typeface="Lato"/>
                <a:ea typeface="Lato"/>
                <a:cs typeface="Lato"/>
                <a:sym typeface="Lato"/>
              </a:defRPr>
            </a:lvl1pPr>
            <a:lvl2pPr indent="-381000" lvl="1" marL="914400" marR="0" rtl="0" algn="l">
              <a:lnSpc>
                <a:spcPct val="90000"/>
              </a:lnSpc>
              <a:spcBef>
                <a:spcPts val="500"/>
              </a:spcBef>
              <a:spcAft>
                <a:spcPts val="0"/>
              </a:spcAft>
              <a:buClr>
                <a:srgbClr val="595959"/>
              </a:buClr>
              <a:buSzPts val="2400"/>
              <a:buFont typeface="Arial"/>
              <a:buChar char="•"/>
              <a:defRPr b="0" i="0" sz="2400" u="none" cap="none" strike="noStrike">
                <a:solidFill>
                  <a:srgbClr val="595959"/>
                </a:solidFill>
                <a:latin typeface="Lato"/>
                <a:ea typeface="Lato"/>
                <a:cs typeface="Lato"/>
                <a:sym typeface="Lato"/>
              </a:defRPr>
            </a:lvl2pPr>
            <a:lvl3pPr indent="-355600" lvl="2" marL="1371600" marR="0" rtl="0" algn="l">
              <a:lnSpc>
                <a:spcPct val="90000"/>
              </a:lnSpc>
              <a:spcBef>
                <a:spcPts val="500"/>
              </a:spcBef>
              <a:spcAft>
                <a:spcPts val="0"/>
              </a:spcAft>
              <a:buClr>
                <a:srgbClr val="595959"/>
              </a:buClr>
              <a:buSzPts val="2000"/>
              <a:buFont typeface="Arial"/>
              <a:buChar char="•"/>
              <a:defRPr b="0" i="0" sz="2000" u="none" cap="none" strike="noStrike">
                <a:solidFill>
                  <a:srgbClr val="595959"/>
                </a:solidFill>
                <a:latin typeface="Lato"/>
                <a:ea typeface="Lato"/>
                <a:cs typeface="Lato"/>
                <a:sym typeface="Lato"/>
              </a:defRPr>
            </a:lvl3pPr>
            <a:lvl4pPr indent="-342900" lvl="3" marL="18288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4pPr>
            <a:lvl5pPr indent="-342900" lvl="4" marL="22860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6" name="Google Shape;166;g37b2d62e5a2_2_0"/>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167" name="Google Shape;167;g37b2d62e5a2_2_0"/>
          <p:cNvPicPr preferRelativeResize="0"/>
          <p:nvPr/>
        </p:nvPicPr>
        <p:blipFill rotWithShape="1">
          <a:blip r:embed="rId1">
            <a:alphaModFix/>
          </a:blip>
          <a:srcRect b="0" l="0" r="0" t="0"/>
          <a:stretch/>
        </p:blipFill>
        <p:spPr>
          <a:xfrm>
            <a:off x="838200" y="6513174"/>
            <a:ext cx="2824372" cy="158262"/>
          </a:xfrm>
          <a:prstGeom prst="rect">
            <a:avLst/>
          </a:prstGeom>
          <a:noFill/>
          <a:ln>
            <a:noFill/>
          </a:ln>
        </p:spPr>
      </p:pic>
      <p:sp>
        <p:nvSpPr>
          <p:cNvPr id="168" name="Google Shape;168;g37b2d62e5a2_2_0"/>
          <p:cNvSpPr/>
          <p:nvPr/>
        </p:nvSpPr>
        <p:spPr>
          <a:xfrm>
            <a:off x="10328961" y="1"/>
            <a:ext cx="1860468" cy="780222"/>
          </a:xfrm>
          <a:custGeom>
            <a:rect b="b" l="l" r="r" t="t"/>
            <a:pathLst>
              <a:path extrusionOk="0" h="997527" w="1860468">
                <a:moveTo>
                  <a:pt x="0" y="0"/>
                </a:moveTo>
                <a:lnTo>
                  <a:pt x="1860468" y="0"/>
                </a:lnTo>
                <a:lnTo>
                  <a:pt x="1860468" y="997527"/>
                </a:lnTo>
                <a:lnTo>
                  <a:pt x="521805" y="997527"/>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169" name="Google Shape;169;g37b2d62e5a2_2_0"/>
          <p:cNvPicPr preferRelativeResize="0"/>
          <p:nvPr/>
        </p:nvPicPr>
        <p:blipFill rotWithShape="1">
          <a:blip r:embed="rId2">
            <a:alphaModFix/>
          </a:blip>
          <a:srcRect b="0" l="0" r="0" t="0"/>
          <a:stretch/>
        </p:blipFill>
        <p:spPr>
          <a:xfrm>
            <a:off x="10742685" y="161365"/>
            <a:ext cx="1344353" cy="4541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33333"/>
          </a:srgbClr>
        </a:solidFill>
      </p:bgPr>
    </p:bg>
    <p:spTree>
      <p:nvGrpSpPr>
        <p:cNvPr id="311" name="Shape 311"/>
        <p:cNvGrpSpPr/>
        <p:nvPr/>
      </p:nvGrpSpPr>
      <p:grpSpPr>
        <a:xfrm>
          <a:off x="0" y="0"/>
          <a:ext cx="0" cy="0"/>
          <a:chOff x="0" y="0"/>
          <a:chExt cx="0" cy="0"/>
        </a:xfrm>
      </p:grpSpPr>
      <p:sp>
        <p:nvSpPr>
          <p:cNvPr id="312" name="Google Shape;312;g37b2d62e5a2_2_192"/>
          <p:cNvSpPr/>
          <p:nvPr/>
        </p:nvSpPr>
        <p:spPr>
          <a:xfrm>
            <a:off x="628226" y="6484103"/>
            <a:ext cx="3185744" cy="212676"/>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313" name="Google Shape;313;g37b2d62e5a2_2_192"/>
          <p:cNvCxnSpPr/>
          <p:nvPr/>
        </p:nvCxnSpPr>
        <p:spPr>
          <a:xfrm>
            <a:off x="0" y="6580451"/>
            <a:ext cx="12192000" cy="0"/>
          </a:xfrm>
          <a:prstGeom prst="straightConnector1">
            <a:avLst/>
          </a:prstGeom>
          <a:noFill/>
          <a:ln cap="flat" cmpd="sng" w="19050">
            <a:solidFill>
              <a:schemeClr val="lt1"/>
            </a:solidFill>
            <a:prstDash val="solid"/>
            <a:miter lim="800000"/>
            <a:headEnd len="sm" w="sm" type="none"/>
            <a:tailEnd len="sm" w="sm" type="none"/>
          </a:ln>
        </p:spPr>
      </p:cxnSp>
      <p:sp>
        <p:nvSpPr>
          <p:cNvPr id="314" name="Google Shape;314;g37b2d62e5a2_2_192"/>
          <p:cNvSpPr/>
          <p:nvPr/>
        </p:nvSpPr>
        <p:spPr>
          <a:xfrm>
            <a:off x="10637134" y="6470465"/>
            <a:ext cx="756421" cy="260177"/>
          </a:xfrm>
          <a:prstGeom prst="roundRect">
            <a:avLst>
              <a:gd fmla="val 43893"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g37b2d62e5a2_2_1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3600" u="none" cap="none" strike="noStrike">
                <a:solidFill>
                  <a:srgbClr val="3F3F3F"/>
                </a:solidFill>
                <a:latin typeface="Lato"/>
                <a:ea typeface="Lato"/>
                <a:cs typeface="Lato"/>
                <a:sym typeface="Lato"/>
              </a:defRPr>
            </a:lvl1pPr>
            <a:lvl2pPr lvl="1"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2pPr>
            <a:lvl3pPr lvl="2"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3pPr>
            <a:lvl4pPr lvl="3"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4pPr>
            <a:lvl5pPr lvl="4"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5pPr>
            <a:lvl6pPr lvl="5"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6pPr>
            <a:lvl7pPr lvl="6"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7pPr>
            <a:lvl8pPr lvl="7"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8pPr>
            <a:lvl9pPr lvl="8" marR="0" rtl="0" algn="l">
              <a:lnSpc>
                <a:spcPct val="90000"/>
              </a:lnSpc>
              <a:spcBef>
                <a:spcPts val="0"/>
              </a:spcBef>
              <a:spcAft>
                <a:spcPts val="0"/>
              </a:spcAft>
              <a:buClr>
                <a:srgbClr val="000000"/>
              </a:buClr>
              <a:buSzPts val="1400"/>
              <a:buFont typeface="Arial"/>
              <a:buNone/>
              <a:defRPr b="0" i="0" sz="4000" u="none" cap="none" strike="noStrike">
                <a:solidFill>
                  <a:srgbClr val="595959"/>
                </a:solidFill>
                <a:latin typeface="Roboto"/>
                <a:ea typeface="Roboto"/>
                <a:cs typeface="Roboto"/>
                <a:sym typeface="Roboto"/>
              </a:defRPr>
            </a:lvl9pPr>
          </a:lstStyle>
          <a:p/>
        </p:txBody>
      </p:sp>
      <p:sp>
        <p:nvSpPr>
          <p:cNvPr id="316" name="Google Shape;316;g37b2d62e5a2_2_19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rgbClr val="595959"/>
              </a:buClr>
              <a:buSzPts val="2800"/>
              <a:buFont typeface="Arial"/>
              <a:buChar char="•"/>
              <a:defRPr b="0" i="0" sz="2800" u="none" cap="none" strike="noStrike">
                <a:solidFill>
                  <a:srgbClr val="595959"/>
                </a:solidFill>
                <a:latin typeface="Lato"/>
                <a:ea typeface="Lato"/>
                <a:cs typeface="Lato"/>
                <a:sym typeface="Lato"/>
              </a:defRPr>
            </a:lvl1pPr>
            <a:lvl2pPr indent="-381000" lvl="1" marL="914400" marR="0" rtl="0" algn="l">
              <a:lnSpc>
                <a:spcPct val="90000"/>
              </a:lnSpc>
              <a:spcBef>
                <a:spcPts val="500"/>
              </a:spcBef>
              <a:spcAft>
                <a:spcPts val="0"/>
              </a:spcAft>
              <a:buClr>
                <a:srgbClr val="595959"/>
              </a:buClr>
              <a:buSzPts val="2400"/>
              <a:buFont typeface="Arial"/>
              <a:buChar char="•"/>
              <a:defRPr b="0" i="0" sz="2400" u="none" cap="none" strike="noStrike">
                <a:solidFill>
                  <a:srgbClr val="595959"/>
                </a:solidFill>
                <a:latin typeface="Lato"/>
                <a:ea typeface="Lato"/>
                <a:cs typeface="Lato"/>
                <a:sym typeface="Lato"/>
              </a:defRPr>
            </a:lvl2pPr>
            <a:lvl3pPr indent="-355600" lvl="2" marL="1371600" marR="0" rtl="0" algn="l">
              <a:lnSpc>
                <a:spcPct val="90000"/>
              </a:lnSpc>
              <a:spcBef>
                <a:spcPts val="500"/>
              </a:spcBef>
              <a:spcAft>
                <a:spcPts val="0"/>
              </a:spcAft>
              <a:buClr>
                <a:srgbClr val="595959"/>
              </a:buClr>
              <a:buSzPts val="2000"/>
              <a:buFont typeface="Arial"/>
              <a:buChar char="•"/>
              <a:defRPr b="0" i="0" sz="2000" u="none" cap="none" strike="noStrike">
                <a:solidFill>
                  <a:srgbClr val="595959"/>
                </a:solidFill>
                <a:latin typeface="Lato"/>
                <a:ea typeface="Lato"/>
                <a:cs typeface="Lato"/>
                <a:sym typeface="Lato"/>
              </a:defRPr>
            </a:lvl3pPr>
            <a:lvl4pPr indent="-342900" lvl="3" marL="18288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4pPr>
            <a:lvl5pPr indent="-342900" lvl="4" marL="2286000" marR="0" rtl="0" algn="l">
              <a:lnSpc>
                <a:spcPct val="90000"/>
              </a:lnSpc>
              <a:spcBef>
                <a:spcPts val="500"/>
              </a:spcBef>
              <a:spcAft>
                <a:spcPts val="0"/>
              </a:spcAft>
              <a:buClr>
                <a:srgbClr val="595959"/>
              </a:buClr>
              <a:buSzPts val="1800"/>
              <a:buFont typeface="Arial"/>
              <a:buChar char="•"/>
              <a:defRPr b="0" i="0" sz="1800" u="none" cap="none" strike="noStrike">
                <a:solidFill>
                  <a:srgbClr val="595959"/>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7" name="Google Shape;317;g37b2d62e5a2_2_19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1pPr>
            <a:lvl2pPr indent="0" lvl="1"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2pPr>
            <a:lvl3pPr indent="0" lvl="2"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3pPr>
            <a:lvl4pPr indent="0" lvl="3"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4pPr>
            <a:lvl5pPr indent="0" lvl="4"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5pPr>
            <a:lvl6pPr indent="0" lvl="5"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6pPr>
            <a:lvl7pPr indent="0" lvl="6"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7pPr>
            <a:lvl8pPr indent="0" lvl="7"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8pPr>
            <a:lvl9pPr indent="0" lvl="8" marL="0" marR="0" rtl="0" algn="ctr">
              <a:lnSpc>
                <a:spcPct val="100000"/>
              </a:lnSpc>
              <a:spcBef>
                <a:spcPts val="0"/>
              </a:spcBef>
              <a:spcAft>
                <a:spcPts val="0"/>
              </a:spcAft>
              <a:buClr>
                <a:srgbClr val="000000"/>
              </a:buClr>
              <a:buSzPts val="1200"/>
              <a:buFont typeface="Arial"/>
              <a:buNone/>
              <a:defRPr b="0" i="0" sz="1200" u="none" cap="none" strike="noStrike">
                <a:solidFill>
                  <a:srgbClr val="83233E"/>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MY"/>
              <a:t>‹#›</a:t>
            </a:fld>
            <a:endParaRPr/>
          </a:p>
        </p:txBody>
      </p:sp>
      <p:pic>
        <p:nvPicPr>
          <p:cNvPr id="318" name="Google Shape;318;g37b2d62e5a2_2_192"/>
          <p:cNvPicPr preferRelativeResize="0"/>
          <p:nvPr/>
        </p:nvPicPr>
        <p:blipFill rotWithShape="1">
          <a:blip r:embed="rId1">
            <a:alphaModFix/>
          </a:blip>
          <a:srcRect b="0" l="0" r="0" t="0"/>
          <a:stretch/>
        </p:blipFill>
        <p:spPr>
          <a:xfrm>
            <a:off x="838200" y="6513174"/>
            <a:ext cx="2824372" cy="158262"/>
          </a:xfrm>
          <a:prstGeom prst="rect">
            <a:avLst/>
          </a:prstGeom>
          <a:noFill/>
          <a:ln>
            <a:noFill/>
          </a:ln>
        </p:spPr>
      </p:pic>
      <p:sp>
        <p:nvSpPr>
          <p:cNvPr id="319" name="Google Shape;319;g37b2d62e5a2_2_192"/>
          <p:cNvSpPr/>
          <p:nvPr/>
        </p:nvSpPr>
        <p:spPr>
          <a:xfrm>
            <a:off x="10328961" y="1"/>
            <a:ext cx="1860468" cy="780222"/>
          </a:xfrm>
          <a:custGeom>
            <a:rect b="b" l="l" r="r" t="t"/>
            <a:pathLst>
              <a:path extrusionOk="0" h="997527" w="1860468">
                <a:moveTo>
                  <a:pt x="0" y="0"/>
                </a:moveTo>
                <a:lnTo>
                  <a:pt x="1860468" y="0"/>
                </a:lnTo>
                <a:lnTo>
                  <a:pt x="1860468" y="997527"/>
                </a:lnTo>
                <a:lnTo>
                  <a:pt x="521805" y="997527"/>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Logo&#10;&#10;Description automatically generated" id="320" name="Google Shape;320;g37b2d62e5a2_2_192"/>
          <p:cNvPicPr preferRelativeResize="0"/>
          <p:nvPr/>
        </p:nvPicPr>
        <p:blipFill rotWithShape="1">
          <a:blip r:embed="rId2">
            <a:alphaModFix/>
          </a:blip>
          <a:srcRect b="0" l="0" r="0" t="0"/>
          <a:stretch/>
        </p:blipFill>
        <p:spPr>
          <a:xfrm>
            <a:off x="10742685" y="161365"/>
            <a:ext cx="1344353" cy="4541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10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hyperlink" Target="https://github.com/garethjmsaunders/dsdm-project-management-standards/blob/master/README.md" TargetMode="External"/><Relationship Id="rId5" Type="http://schemas.openxmlformats.org/officeDocument/2006/relationships/hyperlink" Target="https://github.com/garethjmsaunders/dsdm-project-management-standards/blob/master/README.m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hyperlink" Target="https://view.officeapps.live.com/op/view.aspx?src=https%3A%2F%2Fraw.githubusercontent.com%2Fgarethjmsaunders%2Fdsdm-project-management-standards%2Frefs%2Fheads%2Fmaster%2F1.1%2520Pre-project%2520-%2520Terms%2520of%2520reference%2520(PROJECT_CODE).docx&amp;wdOrigin=BROWSELINK" TargetMode="Externa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2.xml"/><Relationship Id="rId3" Type="http://schemas.openxmlformats.org/officeDocument/2006/relationships/hyperlink" Target="https://view.officeapps.live.com/op/view.aspx?src=https%3A%2F%2Fraw.githubusercontent.com%2Fgarethjmsaunders%2Fdsdm-project-management-standards%2Frefs%2Fheads%2Fmaster%2F3.1%2520Foundations%2520-%2520Business%2520case%2520(PROJECT_CODE).docx&amp;wdOrigin=BROWSELINK" TargetMode="Externa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hyperlink" Target="https://view.officeapps.live.com/op/view.aspx?src=https%3A%2F%2Fraw.githubusercontent.com%2Fgarethjmsaunders%2Fdsdm-project-management-standards%2Frefs%2Fheads%2Fmaster%2F3.2%2520Foundations%2520-%2520PRL%2520(PROJECT_CODE).xlsx&amp;wdOrigin=BROWSELINK" TargetMode="Externa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hyperlink" Target="https://view.officeapps.live.com/op/view.aspx?src=https%3A%2F%2Fraw.githubusercontent.com%2Fgarethjmsaunders%2Fdsdm-project-management-standards%2Frefs%2Fheads%2Fmaster%2F3.3.2%2520Foundations%2520-%2520SAD%2520system%2520(PROJECT_CODE).docx&amp;wdOrigin=BROWSELINK" TargetMode="Externa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hyperlink" Target="https://view.officeapps.live.com/op/view.aspx?src=https%3A%2F%2Fraw.githubusercontent.com%2Fgarethjmsaunders%2Fdsdm-project-management-standards%2Frefs%2Fheads%2Fmaster%2F3.3.3%2520Foundations%2520-%2520DAD%2520development%2520(PROJECT_CODE).docx&amp;wdOrigin=BROWSELIN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 Id="rId3" Type="http://schemas.openxmlformats.org/officeDocument/2006/relationships/hyperlink" Target="https://view.officeapps.live.com/op/view.aspx?src=https%3A%2F%2Fraw.githubusercontent.com%2Fgarethjmsaunders%2Fdsdm-project-management-standards%2Frefs%2Fheads%2Fmaster%2F3.5%2520Foundations%2520-%2520Delivery%2520plan%2520(PROJECT_CODE).docx&amp;wdOrigin=BROWSELINK" TargetMode="Externa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7.xml"/><Relationship Id="rId3" Type="http://schemas.openxmlformats.org/officeDocument/2006/relationships/hyperlink" Target="https://view.officeapps.live.com/op/view.aspx?src=https%3A%2F%2Fraw.githubusercontent.com%2Fgarethjmsaunders%2Fdsdm-project-management-standards%2Frefs%2Fheads%2Fmaster%2F3.4%2520Foundations%2520-%2520MAD%2520management%2520(PROJECT_CODE).docx&amp;wdOrigin=BROWSELINK" TargetMode="Externa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 Id="rId3" Type="http://schemas.openxmlformats.org/officeDocument/2006/relationships/hyperlink" Target="https://view.officeapps.live.com/op/view.aspx?src=https%3A%2F%2Fraw.githubusercontent.com%2Fgarethjmsaunders%2Fdsdm-project-management-standards%2Frefs%2Fheads%2Fmaster%2F2.2.1%2520Feasibility%2520-%2520PAQ%2520(PROJECT_CODE).docx&amp;wdOrigin=BROWSELINK" TargetMode="Externa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 Id="rId3" Type="http://schemas.openxmlformats.org/officeDocument/2006/relationships/hyperlink" Target="https://view.officeapps.live.com/op/view.aspx?src=https%3A%2F%2Fraw.githubusercontent.com%2Fgarethjmsaunders%2Fdsdm-project-management-standards%2Frefs%2Fheads%2Fmaster%2F2.2%2520Feasibility%2520-%2520Outline%2520plan%2520for%2520foundations%2520(PROJECT_CODE).docx&amp;wdOrigin=BROWSELINK" TargetMode="Externa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 Id="rId3" Type="http://schemas.openxmlformats.org/officeDocument/2006/relationships/hyperlink" Target="https://view.officeapps.live.com/op/view.aspx?src=https%3A%2F%2Fraw.githubusercontent.com%2Fgarethjmsaunders%2Fdsdm-project-management-standards%2Frefs%2Fheads%2Fmaster%2F4.4%2520EED%2520-%2520Timebox%2520plan%2520(PROJECT_CODE).docx&amp;wdOrigin=BROWSELINK" TargetMode="Externa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 Id="rId3" Type="http://schemas.openxmlformats.org/officeDocument/2006/relationships/hyperlink" Target="https://view.officeapps.live.com/op/view.aspx?src=https%3A%2F%2Fraw.githubusercontent.com%2Fgarethjmsaunders%2Fdsdm-project-management-standards%2Frefs%2Fheads%2Fmaster%2F4.5%2520EED%2520-%2520Sprint%2520review%2520record%2520(sprint%2520nn)%2520(PROJECT_CODE).docx&amp;wdOrigin=BROWSELINK" TargetMode="Externa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 Id="rId3" Type="http://schemas.openxmlformats.org/officeDocument/2006/relationships/hyperlink" Target="https://view.officeapps.live.com/op/view.aspx?src=https%3A%2F%2Fraw.githubusercontent.com%2Fgarethjmsaunders%2Fdsdm-project-management-standards%2Frefs%2Fheads%2Fmaster%2F3.6.1%2520Foundations%2520-%2520Project%2520status%2520report%2520template%2520(PROJECT_CODE).docx&amp;wdOrigin=BROWSELINK" TargetMode="Externa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 Id="rId3" Type="http://schemas.openxmlformats.org/officeDocument/2006/relationships/hyperlink" Target="https://view.officeapps.live.com/op/view.aspx?src=https%3A%2F%2Fraw.githubusercontent.com%2Fgarethjmsaunders%2Fdsdm-project-management-standards%2Frefs%2Fheads%2Fmaster%2F4.3.1%2520EED%2520-%2520Benefits%2520realisation%2520plan%2520(PROJECT_CODE).docx&amp;wdOrigin=BROWSELINK" TargetMode="Externa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1.jpg"/><Relationship Id="rId4" Type="http://schemas.openxmlformats.org/officeDocument/2006/relationships/image" Target="../media/image38.png"/><Relationship Id="rId9" Type="http://schemas.openxmlformats.org/officeDocument/2006/relationships/image" Target="../media/image40.png"/><Relationship Id="rId5" Type="http://schemas.openxmlformats.org/officeDocument/2006/relationships/image" Target="../media/image24.png"/><Relationship Id="rId6" Type="http://schemas.openxmlformats.org/officeDocument/2006/relationships/image" Target="../media/image42.png"/><Relationship Id="rId7" Type="http://schemas.openxmlformats.org/officeDocument/2006/relationships/image" Target="../media/image29.png"/><Relationship Id="rId8"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
          <p:cNvSpPr txBox="1"/>
          <p:nvPr>
            <p:ph type="title"/>
          </p:nvPr>
        </p:nvSpPr>
        <p:spPr>
          <a:xfrm>
            <a:off x="584823" y="2120900"/>
            <a:ext cx="5117700" cy="2874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Software Agile Planning and Control </a:t>
            </a:r>
            <a:endParaRPr/>
          </a:p>
        </p:txBody>
      </p:sp>
      <p:sp>
        <p:nvSpPr>
          <p:cNvPr id="467" name="Google Shape;467;p1"/>
          <p:cNvSpPr txBox="1"/>
          <p:nvPr/>
        </p:nvSpPr>
        <p:spPr>
          <a:xfrm>
            <a:off x="8836960" y="2965076"/>
            <a:ext cx="3225052" cy="3139321"/>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MY" sz="1100" u="none" cap="none" strike="noStrike">
                <a:solidFill>
                  <a:srgbClr val="000000"/>
                </a:solidFill>
                <a:latin typeface="Cambria"/>
                <a:ea typeface="Cambria"/>
                <a:cs typeface="Cambria"/>
                <a:sym typeface="Cambria"/>
              </a:rPr>
              <a:t>This slide contains material that is copied from the book Agile Project Manager_v2_handbook by Agile Business Consortium. All rights reserved. No part of this material may be reproduced or transmitted in any form or by any means without the prior written permission of the copyright owner. This material is used here for educational purposes under the doctrine of fair use, with the intention to support learning and teaching.</a:t>
            </a:r>
            <a:endParaRPr b="0" i="0" sz="1400" u="none" cap="none" strike="noStrike">
              <a:solidFill>
                <a:srgbClr val="000000"/>
              </a:solidFill>
              <a:latin typeface="Cambria"/>
              <a:ea typeface="Cambria"/>
              <a:cs typeface="Cambria"/>
              <a:sym typeface="Cambria"/>
            </a:endParaRPr>
          </a:p>
          <a:p>
            <a:pPr indent="0" lvl="0" marL="0" marR="0" rtl="0" algn="just">
              <a:lnSpc>
                <a:spcPct val="100000"/>
              </a:lnSpc>
              <a:spcBef>
                <a:spcPts val="0"/>
              </a:spcBef>
              <a:spcAft>
                <a:spcPts val="0"/>
              </a:spcAft>
              <a:buNone/>
            </a:pPr>
            <a:r>
              <a:t/>
            </a:r>
            <a:endParaRPr b="0" i="0" sz="1100" u="none" cap="none" strike="noStrike">
              <a:solidFill>
                <a:srgbClr val="000000"/>
              </a:solidFill>
              <a:latin typeface="Cambria"/>
              <a:ea typeface="Cambria"/>
              <a:cs typeface="Cambria"/>
              <a:sym typeface="Cambria"/>
            </a:endParaRPr>
          </a:p>
          <a:p>
            <a:pPr indent="0" lvl="0" marL="0" marR="0" rtl="0" algn="just">
              <a:lnSpc>
                <a:spcPct val="100000"/>
              </a:lnSpc>
              <a:spcBef>
                <a:spcPts val="0"/>
              </a:spcBef>
              <a:spcAft>
                <a:spcPts val="0"/>
              </a:spcAft>
              <a:buNone/>
            </a:pPr>
            <a:r>
              <a:rPr b="0" i="0" lang="en-MY" sz="1100" u="none" cap="none" strike="noStrike">
                <a:solidFill>
                  <a:srgbClr val="000000"/>
                </a:solidFill>
                <a:latin typeface="Cambria"/>
                <a:ea typeface="Cambria"/>
                <a:cs typeface="Cambria"/>
                <a:sym typeface="Cambria"/>
              </a:rPr>
              <a:t>For more information, please refer to the original source: </a:t>
            </a:r>
            <a:endParaRPr b="0" i="0" sz="1400" u="none" cap="none" strike="noStrike">
              <a:solidFill>
                <a:srgbClr val="000000"/>
              </a:solidFill>
              <a:latin typeface="Cambria"/>
              <a:ea typeface="Cambria"/>
              <a:cs typeface="Cambria"/>
              <a:sym typeface="Cambria"/>
            </a:endParaRPr>
          </a:p>
          <a:p>
            <a:pPr indent="0" lvl="0" marL="0" marR="0" rtl="0" algn="just">
              <a:lnSpc>
                <a:spcPct val="100000"/>
              </a:lnSpc>
              <a:spcBef>
                <a:spcPts val="0"/>
              </a:spcBef>
              <a:spcAft>
                <a:spcPts val="0"/>
              </a:spcAft>
              <a:buNone/>
            </a:pPr>
            <a:r>
              <a:rPr b="1" i="0" lang="en-MY" sz="1100" u="none" cap="none" strike="noStrike">
                <a:solidFill>
                  <a:srgbClr val="000000"/>
                </a:solidFill>
                <a:latin typeface="Cambria"/>
                <a:ea typeface="Cambria"/>
                <a:cs typeface="Cambria"/>
                <a:sym typeface="Cambria"/>
              </a:rPr>
              <a:t>Book Title: </a:t>
            </a:r>
            <a:r>
              <a:rPr b="0" i="0" lang="en-MY" sz="1100" u="none" cap="none" strike="noStrike">
                <a:solidFill>
                  <a:srgbClr val="000000"/>
                </a:solidFill>
                <a:latin typeface="Cambria"/>
                <a:ea typeface="Cambria"/>
                <a:cs typeface="Cambria"/>
                <a:sym typeface="Cambria"/>
              </a:rPr>
              <a:t>Agile Project Manager_v2_handbook</a:t>
            </a:r>
            <a:r>
              <a:rPr b="1" i="0" lang="en-MY" sz="1100" u="none" cap="none" strike="noStrike">
                <a:solidFill>
                  <a:srgbClr val="000000"/>
                </a:solidFill>
                <a:latin typeface="Cambria"/>
                <a:ea typeface="Cambria"/>
                <a:cs typeface="Cambria"/>
                <a:sym typeface="Cambria"/>
              </a:rPr>
              <a:t> Author: </a:t>
            </a:r>
            <a:r>
              <a:rPr b="0" i="0" lang="en-MY" sz="1100" u="none" cap="none" strike="noStrike">
                <a:solidFill>
                  <a:srgbClr val="000000"/>
                </a:solidFill>
                <a:latin typeface="Cambria"/>
                <a:ea typeface="Cambria"/>
                <a:cs typeface="Cambria"/>
                <a:sym typeface="Cambria"/>
              </a:rPr>
              <a:t>Agile Business Consortium</a:t>
            </a:r>
            <a:r>
              <a:rPr b="1" i="0" lang="en-MY" sz="1100" u="none" cap="none" strike="noStrike">
                <a:solidFill>
                  <a:srgbClr val="000000"/>
                </a:solidFill>
                <a:latin typeface="Cambria"/>
                <a:ea typeface="Cambria"/>
                <a:cs typeface="Cambria"/>
                <a:sym typeface="Cambria"/>
              </a:rPr>
              <a:t> </a:t>
            </a:r>
            <a:endParaRPr b="1" i="0" sz="1400" u="none" cap="none" strike="noStrike">
              <a:solidFill>
                <a:srgbClr val="000000"/>
              </a:solidFill>
              <a:latin typeface="Cambria"/>
              <a:ea typeface="Cambria"/>
              <a:cs typeface="Cambria"/>
              <a:sym typeface="Cambria"/>
            </a:endParaRPr>
          </a:p>
          <a:p>
            <a:pPr indent="0" lvl="0" marL="0" marR="0" rtl="0" algn="just">
              <a:lnSpc>
                <a:spcPct val="100000"/>
              </a:lnSpc>
              <a:spcBef>
                <a:spcPts val="0"/>
              </a:spcBef>
              <a:spcAft>
                <a:spcPts val="0"/>
              </a:spcAft>
              <a:buNone/>
            </a:pPr>
            <a:r>
              <a:rPr b="1" i="0" lang="en-MY" sz="1100" u="none" cap="none" strike="noStrike">
                <a:solidFill>
                  <a:srgbClr val="000000"/>
                </a:solidFill>
                <a:latin typeface="Cambria"/>
                <a:ea typeface="Cambria"/>
                <a:cs typeface="Cambria"/>
                <a:sym typeface="Cambria"/>
              </a:rPr>
              <a:t>Publisher: </a:t>
            </a:r>
            <a:r>
              <a:rPr b="0" i="0" lang="en-MY" sz="1100" u="none" cap="none" strike="noStrike">
                <a:solidFill>
                  <a:srgbClr val="000000"/>
                </a:solidFill>
                <a:latin typeface="Cambria"/>
                <a:ea typeface="Cambria"/>
                <a:cs typeface="Cambria"/>
                <a:sym typeface="Cambria"/>
              </a:rPr>
              <a:t>Buckland Media Group Limited </a:t>
            </a:r>
            <a:endParaRPr b="0" i="0" sz="1400" u="none" cap="none" strike="noStrike">
              <a:solidFill>
                <a:srgbClr val="000000"/>
              </a:solidFill>
              <a:latin typeface="Cambria"/>
              <a:ea typeface="Cambria"/>
              <a:cs typeface="Cambria"/>
              <a:sym typeface="Cambria"/>
            </a:endParaRPr>
          </a:p>
          <a:p>
            <a:pPr indent="0" lvl="0" marL="0" marR="0" rtl="0" algn="just">
              <a:lnSpc>
                <a:spcPct val="100000"/>
              </a:lnSpc>
              <a:spcBef>
                <a:spcPts val="0"/>
              </a:spcBef>
              <a:spcAft>
                <a:spcPts val="0"/>
              </a:spcAft>
              <a:buNone/>
            </a:pPr>
            <a:r>
              <a:rPr b="1" i="0" lang="en-MY" sz="1100" u="none" cap="none" strike="noStrike">
                <a:solidFill>
                  <a:srgbClr val="000000"/>
                </a:solidFill>
                <a:latin typeface="Cambria"/>
                <a:ea typeface="Cambria"/>
                <a:cs typeface="Cambria"/>
                <a:sym typeface="Cambria"/>
              </a:rPr>
              <a:t>Year of Publication: </a:t>
            </a:r>
            <a:r>
              <a:rPr b="0" i="0" lang="en-MY" sz="1100" u="none" cap="none" strike="noStrike">
                <a:solidFill>
                  <a:srgbClr val="000000"/>
                </a:solidFill>
                <a:latin typeface="Cambria"/>
                <a:ea typeface="Cambria"/>
                <a:cs typeface="Cambria"/>
                <a:sym typeface="Cambria"/>
              </a:rPr>
              <a:t>2017 </a:t>
            </a:r>
            <a:endParaRPr b="0" i="0" sz="1400" u="none" cap="none" strike="noStrike">
              <a:solidFill>
                <a:srgbClr val="000000"/>
              </a:solidFill>
              <a:latin typeface="Cambria"/>
              <a:ea typeface="Cambria"/>
              <a:cs typeface="Cambria"/>
              <a:sym typeface="Cambria"/>
            </a:endParaRPr>
          </a:p>
          <a:p>
            <a:pPr indent="0" lvl="0" marL="0" marR="0" rtl="0" algn="just">
              <a:lnSpc>
                <a:spcPct val="100000"/>
              </a:lnSpc>
              <a:spcBef>
                <a:spcPts val="0"/>
              </a:spcBef>
              <a:spcAft>
                <a:spcPts val="0"/>
              </a:spcAft>
              <a:buNone/>
            </a:pPr>
            <a:r>
              <a:rPr b="1" i="0" lang="en-MY" sz="1100" u="none" cap="none" strike="noStrike">
                <a:solidFill>
                  <a:srgbClr val="000000"/>
                </a:solidFill>
                <a:latin typeface="Cambria"/>
                <a:ea typeface="Cambria"/>
                <a:cs typeface="Cambria"/>
                <a:sym typeface="Cambria"/>
              </a:rPr>
              <a:t>Please consult the book for further details and complete content.</a:t>
            </a:r>
            <a:endParaRPr b="1" i="0" sz="1400" u="none" cap="none" strike="noStrike">
              <a:solidFill>
                <a:srgbClr val="000000"/>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Outline</a:t>
            </a:r>
            <a:endParaRPr/>
          </a:p>
        </p:txBody>
      </p:sp>
      <p:sp>
        <p:nvSpPr>
          <p:cNvPr id="473" name="Google Shape;473;p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74" name="Google Shape;474;p2"/>
          <p:cNvSpPr txBox="1"/>
          <p:nvPr/>
        </p:nvSpPr>
        <p:spPr>
          <a:xfrm>
            <a:off x="983375" y="1735450"/>
            <a:ext cx="9973800" cy="4055400"/>
          </a:xfrm>
          <a:prstGeom prst="rect">
            <a:avLst/>
          </a:prstGeom>
          <a:noFill/>
          <a:ln>
            <a:noFill/>
          </a:ln>
        </p:spPr>
        <p:txBody>
          <a:bodyPr anchorCtr="0" anchor="t" bIns="91425" lIns="91425" spcFirstLastPara="1" rIns="91425" wrap="square" tIns="91425">
            <a:noAutofit/>
          </a:bodyPr>
          <a:lstStyle/>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Introduction</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DSDM Team </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DSDM Products </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Project Planning Concepts </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Testing Concepts</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Tracking and Control Concepts</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Planning throughout the Life cycle</a:t>
            </a:r>
            <a:endParaRPr/>
          </a:p>
          <a:p>
            <a:pPr indent="-406400" lvl="0" marL="457200" marR="0" rtl="0" algn="l">
              <a:lnSpc>
                <a:spcPct val="115000"/>
              </a:lnSpc>
              <a:spcBef>
                <a:spcPts val="0"/>
              </a:spcBef>
              <a:spcAft>
                <a:spcPts val="0"/>
              </a:spcAft>
              <a:buClr>
                <a:srgbClr val="595959"/>
              </a:buClr>
              <a:buSzPts val="2800"/>
              <a:buFont typeface="Lato"/>
              <a:buChar char="●"/>
            </a:pPr>
            <a:r>
              <a:rPr b="0" i="0" lang="en-MY" sz="2800" u="none" cap="none" strike="noStrike">
                <a:solidFill>
                  <a:srgbClr val="595959"/>
                </a:solidFill>
                <a:latin typeface="Lato"/>
                <a:ea typeface="Lato"/>
                <a:cs typeface="Lato"/>
                <a:sym typeface="Lato"/>
              </a:rPr>
              <a:t>Planning and Quality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7637ed14d2_0_0"/>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Introduction : The DSDM Team</a:t>
            </a:r>
            <a:endParaRPr/>
          </a:p>
        </p:txBody>
      </p:sp>
      <p:sp>
        <p:nvSpPr>
          <p:cNvPr id="480" name="Google Shape;480;g37637ed14d2_0_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81" name="Google Shape;481;g37637ed14d2_0_0"/>
          <p:cNvSpPr txBox="1"/>
          <p:nvPr/>
        </p:nvSpPr>
        <p:spPr>
          <a:xfrm>
            <a:off x="304867" y="1690082"/>
            <a:ext cx="6691357" cy="347783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3F3F3F"/>
              </a:buClr>
              <a:buSzPts val="2200"/>
              <a:buFont typeface="Lato"/>
              <a:buChar char="•"/>
            </a:pPr>
            <a:r>
              <a:rPr b="1" i="0" lang="en-MY" sz="2000" u="none" cap="none" strike="noStrike">
                <a:solidFill>
                  <a:srgbClr val="3F3F3F"/>
                </a:solidFill>
                <a:latin typeface="Lato"/>
                <a:ea typeface="Lato"/>
                <a:cs typeface="Lato"/>
                <a:sym typeface="Lato"/>
              </a:rPr>
              <a:t>Clear Roles &amp; Responsibilities</a:t>
            </a:r>
            <a:r>
              <a:rPr b="0" i="0" lang="en-MY" sz="2000" u="none" cap="none" strike="noStrike">
                <a:solidFill>
                  <a:srgbClr val="3F3F3F"/>
                </a:solidFill>
                <a:latin typeface="Lato"/>
                <a:ea typeface="Lato"/>
                <a:cs typeface="Lato"/>
                <a:sym typeface="Lato"/>
              </a:rPr>
              <a:t>: DSDM assigns well-defined roles covering business, technical, management, and process interests to ensure balanced representation across the project.</a:t>
            </a:r>
            <a:endParaRPr/>
          </a:p>
          <a:p>
            <a:pPr indent="-342900" lvl="0" marL="342900" marR="0" rtl="0" algn="l">
              <a:lnSpc>
                <a:spcPct val="100000"/>
              </a:lnSpc>
              <a:spcBef>
                <a:spcPts val="0"/>
              </a:spcBef>
              <a:spcAft>
                <a:spcPts val="0"/>
              </a:spcAft>
              <a:buClr>
                <a:srgbClr val="3F3F3F"/>
              </a:buClr>
              <a:buSzPts val="2200"/>
              <a:buFont typeface="Lato"/>
              <a:buChar char="•"/>
            </a:pPr>
            <a:r>
              <a:rPr b="1" i="0" lang="en-MY" sz="2000" u="none" cap="none" strike="noStrike">
                <a:solidFill>
                  <a:srgbClr val="3F3F3F"/>
                </a:solidFill>
                <a:latin typeface="Lato"/>
                <a:ea typeface="Lato"/>
                <a:cs typeface="Lato"/>
                <a:sym typeface="Lato"/>
              </a:rPr>
              <a:t>Collaboration &amp; Communication</a:t>
            </a:r>
            <a:r>
              <a:rPr b="0" i="0" lang="en-MY" sz="2000" u="none" cap="none" strike="noStrike">
                <a:solidFill>
                  <a:srgbClr val="3F3F3F"/>
                </a:solidFill>
                <a:latin typeface="Lato"/>
                <a:ea typeface="Lato"/>
                <a:cs typeface="Lato"/>
                <a:sym typeface="Lato"/>
              </a:rPr>
              <a:t>: All team members work closely together, breaking down barriers and fostering effective communication to drive project success.</a:t>
            </a:r>
            <a:endParaRPr/>
          </a:p>
          <a:p>
            <a:pPr indent="-342900" lvl="0" marL="342900" marR="0" rtl="0" algn="l">
              <a:lnSpc>
                <a:spcPct val="100000"/>
              </a:lnSpc>
              <a:spcBef>
                <a:spcPts val="0"/>
              </a:spcBef>
              <a:spcAft>
                <a:spcPts val="0"/>
              </a:spcAft>
              <a:buClr>
                <a:srgbClr val="3F3F3F"/>
              </a:buClr>
              <a:buSzPts val="2200"/>
              <a:buFont typeface="Lato"/>
              <a:buChar char="•"/>
            </a:pPr>
            <a:r>
              <a:rPr b="1" i="0" lang="en-MY" sz="2000" u="none" cap="none" strike="noStrike">
                <a:solidFill>
                  <a:srgbClr val="3F3F3F"/>
                </a:solidFill>
                <a:latin typeface="Lato"/>
                <a:ea typeface="Lato"/>
                <a:cs typeface="Lato"/>
                <a:sym typeface="Lato"/>
              </a:rPr>
              <a:t>Empowered, Self-Organising Teams</a:t>
            </a:r>
            <a:r>
              <a:rPr b="0" i="0" lang="en-MY" sz="2000" u="none" cap="none" strike="noStrike">
                <a:solidFill>
                  <a:srgbClr val="3F3F3F"/>
                </a:solidFill>
                <a:latin typeface="Lato"/>
                <a:ea typeface="Lato"/>
                <a:cs typeface="Lato"/>
                <a:sym typeface="Lato"/>
              </a:rPr>
              <a:t>: The best solutions come from teams that are empowered to self-organise and take responsibility within agreed boundaries.</a:t>
            </a:r>
            <a:endParaRPr b="0" i="0" sz="2000" u="none" cap="none" strike="noStrike">
              <a:solidFill>
                <a:srgbClr val="3F3F3F"/>
              </a:solidFill>
              <a:latin typeface="Lato"/>
              <a:ea typeface="Lato"/>
              <a:cs typeface="Lato"/>
              <a:sym typeface="Lato"/>
            </a:endParaRPr>
          </a:p>
        </p:txBody>
      </p:sp>
      <p:pic>
        <p:nvPicPr>
          <p:cNvPr id="482" name="Google Shape;482;g37637ed14d2_0_0"/>
          <p:cNvPicPr preferRelativeResize="0"/>
          <p:nvPr/>
        </p:nvPicPr>
        <p:blipFill rotWithShape="1">
          <a:blip r:embed="rId3">
            <a:alphaModFix/>
          </a:blip>
          <a:srcRect b="0" l="0" r="0" t="0"/>
          <a:stretch/>
        </p:blipFill>
        <p:spPr>
          <a:xfrm>
            <a:off x="7400104" y="1623193"/>
            <a:ext cx="4344221" cy="48093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7b2d62e5a2_2_156"/>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Team – Role Category</a:t>
            </a:r>
            <a:endParaRPr/>
          </a:p>
        </p:txBody>
      </p:sp>
      <p:sp>
        <p:nvSpPr>
          <p:cNvPr id="488" name="Google Shape;488;g37b2d62e5a2_2_15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489" name="Google Shape;489;g37b2d62e5a2_2_156"/>
          <p:cNvPicPr preferRelativeResize="0"/>
          <p:nvPr/>
        </p:nvPicPr>
        <p:blipFill rotWithShape="1">
          <a:blip r:embed="rId3">
            <a:alphaModFix/>
          </a:blip>
          <a:srcRect b="0" l="0" r="0" t="0"/>
          <a:stretch/>
        </p:blipFill>
        <p:spPr>
          <a:xfrm>
            <a:off x="8590952" y="1523978"/>
            <a:ext cx="3441532" cy="3810044"/>
          </a:xfrm>
          <a:prstGeom prst="rect">
            <a:avLst/>
          </a:prstGeom>
          <a:noFill/>
          <a:ln>
            <a:noFill/>
          </a:ln>
        </p:spPr>
      </p:pic>
      <p:sp>
        <p:nvSpPr>
          <p:cNvPr id="490" name="Google Shape;490;g37b2d62e5a2_2_156"/>
          <p:cNvSpPr txBox="1"/>
          <p:nvPr/>
        </p:nvSpPr>
        <p:spPr>
          <a:xfrm>
            <a:off x="304867" y="1690082"/>
            <a:ext cx="7637654" cy="45242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3F3F3F"/>
              </a:buClr>
              <a:buSzPts val="2200"/>
              <a:buFont typeface="Lato"/>
              <a:buChar char="•"/>
            </a:pPr>
            <a:r>
              <a:rPr b="1" i="0" lang="en-MY" sz="1800" u="none" cap="none" strike="noStrike">
                <a:solidFill>
                  <a:srgbClr val="3F3F3F"/>
                </a:solidFill>
                <a:latin typeface="Lato"/>
                <a:ea typeface="Lato"/>
                <a:cs typeface="Lato"/>
                <a:sym typeface="Lato"/>
              </a:rPr>
              <a:t>Colour Scheme (Roles of Interest): </a:t>
            </a:r>
            <a:r>
              <a:rPr b="1" i="0" lang="en-MY" sz="1800" u="none" cap="none" strike="noStrike">
                <a:solidFill>
                  <a:srgbClr val="FFC000"/>
                </a:solidFill>
                <a:latin typeface="Lato"/>
                <a:ea typeface="Lato"/>
                <a:cs typeface="Lato"/>
                <a:sym typeface="Lato"/>
              </a:rPr>
              <a:t>Orange</a:t>
            </a:r>
            <a:r>
              <a:rPr b="0" i="0" lang="en-MY" sz="1800" u="none" cap="none" strike="noStrike">
                <a:solidFill>
                  <a:srgbClr val="3F3F3F"/>
                </a:solidFill>
                <a:latin typeface="Lato"/>
                <a:ea typeface="Lato"/>
                <a:cs typeface="Lato"/>
                <a:sym typeface="Lato"/>
              </a:rPr>
              <a:t> = Business view, </a:t>
            </a:r>
            <a:r>
              <a:rPr b="1" i="0" lang="en-MY" sz="1800" u="none" cap="none" strike="noStrike">
                <a:solidFill>
                  <a:srgbClr val="00B050"/>
                </a:solidFill>
                <a:latin typeface="Lato"/>
                <a:ea typeface="Lato"/>
                <a:cs typeface="Lato"/>
                <a:sym typeface="Lato"/>
              </a:rPr>
              <a:t>Green</a:t>
            </a:r>
            <a:r>
              <a:rPr b="0" i="0" lang="en-MY" sz="1800" u="none" cap="none" strike="noStrike">
                <a:solidFill>
                  <a:srgbClr val="3F3F3F"/>
                </a:solidFill>
                <a:latin typeface="Lato"/>
                <a:ea typeface="Lato"/>
                <a:cs typeface="Lato"/>
                <a:sym typeface="Lato"/>
              </a:rPr>
              <a:t> = Solution/technical view, </a:t>
            </a:r>
            <a:r>
              <a:rPr b="1" i="0" lang="en-MY" sz="1800" u="none" cap="none" strike="noStrike">
                <a:solidFill>
                  <a:srgbClr val="0070C0"/>
                </a:solidFill>
                <a:latin typeface="Lato"/>
                <a:ea typeface="Lato"/>
                <a:cs typeface="Lato"/>
                <a:sym typeface="Lato"/>
              </a:rPr>
              <a:t>Blue</a:t>
            </a:r>
            <a:r>
              <a:rPr b="0" i="0" lang="en-MY" sz="1800" u="none" cap="none" strike="noStrike">
                <a:solidFill>
                  <a:srgbClr val="3F3F3F"/>
                </a:solidFill>
                <a:latin typeface="Lato"/>
                <a:ea typeface="Lato"/>
                <a:cs typeface="Lato"/>
                <a:sym typeface="Lato"/>
              </a:rPr>
              <a:t> = Management/leadership view, </a:t>
            </a:r>
            <a:r>
              <a:rPr b="1" i="0" lang="en-MY" sz="1800" u="none" cap="none" strike="noStrike">
                <a:solidFill>
                  <a:srgbClr val="3F3F3F"/>
                </a:solidFill>
                <a:latin typeface="Lato"/>
                <a:ea typeface="Lato"/>
                <a:cs typeface="Lato"/>
                <a:sym typeface="Lato"/>
              </a:rPr>
              <a:t>Grey</a:t>
            </a:r>
            <a:r>
              <a:rPr b="0" i="0" lang="en-MY" sz="1800" u="none" cap="none" strike="noStrike">
                <a:solidFill>
                  <a:srgbClr val="3F3F3F"/>
                </a:solidFill>
                <a:latin typeface="Lato"/>
                <a:ea typeface="Lato"/>
                <a:cs typeface="Lato"/>
                <a:sym typeface="Lato"/>
              </a:rPr>
              <a:t> = Process view, Mixed = Covers multiple views.</a:t>
            </a:r>
            <a:endParaRPr/>
          </a:p>
          <a:p>
            <a:pPr indent="-203200" lvl="0" marL="342900" marR="0" rtl="0" algn="l">
              <a:lnSpc>
                <a:spcPct val="100000"/>
              </a:lnSpc>
              <a:spcBef>
                <a:spcPts val="0"/>
              </a:spcBef>
              <a:spcAft>
                <a:spcPts val="0"/>
              </a:spcAft>
              <a:buClr>
                <a:srgbClr val="3F3F3F"/>
              </a:buClr>
              <a:buSzPts val="2200"/>
              <a:buFont typeface="Lato"/>
              <a:buNone/>
            </a:pPr>
            <a:r>
              <a:t/>
            </a:r>
            <a:endParaRPr b="0" i="0" sz="1800" u="none" cap="none" strike="noStrike">
              <a:solidFill>
                <a:srgbClr val="3F3F3F"/>
              </a:solidFill>
              <a:latin typeface="Lato"/>
              <a:ea typeface="Lato"/>
              <a:cs typeface="Lato"/>
              <a:sym typeface="Lato"/>
            </a:endParaRPr>
          </a:p>
          <a:p>
            <a:pPr indent="-342900" lvl="0" marL="342900" marR="0" rtl="0" algn="l">
              <a:lnSpc>
                <a:spcPct val="100000"/>
              </a:lnSpc>
              <a:spcBef>
                <a:spcPts val="0"/>
              </a:spcBef>
              <a:spcAft>
                <a:spcPts val="0"/>
              </a:spcAft>
              <a:buClr>
                <a:srgbClr val="3F3F3F"/>
              </a:buClr>
              <a:buSzPts val="2200"/>
              <a:buFont typeface="Lato"/>
              <a:buChar char="•"/>
            </a:pPr>
            <a:r>
              <a:rPr b="1" i="0" lang="en-MY" sz="1800" u="none" cap="none" strike="noStrike">
                <a:solidFill>
                  <a:srgbClr val="3F3F3F"/>
                </a:solidFill>
                <a:latin typeface="Lato"/>
                <a:ea typeface="Lato"/>
                <a:cs typeface="Lato"/>
                <a:sym typeface="Lato"/>
              </a:rPr>
              <a:t>Role Categories: </a:t>
            </a:r>
            <a:endParaRPr/>
          </a:p>
          <a:p>
            <a:pPr indent="-342900" lvl="2" marL="342900" marR="0" rtl="0" algn="l">
              <a:lnSpc>
                <a:spcPct val="10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Project-level roles</a:t>
            </a:r>
            <a:r>
              <a:rPr b="0" i="0" lang="en-MY" sz="1600" u="none" cap="none" strike="noStrike">
                <a:solidFill>
                  <a:srgbClr val="3F3F3F"/>
                </a:solidFill>
                <a:latin typeface="Lato"/>
                <a:ea typeface="Lato"/>
                <a:cs typeface="Lato"/>
                <a:sym typeface="Lato"/>
              </a:rPr>
              <a:t>: Business Sponsor, Business Visionary, Technical Coordinator, Project Manager, Business Analyst → direct, manage, and govern the project. </a:t>
            </a:r>
            <a:endParaRPr/>
          </a:p>
          <a:p>
            <a:pPr indent="-342900" lvl="2" marL="342900" marR="0" rtl="0" algn="l">
              <a:lnSpc>
                <a:spcPct val="10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Solution Development Team roles</a:t>
            </a:r>
            <a:r>
              <a:rPr b="0" i="0" lang="en-MY" sz="1600" u="none" cap="none" strike="noStrike">
                <a:solidFill>
                  <a:srgbClr val="3F3F3F"/>
                </a:solidFill>
                <a:latin typeface="Lato"/>
                <a:ea typeface="Lato"/>
                <a:cs typeface="Lato"/>
                <a:sym typeface="Lato"/>
              </a:rPr>
              <a:t>: Business Ambassador, Solution Developer, Solution Tester, Business Analyst, Team Leader → engine room of the project, shaping and building the solution.</a:t>
            </a:r>
            <a:endParaRPr/>
          </a:p>
          <a:p>
            <a:pPr indent="-342900" lvl="2" marL="342900" marR="0" rtl="0" algn="l">
              <a:lnSpc>
                <a:spcPct val="10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Supporting roles</a:t>
            </a:r>
            <a:r>
              <a:rPr b="0" i="0" lang="en-MY" sz="1600" u="none" cap="none" strike="noStrike">
                <a:solidFill>
                  <a:srgbClr val="3F3F3F"/>
                </a:solidFill>
                <a:latin typeface="Lato"/>
                <a:ea typeface="Lato"/>
                <a:cs typeface="Lato"/>
                <a:sym typeface="Lato"/>
              </a:rPr>
              <a:t>: Business Advisors, Technical Advisors, Workshop Facilitator, DSDM Coach → provide guidance, expertise, and support as needed.</a:t>
            </a:r>
            <a:endParaRPr/>
          </a:p>
          <a:p>
            <a:pPr indent="-203200" lvl="2" marL="342900" marR="0" rtl="0" algn="l">
              <a:lnSpc>
                <a:spcPct val="100000"/>
              </a:lnSpc>
              <a:spcBef>
                <a:spcPts val="0"/>
              </a:spcBef>
              <a:spcAft>
                <a:spcPts val="0"/>
              </a:spcAft>
              <a:buClr>
                <a:srgbClr val="3F3F3F"/>
              </a:buClr>
              <a:buSzPts val="2200"/>
              <a:buFont typeface="Noto Sans Symbols"/>
              <a:buNone/>
            </a:pPr>
            <a:r>
              <a:t/>
            </a:r>
            <a:endParaRPr b="0" i="0" sz="1600" u="none" cap="none" strike="noStrike">
              <a:solidFill>
                <a:srgbClr val="3F3F3F"/>
              </a:solidFill>
              <a:latin typeface="Lato"/>
              <a:ea typeface="Lato"/>
              <a:cs typeface="Lato"/>
              <a:sym typeface="Lato"/>
            </a:endParaRPr>
          </a:p>
          <a:p>
            <a:pPr indent="-342900" lvl="0" marL="342900" marR="0" rtl="0" algn="l">
              <a:lnSpc>
                <a:spcPct val="100000"/>
              </a:lnSpc>
              <a:spcBef>
                <a:spcPts val="0"/>
              </a:spcBef>
              <a:spcAft>
                <a:spcPts val="0"/>
              </a:spcAft>
              <a:buClr>
                <a:srgbClr val="3F3F3F"/>
              </a:buClr>
              <a:buSzPts val="2200"/>
              <a:buFont typeface="Lato"/>
              <a:buChar char="•"/>
            </a:pPr>
            <a:r>
              <a:rPr b="1" i="0" lang="en-MY" sz="1800" u="none" cap="none" strike="noStrike">
                <a:solidFill>
                  <a:srgbClr val="3F3F3F"/>
                </a:solidFill>
                <a:latin typeface="Lato"/>
                <a:ea typeface="Lato"/>
                <a:cs typeface="Lato"/>
                <a:sym typeface="Lato"/>
              </a:rPr>
              <a:t>Role Flexibility: </a:t>
            </a:r>
            <a:r>
              <a:rPr b="0" i="0" lang="en-MY" sz="1800" u="none" cap="none" strike="noStrike">
                <a:solidFill>
                  <a:srgbClr val="3F3F3F"/>
                </a:solidFill>
                <a:latin typeface="Lato"/>
                <a:ea typeface="Lato"/>
                <a:cs typeface="Lato"/>
                <a:sym typeface="Lato"/>
              </a:rPr>
              <a:t>One person can hold multiple roles, or a role may be shared by several people, provided communication and collaboration remain effective.</a:t>
            </a:r>
            <a:endParaRPr b="0" i="0" sz="1800" u="none" cap="none" strike="noStrike">
              <a:solidFill>
                <a:srgbClr val="3F3F3F"/>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11"/>
          <p:cNvPicPr preferRelativeResize="0"/>
          <p:nvPr/>
        </p:nvPicPr>
        <p:blipFill rotWithShape="1">
          <a:blip r:embed="rId3">
            <a:alphaModFix amt="70000"/>
          </a:blip>
          <a:srcRect b="0" l="0" r="0" t="0"/>
          <a:stretch/>
        </p:blipFill>
        <p:spPr>
          <a:xfrm>
            <a:off x="4148643" y="2271340"/>
            <a:ext cx="3441532" cy="3810044"/>
          </a:xfrm>
          <a:prstGeom prst="rect">
            <a:avLst/>
          </a:prstGeom>
          <a:noFill/>
          <a:ln>
            <a:noFill/>
          </a:ln>
        </p:spPr>
      </p:pic>
      <p:sp>
        <p:nvSpPr>
          <p:cNvPr id="496" name="Google Shape;496;p11"/>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The Roles – Business View</a:t>
            </a:r>
            <a:endParaRPr/>
          </a:p>
        </p:txBody>
      </p:sp>
      <p:sp>
        <p:nvSpPr>
          <p:cNvPr id="497" name="Google Shape;497;p11"/>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498" name="Google Shape;498;p11"/>
          <p:cNvSpPr txBox="1"/>
          <p:nvPr/>
        </p:nvSpPr>
        <p:spPr>
          <a:xfrm>
            <a:off x="51192" y="1567533"/>
            <a:ext cx="4097451" cy="47704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Business Sponsor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Senior-most project-level business role and project champion.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Owns the Business Case and project budget, ensuring continued justification.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Must hold authority to resolve business issues and make financial decisions.</a:t>
            </a:r>
            <a:endParaRPr/>
          </a:p>
          <a:p>
            <a:pPr indent="0" lvl="0" marL="0" marR="0" rtl="0" algn="l">
              <a:lnSpc>
                <a:spcPct val="100000"/>
              </a:lnSpc>
              <a:spcBef>
                <a:spcPts val="0"/>
              </a:spcBef>
              <a:spcAft>
                <a:spcPts val="0"/>
              </a:spcAft>
              <a:buNone/>
            </a:pPr>
            <a:r>
              <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Business Visionary</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Provides a single clear vision for the project, avoiding confusion and misdirection.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Interprets the needs of the Business Sponsor and communicates them to the team.</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Guides strategic direction, ensuring the solution delivers the expected business benefits.</a:t>
            </a:r>
            <a:endParaRPr/>
          </a:p>
        </p:txBody>
      </p:sp>
      <p:sp>
        <p:nvSpPr>
          <p:cNvPr id="499" name="Google Shape;499;p11"/>
          <p:cNvSpPr txBox="1"/>
          <p:nvPr/>
        </p:nvSpPr>
        <p:spPr>
          <a:xfrm>
            <a:off x="7791322" y="1504229"/>
            <a:ext cx="4256134" cy="47704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Business Ambassador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Key representative of the business within the Solution Development Team.</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Provides detailed input on requirements and prioritisation during Foundations and development.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Acts as the main business decision-maker, ensuring the evolving solution is fit for purpose.</a:t>
            </a:r>
            <a:endParaRPr/>
          </a:p>
          <a:p>
            <a:pPr indent="0" lvl="0" marL="0" marR="0" rtl="0" algn="l">
              <a:lnSpc>
                <a:spcPct val="100000"/>
              </a:lnSpc>
              <a:spcBef>
                <a:spcPts val="0"/>
              </a:spcBef>
              <a:spcAft>
                <a:spcPts val="0"/>
              </a:spcAft>
              <a:buNone/>
            </a:pPr>
            <a:r>
              <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Business Advisor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Specialist or subject matter expert who supports solution development or testing.</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Often peers with the Business Ambassador, providing expert input when needed.</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May be end users, beneficiaries, or specialists (e.g., legal/regulatory advisors).</a:t>
            </a:r>
            <a:endParaRPr/>
          </a:p>
          <a:p>
            <a:pPr indent="-203200" lvl="0" marL="342900" marR="0" rtl="0" algn="l">
              <a:lnSpc>
                <a:spcPct val="100000"/>
              </a:lnSpc>
              <a:spcBef>
                <a:spcPts val="0"/>
              </a:spcBef>
              <a:spcAft>
                <a:spcPts val="0"/>
              </a:spcAft>
              <a:buClr>
                <a:srgbClr val="3F3F3F"/>
              </a:buClr>
              <a:buSzPts val="2200"/>
              <a:buFont typeface="Lato"/>
              <a:buNone/>
            </a:pPr>
            <a:r>
              <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16"/>
          <p:cNvPicPr preferRelativeResize="0"/>
          <p:nvPr/>
        </p:nvPicPr>
        <p:blipFill rotWithShape="1">
          <a:blip r:embed="rId3">
            <a:alphaModFix amt="70000"/>
          </a:blip>
          <a:srcRect b="0" l="0" r="0" t="0"/>
          <a:stretch/>
        </p:blipFill>
        <p:spPr>
          <a:xfrm>
            <a:off x="4148643" y="2271340"/>
            <a:ext cx="3441532" cy="3810044"/>
          </a:xfrm>
          <a:prstGeom prst="rect">
            <a:avLst/>
          </a:prstGeom>
          <a:noFill/>
          <a:ln>
            <a:noFill/>
          </a:ln>
        </p:spPr>
      </p:pic>
      <p:sp>
        <p:nvSpPr>
          <p:cNvPr id="505" name="Google Shape;505;p16"/>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The Roles – Management/leadership View</a:t>
            </a:r>
            <a:endParaRPr/>
          </a:p>
        </p:txBody>
      </p:sp>
      <p:sp>
        <p:nvSpPr>
          <p:cNvPr id="506" name="Google Shape;506;p16"/>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07" name="Google Shape;507;p16"/>
          <p:cNvSpPr txBox="1"/>
          <p:nvPr/>
        </p:nvSpPr>
        <p:spPr>
          <a:xfrm>
            <a:off x="51192" y="1840911"/>
            <a:ext cx="4097451" cy="35393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Project Manager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Provides high-level Agile-style leadership and manages the project environment.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Coordinates business and technical delivery but leaves detailed planning to the team.</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Adopts a facilitative style, ensuring empowerment rather than command-and-control.</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Responsible for project delivery across all phases (Foundations → Deployment).</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t/>
            </a:r>
            <a:endParaRPr b="0" i="0" sz="1600" u="none" cap="none" strike="noStrike">
              <a:solidFill>
                <a:srgbClr val="3F3F3F"/>
              </a:solidFill>
              <a:latin typeface="Lato"/>
              <a:ea typeface="Lato"/>
              <a:cs typeface="Lato"/>
              <a:sym typeface="Lato"/>
            </a:endParaRPr>
          </a:p>
        </p:txBody>
      </p:sp>
      <p:sp>
        <p:nvSpPr>
          <p:cNvPr id="508" name="Google Shape;508;p16"/>
          <p:cNvSpPr txBox="1"/>
          <p:nvPr/>
        </p:nvSpPr>
        <p:spPr>
          <a:xfrm>
            <a:off x="7744188" y="1840911"/>
            <a:ext cx="4256134" cy="30469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Team Leader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Acts as a servant-leader for the Solution Development Team, ensuring collaboration and objectives are met.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Plans and coordinates detailed product delivery with the team.</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Typically elected by peers as the best person to lead during a project stage.</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Often combines this role with another Solution Development Team role (e.g., Business Analyst, Developer, Tester).</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17"/>
          <p:cNvPicPr preferRelativeResize="0"/>
          <p:nvPr/>
        </p:nvPicPr>
        <p:blipFill rotWithShape="1">
          <a:blip r:embed="rId3">
            <a:alphaModFix amt="70000"/>
          </a:blip>
          <a:srcRect b="0" l="0" r="0" t="0"/>
          <a:stretch/>
        </p:blipFill>
        <p:spPr>
          <a:xfrm>
            <a:off x="4148643" y="2271340"/>
            <a:ext cx="3441532" cy="3810044"/>
          </a:xfrm>
          <a:prstGeom prst="rect">
            <a:avLst/>
          </a:prstGeom>
          <a:noFill/>
          <a:ln>
            <a:noFill/>
          </a:ln>
        </p:spPr>
      </p:pic>
      <p:sp>
        <p:nvSpPr>
          <p:cNvPr id="514" name="Google Shape;514;p17"/>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The Roles – Solution/technical view</a:t>
            </a:r>
            <a:endParaRPr/>
          </a:p>
        </p:txBody>
      </p:sp>
      <p:sp>
        <p:nvSpPr>
          <p:cNvPr id="515" name="Google Shape;515;p1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16" name="Google Shape;516;p17"/>
          <p:cNvSpPr txBox="1"/>
          <p:nvPr/>
        </p:nvSpPr>
        <p:spPr>
          <a:xfrm>
            <a:off x="51192" y="1567533"/>
            <a:ext cx="4097451" cy="47704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Technical Coordinator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Acts as the project’s technical authority, ensuring technical coherence and standards.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Provides guidance on technical decisions and innovation.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Equivalent to the Business Visionary, but from a technical perspective.</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Business Analyst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Bridges business and technical roles, ensuring accurate day-to-day solution decisions.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Makes sure business needs are understood and represented by the team.</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Facilitates communication between business users and the development team.</a:t>
            </a:r>
            <a:endParaRPr/>
          </a:p>
        </p:txBody>
      </p:sp>
      <p:sp>
        <p:nvSpPr>
          <p:cNvPr id="517" name="Google Shape;517;p17"/>
          <p:cNvSpPr txBox="1"/>
          <p:nvPr/>
        </p:nvSpPr>
        <p:spPr>
          <a:xfrm>
            <a:off x="7791322" y="1504229"/>
            <a:ext cx="4256134" cy="52629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Solution Developer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Interprets business requirements and builds solution increments.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Ensures functional and non-functional needs of the business are met.</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Technical Advisor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Provides specialist technical expertise and input as needed.</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Often represents operational perspectives like change management, support, and maintenance.</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Ensures solutions are practical and sustainable for ongoing operations.</a:t>
            </a:r>
            <a:endParaRPr b="1" i="0" sz="1600" u="none" cap="none" strike="noStrike">
              <a:solidFill>
                <a:srgbClr val="3F3F3F"/>
              </a:solidFill>
              <a:latin typeface="Lato"/>
              <a:ea typeface="Lato"/>
              <a:cs typeface="Lato"/>
              <a:sym typeface="Lato"/>
            </a:endParaRPr>
          </a:p>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Solution Tester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Fully integrated into the team to perform continuous testing.</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Validates the solution against agreed strategy throughout development.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Ensures quality and business fitness of the evolving solution.</a:t>
            </a:r>
            <a:endParaRPr/>
          </a:p>
          <a:p>
            <a:pPr indent="0" lvl="0" marL="0" marR="0" rtl="0" algn="l">
              <a:lnSpc>
                <a:spcPct val="100000"/>
              </a:lnSpc>
              <a:spcBef>
                <a:spcPts val="0"/>
              </a:spcBef>
              <a:spcAft>
                <a:spcPts val="0"/>
              </a:spcAft>
              <a:buNone/>
            </a:pPr>
            <a:r>
              <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id="522" name="Google Shape;522;p42"/>
          <p:cNvPicPr preferRelativeResize="0"/>
          <p:nvPr/>
        </p:nvPicPr>
        <p:blipFill rotWithShape="1">
          <a:blip r:embed="rId3">
            <a:alphaModFix amt="70000"/>
          </a:blip>
          <a:srcRect b="0" l="0" r="0" t="0"/>
          <a:stretch/>
        </p:blipFill>
        <p:spPr>
          <a:xfrm>
            <a:off x="4148643" y="2271340"/>
            <a:ext cx="3441532" cy="3810044"/>
          </a:xfrm>
          <a:prstGeom prst="rect">
            <a:avLst/>
          </a:prstGeom>
          <a:noFill/>
          <a:ln>
            <a:noFill/>
          </a:ln>
        </p:spPr>
      </p:pic>
      <p:sp>
        <p:nvSpPr>
          <p:cNvPr id="523" name="Google Shape;523;p42"/>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The Roles – Process view, Mixed </a:t>
            </a:r>
            <a:endParaRPr/>
          </a:p>
        </p:txBody>
      </p:sp>
      <p:sp>
        <p:nvSpPr>
          <p:cNvPr id="524" name="Google Shape;524;p42"/>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25" name="Google Shape;525;p42"/>
          <p:cNvSpPr txBox="1"/>
          <p:nvPr/>
        </p:nvSpPr>
        <p:spPr>
          <a:xfrm>
            <a:off x="51192" y="1840911"/>
            <a:ext cx="4097451" cy="2062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Workshop Facilitator</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Plans, organises, and facilitates workshops to achieve objectives quickly.</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Ensures effective collaboration within a compressed timeframe.</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Ideally independent of the workshop’s outcome.</a:t>
            </a:r>
            <a:endParaRPr/>
          </a:p>
        </p:txBody>
      </p:sp>
      <p:sp>
        <p:nvSpPr>
          <p:cNvPr id="526" name="Google Shape;526;p42"/>
          <p:cNvSpPr txBox="1"/>
          <p:nvPr/>
        </p:nvSpPr>
        <p:spPr>
          <a:xfrm>
            <a:off x="7744188" y="1840911"/>
            <a:ext cx="4256134" cy="20620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DSDM Coach</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Supports teams with limited DSDM experience.</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Helps members maximise benefits of the approach within organisational context and constraints.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Guides adoption of DSDM practices effectively.</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3"/>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Team – Summary </a:t>
            </a:r>
            <a:endParaRPr/>
          </a:p>
        </p:txBody>
      </p:sp>
      <p:sp>
        <p:nvSpPr>
          <p:cNvPr id="532" name="Google Shape;532;p43"/>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33" name="Google Shape;533;p43"/>
          <p:cNvSpPr txBox="1"/>
          <p:nvPr/>
        </p:nvSpPr>
        <p:spPr>
          <a:xfrm>
            <a:off x="200090" y="1744796"/>
            <a:ext cx="10515599" cy="3323946"/>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3F3F3F"/>
                </a:solidFill>
                <a:latin typeface="Lato"/>
                <a:ea typeface="Lato"/>
                <a:cs typeface="Lato"/>
                <a:sym typeface="Lato"/>
              </a:rPr>
              <a:t>DSDM classifies roles in two dimensions: categories and interests</a:t>
            </a:r>
            <a:endParaRPr/>
          </a:p>
          <a:p>
            <a:pPr indent="-342900" lvl="0" marL="342900" marR="0" rtl="0" algn="l">
              <a:lnSpc>
                <a:spcPct val="150000"/>
              </a:lnSpc>
              <a:spcBef>
                <a:spcPts val="0"/>
              </a:spcBef>
              <a:spcAft>
                <a:spcPts val="0"/>
              </a:spcAft>
              <a:buClr>
                <a:srgbClr val="3F3F3F"/>
              </a:buClr>
              <a:buSzPts val="2200"/>
              <a:buFont typeface="Noto Sans Symbols"/>
              <a:buChar char="▪"/>
            </a:pPr>
            <a:r>
              <a:rPr b="1" i="0" lang="en-MY" sz="2000" u="none" cap="none" strike="noStrike">
                <a:solidFill>
                  <a:srgbClr val="000000"/>
                </a:solidFill>
                <a:latin typeface="Arial"/>
                <a:ea typeface="Arial"/>
                <a:cs typeface="Arial"/>
                <a:sym typeface="Arial"/>
              </a:rPr>
              <a:t>Role Categories</a:t>
            </a:r>
            <a:r>
              <a:rPr b="0" i="0" lang="en-MY" sz="2000" u="none" cap="none" strike="noStrike">
                <a:solidFill>
                  <a:srgbClr val="000000"/>
                </a:solidFill>
                <a:latin typeface="Arial"/>
                <a:ea typeface="Arial"/>
                <a:cs typeface="Arial"/>
                <a:sym typeface="Arial"/>
              </a:rPr>
              <a:t>: Project-level roles, Solution Development Team roles and Supporting roles</a:t>
            </a:r>
            <a:endParaRPr/>
          </a:p>
          <a:p>
            <a:pPr indent="-342900" lvl="0" marL="342900" marR="0" rtl="0" algn="l">
              <a:lnSpc>
                <a:spcPct val="150000"/>
              </a:lnSpc>
              <a:spcBef>
                <a:spcPts val="0"/>
              </a:spcBef>
              <a:spcAft>
                <a:spcPts val="0"/>
              </a:spcAft>
              <a:buClr>
                <a:srgbClr val="3F3F3F"/>
              </a:buClr>
              <a:buSzPts val="2200"/>
              <a:buFont typeface="Noto Sans Symbols"/>
              <a:buChar char="▪"/>
            </a:pPr>
            <a:r>
              <a:rPr b="1" i="0" lang="en-MY" sz="2000" u="none" cap="none" strike="noStrike">
                <a:solidFill>
                  <a:srgbClr val="000000"/>
                </a:solidFill>
                <a:latin typeface="Arial"/>
                <a:ea typeface="Arial"/>
                <a:cs typeface="Arial"/>
                <a:sym typeface="Arial"/>
              </a:rPr>
              <a:t>Four Areas of Interest</a:t>
            </a:r>
            <a:r>
              <a:rPr b="0" i="0" lang="en-MY" sz="2000" u="none" cap="none" strike="noStrike">
                <a:solidFill>
                  <a:srgbClr val="000000"/>
                </a:solidFill>
                <a:latin typeface="Arial"/>
                <a:ea typeface="Arial"/>
                <a:cs typeface="Arial"/>
                <a:sym typeface="Arial"/>
              </a:rPr>
              <a:t>: Business interest, Solution / Technical interest, Management interest, and Process interest</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000000"/>
                </a:solidFill>
                <a:latin typeface="Arial"/>
                <a:ea typeface="Arial"/>
                <a:cs typeface="Arial"/>
                <a:sym typeface="Arial"/>
              </a:rPr>
              <a:t>The </a:t>
            </a:r>
            <a:r>
              <a:rPr b="1" i="0" lang="en-MY" sz="2000" u="none" cap="none" strike="noStrike">
                <a:solidFill>
                  <a:srgbClr val="000000"/>
                </a:solidFill>
                <a:latin typeface="Arial"/>
                <a:ea typeface="Arial"/>
                <a:cs typeface="Arial"/>
                <a:sym typeface="Arial"/>
              </a:rPr>
              <a:t>Business Analyst</a:t>
            </a:r>
            <a:r>
              <a:rPr b="0" i="0" lang="en-MY" sz="2000" u="none" cap="none" strike="noStrike">
                <a:solidFill>
                  <a:srgbClr val="000000"/>
                </a:solidFill>
                <a:latin typeface="Arial"/>
                <a:ea typeface="Arial"/>
                <a:cs typeface="Arial"/>
                <a:sym typeface="Arial"/>
              </a:rPr>
              <a:t> role is special: it </a:t>
            </a:r>
            <a:r>
              <a:rPr b="1" i="0" lang="en-MY" sz="2000" u="none" cap="none" strike="noStrike">
                <a:solidFill>
                  <a:srgbClr val="000000"/>
                </a:solidFill>
                <a:latin typeface="Arial"/>
                <a:ea typeface="Arial"/>
                <a:cs typeface="Arial"/>
                <a:sym typeface="Arial"/>
              </a:rPr>
              <a:t>spans both business and technical interests</a:t>
            </a:r>
            <a:r>
              <a:rPr b="0" i="0" lang="en-MY" sz="2000" u="none" cap="none" strike="noStrike">
                <a:solidFill>
                  <a:srgbClr val="000000"/>
                </a:solidFill>
                <a:latin typeface="Arial"/>
                <a:ea typeface="Arial"/>
                <a:cs typeface="Arial"/>
                <a:sym typeface="Arial"/>
              </a:rPr>
              <a:t>, acting as a bridge between project level and solution team.</a:t>
            </a:r>
            <a:endParaRPr b="0" i="0" sz="2000" u="none" cap="none" strike="noStrike">
              <a:solidFill>
                <a:srgbClr val="3F3F3F"/>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4"/>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The DSDM Products</a:t>
            </a:r>
            <a:endParaRPr/>
          </a:p>
        </p:txBody>
      </p:sp>
      <p:sp>
        <p:nvSpPr>
          <p:cNvPr id="539" name="Google Shape;539;p4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40" name="Google Shape;540;p44"/>
          <p:cNvSpPr txBox="1"/>
          <p:nvPr/>
        </p:nvSpPr>
        <p:spPr>
          <a:xfrm>
            <a:off x="276292" y="1585307"/>
            <a:ext cx="5895908" cy="5078273"/>
          </a:xfrm>
          <a:prstGeom prst="rect">
            <a:avLst/>
          </a:prstGeom>
          <a:solidFill>
            <a:srgbClr val="E9E9E9"/>
          </a:solid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3F3F3F"/>
              </a:buClr>
              <a:buSzPts val="2200"/>
              <a:buFont typeface="Lato"/>
              <a:buChar char="•"/>
            </a:pPr>
            <a:r>
              <a:rPr b="1" i="0" lang="en-MY" sz="1800" u="none" cap="none" strike="noStrike">
                <a:solidFill>
                  <a:srgbClr val="3F3F3F"/>
                </a:solidFill>
                <a:latin typeface="Lato"/>
                <a:ea typeface="Lato"/>
                <a:cs typeface="Lato"/>
                <a:sym typeface="Lato"/>
              </a:rPr>
              <a:t>DSDM Products are the project deliverables</a:t>
            </a:r>
            <a:endParaRPr/>
          </a:p>
          <a:p>
            <a:pPr indent="-342900" lvl="0" marL="342900" marR="0" rtl="0" algn="l">
              <a:lnSpc>
                <a:spcPct val="100000"/>
              </a:lnSpc>
              <a:spcBef>
                <a:spcPts val="0"/>
              </a:spcBef>
              <a:spcAft>
                <a:spcPts val="0"/>
              </a:spcAft>
              <a:buClr>
                <a:srgbClr val="3F3F3F"/>
              </a:buClr>
              <a:buSzPts val="2200"/>
              <a:buFont typeface="Lato"/>
              <a:buChar char="•"/>
            </a:pPr>
            <a:r>
              <a:rPr b="1" i="0" lang="en-MY" sz="1800" u="none" cap="none" strike="noStrike">
                <a:solidFill>
                  <a:srgbClr val="3F3F3F"/>
                </a:solidFill>
                <a:latin typeface="Lato"/>
                <a:ea typeface="Lato"/>
                <a:cs typeface="Lato"/>
                <a:sym typeface="Lato"/>
              </a:rPr>
              <a:t>There are 4 categories of DSDM Products:-</a:t>
            </a:r>
            <a:endParaRPr/>
          </a:p>
          <a:p>
            <a:pPr indent="0" lvl="0" marL="0" marR="0" rtl="0" algn="l">
              <a:lnSpc>
                <a:spcPct val="100000"/>
              </a:lnSpc>
              <a:spcBef>
                <a:spcPts val="0"/>
              </a:spcBef>
              <a:spcAft>
                <a:spcPts val="0"/>
              </a:spcAft>
              <a:buNone/>
            </a:pPr>
            <a:r>
              <a:t/>
            </a:r>
            <a:endParaRPr b="1" i="0" sz="1800" u="none" cap="none" strike="noStrike">
              <a:solidFill>
                <a:srgbClr val="3F3F3F"/>
              </a:solidFill>
              <a:latin typeface="Lato"/>
              <a:ea typeface="Lato"/>
              <a:cs typeface="Lato"/>
              <a:sym typeface="Lato"/>
            </a:endParaRPr>
          </a:p>
          <a:p>
            <a:pPr indent="-342900" lvl="0" marL="342900"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Business-focused products (Orange):</a:t>
            </a:r>
            <a:endParaRPr/>
          </a:p>
          <a:p>
            <a:pPr indent="0" lvl="2" marL="0" marR="0" rtl="0" algn="l">
              <a:lnSpc>
                <a:spcPct val="100000"/>
              </a:lnSpc>
              <a:spcBef>
                <a:spcPts val="0"/>
              </a:spcBef>
              <a:spcAft>
                <a:spcPts val="0"/>
              </a:spcAft>
              <a:buNone/>
            </a:pPr>
            <a:r>
              <a:rPr b="0" i="0" lang="en-MY" sz="1800" u="none" cap="none" strike="noStrike">
                <a:solidFill>
                  <a:srgbClr val="000000"/>
                </a:solidFill>
                <a:latin typeface="Arial"/>
                <a:ea typeface="Arial"/>
                <a:cs typeface="Arial"/>
                <a:sym typeface="Arial"/>
              </a:rPr>
              <a:t>Capture and justify the business needs, priorities, and expected benefits.</a:t>
            </a:r>
            <a:endParaRPr/>
          </a:p>
          <a:p>
            <a:pPr indent="0" lvl="2" marL="0" marR="0" rtl="0" algn="l">
              <a:lnSpc>
                <a:spcPct val="100000"/>
              </a:lnSpc>
              <a:spcBef>
                <a:spcPts val="0"/>
              </a:spcBef>
              <a:spcAft>
                <a:spcPts val="0"/>
              </a:spcAft>
              <a:buNone/>
            </a:pPr>
            <a:r>
              <a:t/>
            </a:r>
            <a:endParaRPr b="1" i="0" sz="1800" u="none" cap="none" strike="noStrike">
              <a:solidFill>
                <a:srgbClr val="3F3F3F"/>
              </a:solidFill>
              <a:latin typeface="Lato"/>
              <a:ea typeface="Lato"/>
              <a:cs typeface="Lato"/>
              <a:sym typeface="Lato"/>
            </a:endParaRPr>
          </a:p>
          <a:p>
            <a:pPr indent="-342900" lvl="0" marL="342900"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Solution-focused products (Green):</a:t>
            </a:r>
            <a:endParaRPr/>
          </a:p>
          <a:p>
            <a:pPr indent="0" lvl="0" marL="0" marR="0" rtl="0" algn="l">
              <a:lnSpc>
                <a:spcPct val="100000"/>
              </a:lnSpc>
              <a:spcBef>
                <a:spcPts val="0"/>
              </a:spcBef>
              <a:spcAft>
                <a:spcPts val="0"/>
              </a:spcAft>
              <a:buNone/>
            </a:pPr>
            <a:r>
              <a:rPr b="0" i="0" lang="en-MY" sz="1800" u="none" cap="none" strike="noStrike">
                <a:solidFill>
                  <a:srgbClr val="3F3F3F"/>
                </a:solidFill>
                <a:latin typeface="Lato"/>
                <a:ea typeface="Lato"/>
                <a:cs typeface="Lato"/>
                <a:sym typeface="Lato"/>
              </a:rPr>
              <a:t>Define, build, and validate the evolving solution and its supporting artefacts.</a:t>
            </a:r>
            <a:endParaRPr/>
          </a:p>
          <a:p>
            <a:pPr indent="0" lvl="0" marL="0" marR="0" rtl="0" algn="l">
              <a:lnSpc>
                <a:spcPct val="100000"/>
              </a:lnSpc>
              <a:spcBef>
                <a:spcPts val="0"/>
              </a:spcBef>
              <a:spcAft>
                <a:spcPts val="0"/>
              </a:spcAft>
              <a:buNone/>
            </a:pPr>
            <a:r>
              <a:t/>
            </a:r>
            <a:endParaRPr b="0" i="0" sz="1800" u="none" cap="none" strike="noStrike">
              <a:solidFill>
                <a:srgbClr val="3F3F3F"/>
              </a:solidFill>
              <a:latin typeface="Lato"/>
              <a:ea typeface="Lato"/>
              <a:cs typeface="Lato"/>
              <a:sym typeface="Lato"/>
            </a:endParaRPr>
          </a:p>
          <a:p>
            <a:pPr indent="-342900" lvl="0" marL="342900"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Management/control products (Blue):</a:t>
            </a:r>
            <a:endParaRPr/>
          </a:p>
          <a:p>
            <a:pPr indent="0" lvl="0" marL="0" marR="0" rtl="0" algn="l">
              <a:lnSpc>
                <a:spcPct val="100000"/>
              </a:lnSpc>
              <a:spcBef>
                <a:spcPts val="0"/>
              </a:spcBef>
              <a:spcAft>
                <a:spcPts val="0"/>
              </a:spcAft>
              <a:buNone/>
            </a:pPr>
            <a:r>
              <a:rPr b="0" i="0" lang="en-MY" sz="1800" u="none" cap="none" strike="noStrike">
                <a:solidFill>
                  <a:srgbClr val="3F3F3F"/>
                </a:solidFill>
                <a:latin typeface="Lato"/>
                <a:ea typeface="Lato"/>
                <a:cs typeface="Lato"/>
                <a:sym typeface="Lato"/>
              </a:rPr>
              <a:t>Provide planning, monitoring, and governance to ensure controlled delivery.</a:t>
            </a:r>
            <a:endParaRPr/>
          </a:p>
          <a:p>
            <a:pPr indent="0" lvl="0" marL="0" marR="0" rtl="0" algn="l">
              <a:lnSpc>
                <a:spcPct val="100000"/>
              </a:lnSpc>
              <a:spcBef>
                <a:spcPts val="0"/>
              </a:spcBef>
              <a:spcAft>
                <a:spcPts val="0"/>
              </a:spcAft>
              <a:buNone/>
            </a:pPr>
            <a:r>
              <a:t/>
            </a:r>
            <a:endParaRPr b="0" i="0" sz="1800" u="none" cap="none" strike="noStrike">
              <a:solidFill>
                <a:srgbClr val="3F3F3F"/>
              </a:solidFill>
              <a:latin typeface="Lato"/>
              <a:ea typeface="Lato"/>
              <a:cs typeface="Lato"/>
              <a:sym typeface="Lato"/>
            </a:endParaRPr>
          </a:p>
          <a:p>
            <a:pPr indent="-342900" lvl="0" marL="342900"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Governance Products (marked "G"):</a:t>
            </a:r>
            <a:endParaRPr/>
          </a:p>
          <a:p>
            <a:pPr indent="0" lvl="0" marL="0" marR="0" rtl="0" algn="l">
              <a:lnSpc>
                <a:spcPct val="100000"/>
              </a:lnSpc>
              <a:spcBef>
                <a:spcPts val="0"/>
              </a:spcBef>
              <a:spcAft>
                <a:spcPts val="0"/>
              </a:spcAft>
              <a:buNone/>
            </a:pPr>
            <a:r>
              <a:rPr b="0" i="0" lang="en-MY" sz="1800" u="none" cap="none" strike="noStrike">
                <a:solidFill>
                  <a:srgbClr val="000000"/>
                </a:solidFill>
                <a:latin typeface="Arial"/>
                <a:ea typeface="Arial"/>
                <a:cs typeface="Arial"/>
                <a:sym typeface="Arial"/>
              </a:rPr>
              <a:t>Key checkpoints used for approvals, compliance, and demonstrating alignment with organisational standards.</a:t>
            </a:r>
            <a:endParaRPr b="1" i="0" sz="1800" u="none" cap="none" strike="noStrike">
              <a:solidFill>
                <a:srgbClr val="3F3F3F"/>
              </a:solidFill>
              <a:latin typeface="Lato"/>
              <a:ea typeface="Lato"/>
              <a:cs typeface="Lato"/>
              <a:sym typeface="Lato"/>
            </a:endParaRPr>
          </a:p>
        </p:txBody>
      </p:sp>
      <p:pic>
        <p:nvPicPr>
          <p:cNvPr id="541" name="Google Shape;541;p44"/>
          <p:cNvPicPr preferRelativeResize="0"/>
          <p:nvPr/>
        </p:nvPicPr>
        <p:blipFill rotWithShape="1">
          <a:blip r:embed="rId3">
            <a:alphaModFix/>
          </a:blip>
          <a:srcRect b="0" l="0" r="0" t="0"/>
          <a:stretch/>
        </p:blipFill>
        <p:spPr>
          <a:xfrm>
            <a:off x="6329446" y="1480555"/>
            <a:ext cx="5755437" cy="4605769"/>
          </a:xfrm>
          <a:prstGeom prst="rect">
            <a:avLst/>
          </a:prstGeom>
          <a:noFill/>
          <a:ln>
            <a:noFill/>
          </a:ln>
        </p:spPr>
      </p:pic>
      <p:sp>
        <p:nvSpPr>
          <p:cNvPr id="542" name="Google Shape;542;p44">
            <a:hlinkClick r:id="rId4"/>
          </p:cNvPr>
          <p:cNvSpPr txBox="1"/>
          <p:nvPr/>
        </p:nvSpPr>
        <p:spPr>
          <a:xfrm>
            <a:off x="6445919" y="6124807"/>
            <a:ext cx="50683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400" u="sng" cap="none" strike="noStrike">
                <a:solidFill>
                  <a:srgbClr val="000000"/>
                </a:solidFill>
                <a:latin typeface="Arial"/>
                <a:ea typeface="Arial"/>
                <a:cs typeface="Arial"/>
                <a:sym typeface="Arial"/>
                <a:hlinkClick r:id="rId5">
                  <a:extLst>
                    <a:ext uri="{A12FA001-AC4F-418D-AE19-62706E023703}">
                      <ahyp:hlinkClr val="tx"/>
                    </a:ext>
                  </a:extLst>
                </a:hlinkClick>
              </a:rPr>
              <a:t>Click here for all example of template.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5"/>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Products – Term of Reference</a:t>
            </a:r>
            <a:endParaRPr/>
          </a:p>
        </p:txBody>
      </p:sp>
      <p:sp>
        <p:nvSpPr>
          <p:cNvPr id="548" name="Google Shape;548;p4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49" name="Google Shape;549;p45"/>
          <p:cNvSpPr txBox="1"/>
          <p:nvPr/>
        </p:nvSpPr>
        <p:spPr>
          <a:xfrm>
            <a:off x="276292" y="1585307"/>
            <a:ext cx="5643948" cy="3139281"/>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High-level definition </a:t>
            </a:r>
            <a:r>
              <a:rPr b="0" i="0" lang="en-MY" sz="1800" u="none" cap="none" strike="noStrike">
                <a:solidFill>
                  <a:srgbClr val="3F3F3F"/>
                </a:solidFill>
                <a:latin typeface="Lato"/>
                <a:ea typeface="Lato"/>
                <a:cs typeface="Lato"/>
                <a:sym typeface="Lato"/>
              </a:rPr>
              <a:t>of the overarching business driver and top-level objectives of the project.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Primary purpose: to scope and justify the </a:t>
            </a:r>
            <a:r>
              <a:rPr b="1" i="0" lang="en-MY" sz="1800" u="none" cap="none" strike="noStrike">
                <a:solidFill>
                  <a:srgbClr val="3F3F3F"/>
                </a:solidFill>
                <a:latin typeface="Lato"/>
                <a:ea typeface="Lato"/>
                <a:cs typeface="Lato"/>
                <a:sym typeface="Lato"/>
              </a:rPr>
              <a:t>Feasibility phase</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Acts as a governance product since it may be used for portfolio-level prioritisation and approval.</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document summarising the project’s business justification, objectives, scope, constraints, stakeholders, and alignment with organisational strategy.</a:t>
            </a:r>
            <a:endParaRPr b="0" i="0" sz="1800" u="none" cap="none" strike="noStrike">
              <a:solidFill>
                <a:srgbClr val="3F3F3F"/>
              </a:solidFill>
              <a:latin typeface="Lato"/>
              <a:ea typeface="Lato"/>
              <a:cs typeface="Lato"/>
              <a:sym typeface="Lato"/>
            </a:endParaRPr>
          </a:p>
        </p:txBody>
      </p:sp>
      <p:sp>
        <p:nvSpPr>
          <p:cNvPr id="550" name="Google Shape;550;p45"/>
          <p:cNvSpPr txBox="1"/>
          <p:nvPr/>
        </p:nvSpPr>
        <p:spPr>
          <a:xfrm>
            <a:off x="6271760" y="1585307"/>
            <a:ext cx="5740700" cy="120028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Example of Terms of Reference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800" u="sng" cap="none" strike="noStrike">
                <a:solidFill>
                  <a:srgbClr val="000000"/>
                </a:solidFill>
                <a:latin typeface="Arial"/>
                <a:ea typeface="Arial"/>
                <a:cs typeface="Arial"/>
                <a:sym typeface="Arial"/>
                <a:hlinkClick r:id="rId3">
                  <a:extLst>
                    <a:ext uri="{A12FA001-AC4F-418D-AE19-62706E023703}">
                      <ahyp:hlinkClr val="tx"/>
                    </a:ext>
                  </a:extLst>
                </a:hlinkClick>
              </a:rPr>
              <a:t>1.1 Pre-project - Terms of reference (PROJECT_CODE).docx</a:t>
            </a:r>
            <a:endParaRPr b="0" i="0" sz="1800" u="none" cap="none" strike="noStrike">
              <a:solidFill>
                <a:srgbClr val="3F3F3F"/>
              </a:solidFill>
              <a:latin typeface="Lato"/>
              <a:ea typeface="Lato"/>
              <a:cs typeface="Lato"/>
              <a:sym typeface="Lato"/>
            </a:endParaRPr>
          </a:p>
        </p:txBody>
      </p:sp>
      <p:pic>
        <p:nvPicPr>
          <p:cNvPr id="551" name="Google Shape;551;p45"/>
          <p:cNvPicPr preferRelativeResize="0"/>
          <p:nvPr/>
        </p:nvPicPr>
        <p:blipFill rotWithShape="1">
          <a:blip r:embed="rId4">
            <a:alphaModFix/>
          </a:blip>
          <a:srcRect b="0" l="0" r="0" t="0"/>
          <a:stretch/>
        </p:blipFill>
        <p:spPr>
          <a:xfrm>
            <a:off x="6320136" y="3033704"/>
            <a:ext cx="5643948" cy="339888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6"/>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Products – Business Case</a:t>
            </a:r>
            <a:endParaRPr/>
          </a:p>
        </p:txBody>
      </p:sp>
      <p:sp>
        <p:nvSpPr>
          <p:cNvPr id="557" name="Google Shape;557;p4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58" name="Google Shape;558;p46"/>
          <p:cNvSpPr txBox="1"/>
          <p:nvPr/>
        </p:nvSpPr>
        <p:spPr>
          <a:xfrm>
            <a:off x="276292" y="1585307"/>
            <a:ext cx="5895908" cy="4539664"/>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7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700" u="none" cap="none" strike="noStrike">
                <a:solidFill>
                  <a:srgbClr val="3F3F3F"/>
                </a:solidFill>
                <a:latin typeface="Lato"/>
                <a:ea typeface="Lato"/>
                <a:cs typeface="Lato"/>
                <a:sym typeface="Lato"/>
              </a:rPr>
              <a:t>The Business Case provides a vision and a justification for the project from a </a:t>
            </a:r>
            <a:r>
              <a:rPr b="1" i="0" lang="en-MY" sz="1700" u="none" cap="none" strike="noStrike">
                <a:solidFill>
                  <a:srgbClr val="3F3F3F"/>
                </a:solidFill>
                <a:latin typeface="Lato"/>
                <a:ea typeface="Lato"/>
                <a:cs typeface="Lato"/>
                <a:sym typeface="Lato"/>
              </a:rPr>
              <a:t>business perspective</a:t>
            </a:r>
            <a:r>
              <a:rPr b="0" i="0" lang="en-MY" sz="1700" u="none" cap="none" strike="noStrike">
                <a:solidFill>
                  <a:srgbClr val="3F3F3F"/>
                </a:solidFill>
                <a:latin typeface="Lato"/>
                <a:ea typeface="Lato"/>
                <a:cs typeface="Lato"/>
                <a:sym typeface="Lato"/>
              </a:rPr>
              <a:t>. </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700" u="none" cap="none" strike="noStrike">
                <a:solidFill>
                  <a:srgbClr val="3F3F3F"/>
                </a:solidFill>
                <a:latin typeface="Lato"/>
                <a:ea typeface="Lato"/>
                <a:cs typeface="Lato"/>
                <a:sym typeface="Lato"/>
              </a:rPr>
              <a:t>The business vision describes a </a:t>
            </a:r>
            <a:r>
              <a:rPr b="1" i="0" lang="en-MY" sz="1700" u="none" cap="none" strike="noStrike">
                <a:solidFill>
                  <a:srgbClr val="3F3F3F"/>
                </a:solidFill>
                <a:latin typeface="Lato"/>
                <a:ea typeface="Lato"/>
                <a:cs typeface="Lato"/>
                <a:sym typeface="Lato"/>
              </a:rPr>
              <a:t>changed business </a:t>
            </a:r>
            <a:r>
              <a:rPr b="0" i="0" lang="en-MY" sz="1700" u="none" cap="none" strike="noStrike">
                <a:solidFill>
                  <a:srgbClr val="3F3F3F"/>
                </a:solidFill>
                <a:latin typeface="Lato"/>
                <a:ea typeface="Lato"/>
                <a:cs typeface="Lato"/>
                <a:sym typeface="Lato"/>
              </a:rPr>
              <a:t>as it is expected to be, </a:t>
            </a:r>
            <a:r>
              <a:rPr b="1" i="0" lang="en-MY" sz="1700" u="none" cap="none" strike="noStrike">
                <a:solidFill>
                  <a:srgbClr val="3F3F3F"/>
                </a:solidFill>
                <a:latin typeface="Lato"/>
                <a:ea typeface="Lato"/>
                <a:cs typeface="Lato"/>
                <a:sym typeface="Lato"/>
              </a:rPr>
              <a:t>incrementally</a:t>
            </a:r>
            <a:r>
              <a:rPr b="0" i="0" lang="en-MY" sz="1700" u="none" cap="none" strike="noStrike">
                <a:solidFill>
                  <a:srgbClr val="3F3F3F"/>
                </a:solidFill>
                <a:latin typeface="Lato"/>
                <a:ea typeface="Lato"/>
                <a:cs typeface="Lato"/>
                <a:sym typeface="Lato"/>
              </a:rPr>
              <a:t> and </a:t>
            </a:r>
            <a:r>
              <a:rPr b="1" i="0" lang="en-MY" sz="1700" u="none" cap="none" strike="noStrike">
                <a:solidFill>
                  <a:srgbClr val="3F3F3F"/>
                </a:solidFill>
                <a:latin typeface="Lato"/>
                <a:ea typeface="Lato"/>
                <a:cs typeface="Lato"/>
                <a:sym typeface="Lato"/>
              </a:rPr>
              <a:t>at the end of the project</a:t>
            </a:r>
            <a:r>
              <a:rPr b="0" i="0" lang="en-MY" sz="17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700" u="none" cap="none" strike="noStrike">
                <a:solidFill>
                  <a:srgbClr val="3F3F3F"/>
                </a:solidFill>
                <a:latin typeface="Lato"/>
                <a:ea typeface="Lato"/>
                <a:cs typeface="Lato"/>
                <a:sym typeface="Lato"/>
              </a:rPr>
              <a:t>The justification for the project is typically based on an investment appraisal determining whether the value of the solution to be delivered by the project warrants the cost to produce, support and maintain it into the future, all within an acceptable level of risk.</a:t>
            </a:r>
            <a:endParaRPr/>
          </a:p>
          <a:p>
            <a:pPr indent="-342900" lvl="0" marL="342900" marR="0" rtl="0" algn="l">
              <a:lnSpc>
                <a:spcPct val="100000"/>
              </a:lnSpc>
              <a:spcBef>
                <a:spcPts val="0"/>
              </a:spcBef>
              <a:spcAft>
                <a:spcPts val="0"/>
              </a:spcAft>
              <a:buClr>
                <a:srgbClr val="3F3F3F"/>
              </a:buClr>
              <a:buSzPts val="2200"/>
              <a:buFont typeface="Noto Sans Symbols"/>
              <a:buChar char="▪"/>
            </a:pPr>
            <a:r>
              <a:rPr b="1" i="0" lang="en-MY" sz="1700" u="none" cap="none" strike="noStrike">
                <a:solidFill>
                  <a:srgbClr val="3F3F3F"/>
                </a:solidFill>
                <a:latin typeface="Lato"/>
                <a:ea typeface="Lato"/>
                <a:cs typeface="Lato"/>
                <a:sym typeface="Lato"/>
              </a:rPr>
              <a:t>Baselines</a:t>
            </a:r>
            <a:r>
              <a:rPr b="0" i="0" lang="en-MY" sz="1700" u="none" cap="none" strike="noStrike">
                <a:solidFill>
                  <a:srgbClr val="3F3F3F"/>
                </a:solidFill>
                <a:latin typeface="Lato"/>
                <a:ea typeface="Lato"/>
                <a:cs typeface="Lato"/>
                <a:sym typeface="Lato"/>
              </a:rPr>
              <a:t> of the Business Case are typically created first as an outline by the end of Feasibility, then as a basis for approval of development by the end of Foundations. </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700" u="none" cap="none" strike="noStrike">
                <a:solidFill>
                  <a:srgbClr val="3F3F3F"/>
                </a:solidFill>
                <a:latin typeface="Lato"/>
                <a:ea typeface="Lato"/>
                <a:cs typeface="Lato"/>
                <a:sym typeface="Lato"/>
              </a:rPr>
              <a:t>It is formally reviewed at the end of each Project Increment in order to determine whether further work is justified.</a:t>
            </a:r>
            <a:endParaRPr b="0" i="0" sz="1700" u="none" cap="none" strike="noStrike">
              <a:solidFill>
                <a:srgbClr val="3F3F3F"/>
              </a:solidFill>
              <a:latin typeface="Lato"/>
              <a:ea typeface="Lato"/>
              <a:cs typeface="Lato"/>
              <a:sym typeface="Lato"/>
            </a:endParaRPr>
          </a:p>
        </p:txBody>
      </p:sp>
      <p:sp>
        <p:nvSpPr>
          <p:cNvPr id="559" name="Google Shape;559;p46"/>
          <p:cNvSpPr txBox="1"/>
          <p:nvPr/>
        </p:nvSpPr>
        <p:spPr>
          <a:xfrm>
            <a:off x="6271760" y="1585307"/>
            <a:ext cx="5740700" cy="83095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Business Case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3.1 Foundations - Business case (PROJECT_CODE).docx</a:t>
            </a:r>
            <a:endParaRPr b="0" i="0" sz="1600" u="none" cap="none" strike="noStrike">
              <a:solidFill>
                <a:srgbClr val="3F3F3F"/>
              </a:solidFill>
              <a:latin typeface="Lato"/>
              <a:ea typeface="Lato"/>
              <a:cs typeface="Lato"/>
              <a:sym typeface="Lato"/>
            </a:endParaRPr>
          </a:p>
        </p:txBody>
      </p:sp>
      <p:pic>
        <p:nvPicPr>
          <p:cNvPr id="560" name="Google Shape;560;p46"/>
          <p:cNvPicPr preferRelativeResize="0"/>
          <p:nvPr/>
        </p:nvPicPr>
        <p:blipFill rotWithShape="1">
          <a:blip r:embed="rId4">
            <a:alphaModFix/>
          </a:blip>
          <a:srcRect b="0" l="0" r="0" t="0"/>
          <a:stretch/>
        </p:blipFill>
        <p:spPr>
          <a:xfrm>
            <a:off x="6363222" y="2595436"/>
            <a:ext cx="4019498" cy="384918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7"/>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Products – Prioritised Requirements List</a:t>
            </a:r>
            <a:endParaRPr/>
          </a:p>
        </p:txBody>
      </p:sp>
      <p:sp>
        <p:nvSpPr>
          <p:cNvPr id="566" name="Google Shape;566;p47"/>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67" name="Google Shape;567;p47"/>
          <p:cNvSpPr txBox="1"/>
          <p:nvPr/>
        </p:nvSpPr>
        <p:spPr>
          <a:xfrm>
            <a:off x="276292" y="1585307"/>
            <a:ext cx="5819708" cy="424727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The PRL outlines, at a high level, the requirements the project must address.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It shows the priority of each requirement in meeting project objectives and business needs.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Consideration of requirements starts in </a:t>
            </a:r>
            <a:r>
              <a:rPr b="1" i="0" lang="en-MY" sz="1800" u="none" cap="none" strike="noStrike">
                <a:solidFill>
                  <a:srgbClr val="3F3F3F"/>
                </a:solidFill>
                <a:latin typeface="Lato"/>
                <a:ea typeface="Lato"/>
                <a:cs typeface="Lato"/>
                <a:sym typeface="Lato"/>
              </a:rPr>
              <a:t>Feasibility</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baseline PRL, created by the end of </a:t>
            </a:r>
            <a:r>
              <a:rPr b="1" i="0" lang="en-MY" sz="1800" u="none" cap="none" strike="noStrike">
                <a:solidFill>
                  <a:srgbClr val="3F3F3F"/>
                </a:solidFill>
                <a:latin typeface="Lato"/>
                <a:ea typeface="Lato"/>
                <a:cs typeface="Lato"/>
                <a:sym typeface="Lato"/>
              </a:rPr>
              <a:t>Foundations</a:t>
            </a:r>
            <a:r>
              <a:rPr b="0" i="0" lang="en-MY" sz="1800" u="none" cap="none" strike="noStrike">
                <a:solidFill>
                  <a:srgbClr val="3F3F3F"/>
                </a:solidFill>
                <a:latin typeface="Lato"/>
                <a:ea typeface="Lato"/>
                <a:cs typeface="Lato"/>
                <a:sym typeface="Lato"/>
              </a:rPr>
              <a:t>, defines the project scope.</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After Foundations, changes naturally occur in </a:t>
            </a:r>
            <a:r>
              <a:rPr b="1" i="0" lang="en-MY" sz="1800" u="none" cap="none" strike="noStrike">
                <a:solidFill>
                  <a:srgbClr val="3F3F3F"/>
                </a:solidFill>
                <a:latin typeface="Lato"/>
                <a:ea typeface="Lato"/>
                <a:cs typeface="Lato"/>
                <a:sym typeface="Lato"/>
              </a:rPr>
              <a:t>depth</a:t>
            </a:r>
            <a:r>
              <a:rPr b="0" i="0" lang="en-MY" sz="1800" u="none" cap="none" strike="noStrike">
                <a:solidFill>
                  <a:srgbClr val="3F3F3F"/>
                </a:solidFill>
                <a:latin typeface="Lato"/>
                <a:ea typeface="Lato"/>
                <a:cs typeface="Lato"/>
                <a:sym typeface="Lato"/>
              </a:rPr>
              <a:t> (detail) as the project progresses.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Changes in </a:t>
            </a:r>
            <a:r>
              <a:rPr b="1" i="0" lang="en-MY" sz="1800" u="none" cap="none" strike="noStrike">
                <a:solidFill>
                  <a:srgbClr val="3F3F3F"/>
                </a:solidFill>
                <a:latin typeface="Lato"/>
                <a:ea typeface="Lato"/>
                <a:cs typeface="Lato"/>
                <a:sym typeface="Lato"/>
              </a:rPr>
              <a:t>breadth</a:t>
            </a:r>
            <a:r>
              <a:rPr b="0" i="0" lang="en-MY" sz="1800" u="none" cap="none" strike="noStrike">
                <a:solidFill>
                  <a:srgbClr val="3F3F3F"/>
                </a:solidFill>
                <a:latin typeface="Lato"/>
                <a:ea typeface="Lato"/>
                <a:cs typeface="Lato"/>
                <a:sym typeface="Lato"/>
              </a:rPr>
              <a:t> (adding, removing, or significantly altering high-level requirements) must be formally controlled.</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Control is necessary to ensure alignment with the </a:t>
            </a:r>
            <a:r>
              <a:rPr b="1" i="0" lang="en-MY" sz="1800" u="none" cap="none" strike="noStrike">
                <a:solidFill>
                  <a:srgbClr val="3F3F3F"/>
                </a:solidFill>
                <a:latin typeface="Lato"/>
                <a:ea typeface="Lato"/>
                <a:cs typeface="Lato"/>
                <a:sym typeface="Lato"/>
              </a:rPr>
              <a:t>business vision </a:t>
            </a:r>
            <a:r>
              <a:rPr b="0" i="0" lang="en-MY" sz="1800" u="none" cap="none" strike="noStrike">
                <a:solidFill>
                  <a:srgbClr val="3F3F3F"/>
                </a:solidFill>
                <a:latin typeface="Lato"/>
                <a:ea typeface="Lato"/>
                <a:cs typeface="Lato"/>
                <a:sym typeface="Lato"/>
              </a:rPr>
              <a:t>and to maintain scope discipline.</a:t>
            </a:r>
            <a:endParaRPr b="0" i="0" sz="1800" u="none" cap="none" strike="noStrike">
              <a:solidFill>
                <a:srgbClr val="3F3F3F"/>
              </a:solidFill>
              <a:latin typeface="Lato"/>
              <a:ea typeface="Lato"/>
              <a:cs typeface="Lato"/>
              <a:sym typeface="Lato"/>
            </a:endParaRPr>
          </a:p>
        </p:txBody>
      </p:sp>
      <p:sp>
        <p:nvSpPr>
          <p:cNvPr id="568" name="Google Shape;568;p47"/>
          <p:cNvSpPr txBox="1"/>
          <p:nvPr/>
        </p:nvSpPr>
        <p:spPr>
          <a:xfrm>
            <a:off x="6319888" y="1585307"/>
            <a:ext cx="5740700" cy="83095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PRL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3.2 Foundations - PRL (PROJECT_CODE).xlsx</a:t>
            </a:r>
            <a:endParaRPr b="0" i="0" sz="1600" u="none" cap="none" strike="noStrike">
              <a:solidFill>
                <a:srgbClr val="3F3F3F"/>
              </a:solidFill>
              <a:latin typeface="Lato"/>
              <a:ea typeface="Lato"/>
              <a:cs typeface="Lato"/>
              <a:sym typeface="Lato"/>
            </a:endParaRPr>
          </a:p>
        </p:txBody>
      </p:sp>
      <p:pic>
        <p:nvPicPr>
          <p:cNvPr id="569" name="Google Shape;569;p47"/>
          <p:cNvPicPr preferRelativeResize="0"/>
          <p:nvPr/>
        </p:nvPicPr>
        <p:blipFill rotWithShape="1">
          <a:blip r:embed="rId4">
            <a:alphaModFix/>
          </a:blip>
          <a:srcRect b="0" l="0" r="0" t="0"/>
          <a:stretch/>
        </p:blipFill>
        <p:spPr>
          <a:xfrm>
            <a:off x="6319888" y="2595484"/>
            <a:ext cx="5662896" cy="3237099"/>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8"/>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Products – Solution Architecture Definition</a:t>
            </a:r>
            <a:endParaRPr/>
          </a:p>
        </p:txBody>
      </p:sp>
      <p:sp>
        <p:nvSpPr>
          <p:cNvPr id="575" name="Google Shape;575;p4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76" name="Google Shape;576;p48"/>
          <p:cNvSpPr txBox="1"/>
          <p:nvPr/>
        </p:nvSpPr>
        <p:spPr>
          <a:xfrm>
            <a:off x="276292" y="1585307"/>
            <a:ext cx="5895908" cy="2585283"/>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Provides a </a:t>
            </a:r>
            <a:r>
              <a:rPr b="1" i="0" lang="en-MY" sz="1800" u="none" cap="none" strike="noStrike">
                <a:solidFill>
                  <a:srgbClr val="3F3F3F"/>
                </a:solidFill>
                <a:latin typeface="Lato"/>
                <a:ea typeface="Lato"/>
                <a:cs typeface="Lato"/>
                <a:sym typeface="Lato"/>
              </a:rPr>
              <a:t>high-level design framework </a:t>
            </a:r>
            <a:r>
              <a:rPr b="0" i="0" lang="en-MY" sz="1800" u="none" cap="none" strike="noStrike">
                <a:solidFill>
                  <a:srgbClr val="3F3F3F"/>
                </a:solidFill>
                <a:latin typeface="Lato"/>
                <a:ea typeface="Lato"/>
                <a:cs typeface="Lato"/>
                <a:sym typeface="Lato"/>
              </a:rPr>
              <a:t>for the solution.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Covers both </a:t>
            </a:r>
            <a:r>
              <a:rPr b="1" i="0" lang="en-MY" sz="1800" u="none" cap="none" strike="noStrike">
                <a:solidFill>
                  <a:srgbClr val="3F3F3F"/>
                </a:solidFill>
                <a:latin typeface="Lato"/>
                <a:ea typeface="Lato"/>
                <a:cs typeface="Lato"/>
                <a:sym typeface="Lato"/>
              </a:rPr>
              <a:t>business</a:t>
            </a:r>
            <a:r>
              <a:rPr b="0" i="0" lang="en-MY" sz="1800" u="none" cap="none" strike="noStrike">
                <a:solidFill>
                  <a:srgbClr val="3F3F3F"/>
                </a:solidFill>
                <a:latin typeface="Lato"/>
                <a:ea typeface="Lato"/>
                <a:cs typeface="Lato"/>
                <a:sym typeface="Lato"/>
              </a:rPr>
              <a:t> and </a:t>
            </a:r>
            <a:r>
              <a:rPr b="1" i="0" lang="en-MY" sz="1800" u="none" cap="none" strike="noStrike">
                <a:solidFill>
                  <a:srgbClr val="3F3F3F"/>
                </a:solidFill>
                <a:latin typeface="Lato"/>
                <a:ea typeface="Lato"/>
                <a:cs typeface="Lato"/>
                <a:sym typeface="Lato"/>
              </a:rPr>
              <a:t>technical aspects </a:t>
            </a:r>
            <a:r>
              <a:rPr b="0" i="0" lang="en-MY" sz="1800" u="none" cap="none" strike="noStrike">
                <a:solidFill>
                  <a:srgbClr val="3F3F3F"/>
                </a:solidFill>
                <a:latin typeface="Lato"/>
                <a:ea typeface="Lato"/>
                <a:cs typeface="Lato"/>
                <a:sym typeface="Lato"/>
              </a:rPr>
              <a:t>of the solution.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Describes the solution to a sufficient level of detail, ensuring the </a:t>
            </a:r>
            <a:r>
              <a:rPr b="1" i="0" lang="en-MY" sz="1800" u="none" cap="none" strike="noStrike">
                <a:solidFill>
                  <a:srgbClr val="3F3F3F"/>
                </a:solidFill>
                <a:latin typeface="Lato"/>
                <a:ea typeface="Lato"/>
                <a:cs typeface="Lato"/>
                <a:sym typeface="Lato"/>
              </a:rPr>
              <a:t>scope is clear</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Ensures the framework is flexible and does </a:t>
            </a:r>
            <a:r>
              <a:rPr b="1" i="0" lang="en-MY" sz="1800" u="none" cap="none" strike="noStrike">
                <a:solidFill>
                  <a:srgbClr val="3F3F3F"/>
                </a:solidFill>
                <a:latin typeface="Lato"/>
                <a:ea typeface="Lato"/>
                <a:cs typeface="Lato"/>
                <a:sym typeface="Lato"/>
              </a:rPr>
              <a:t>not restrict evolutionary development</a:t>
            </a:r>
            <a:r>
              <a:rPr b="0" i="0" lang="en-MY" sz="1800" u="none" cap="none" strike="noStrike">
                <a:solidFill>
                  <a:srgbClr val="3F3F3F"/>
                </a:solidFill>
                <a:latin typeface="Lato"/>
                <a:ea typeface="Lato"/>
                <a:cs typeface="Lato"/>
                <a:sym typeface="Lato"/>
              </a:rPr>
              <a:t>.</a:t>
            </a:r>
            <a:endParaRPr b="0" i="0" sz="1800" u="none" cap="none" strike="noStrike">
              <a:solidFill>
                <a:srgbClr val="3F3F3F"/>
              </a:solidFill>
              <a:latin typeface="Lato"/>
              <a:ea typeface="Lato"/>
              <a:cs typeface="Lato"/>
              <a:sym typeface="Lato"/>
            </a:endParaRPr>
          </a:p>
        </p:txBody>
      </p:sp>
      <p:sp>
        <p:nvSpPr>
          <p:cNvPr id="577" name="Google Shape;577;p48"/>
          <p:cNvSpPr txBox="1"/>
          <p:nvPr/>
        </p:nvSpPr>
        <p:spPr>
          <a:xfrm>
            <a:off x="6319888" y="1585307"/>
            <a:ext cx="5740700" cy="83095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SAD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3.3.2 Foundations - SAD system (PROJECT_CODE).docx</a:t>
            </a:r>
            <a:endParaRPr b="0" i="0" sz="1600" u="none" cap="none" strike="noStrike">
              <a:solidFill>
                <a:srgbClr val="3F3F3F"/>
              </a:solidFill>
              <a:latin typeface="Lato"/>
              <a:ea typeface="Lato"/>
              <a:cs typeface="Lato"/>
              <a:sym typeface="Lato"/>
            </a:endParaRPr>
          </a:p>
        </p:txBody>
      </p:sp>
      <p:pic>
        <p:nvPicPr>
          <p:cNvPr id="578" name="Google Shape;578;p48"/>
          <p:cNvPicPr preferRelativeResize="0"/>
          <p:nvPr/>
        </p:nvPicPr>
        <p:blipFill rotWithShape="1">
          <a:blip r:embed="rId4">
            <a:alphaModFix/>
          </a:blip>
          <a:srcRect b="0" l="0" r="0" t="0"/>
          <a:stretch/>
        </p:blipFill>
        <p:spPr>
          <a:xfrm>
            <a:off x="6355984" y="2562379"/>
            <a:ext cx="5595820" cy="3135247"/>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49"/>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Development Approach Definition</a:t>
            </a:r>
            <a:endParaRPr sz="3200"/>
          </a:p>
        </p:txBody>
      </p:sp>
      <p:sp>
        <p:nvSpPr>
          <p:cNvPr id="584" name="Google Shape;584;p4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85" name="Google Shape;585;p49"/>
          <p:cNvSpPr txBox="1"/>
          <p:nvPr/>
        </p:nvSpPr>
        <p:spPr>
          <a:xfrm>
            <a:off x="276292" y="1585307"/>
            <a:ext cx="5895908" cy="2862282"/>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Provides a </a:t>
            </a:r>
            <a:r>
              <a:rPr b="1" i="0" lang="en-MY" sz="1800" u="none" cap="none" strike="noStrike">
                <a:solidFill>
                  <a:srgbClr val="3F3F3F"/>
                </a:solidFill>
                <a:latin typeface="Lato"/>
                <a:ea typeface="Lato"/>
                <a:cs typeface="Lato"/>
                <a:sym typeface="Lato"/>
              </a:rPr>
              <a:t>high-level definition </a:t>
            </a:r>
            <a:r>
              <a:rPr b="0" i="0" lang="en-MY" sz="1800" u="none" cap="none" strike="noStrike">
                <a:solidFill>
                  <a:srgbClr val="3F3F3F"/>
                </a:solidFill>
                <a:latin typeface="Lato"/>
                <a:ea typeface="Lato"/>
                <a:cs typeface="Lato"/>
                <a:sym typeface="Lato"/>
              </a:rPr>
              <a:t>of tools, techniques, customs, practices, and standards.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Guides the </a:t>
            </a:r>
            <a:r>
              <a:rPr b="1" i="0" lang="en-MY" sz="1800" u="none" cap="none" strike="noStrike">
                <a:solidFill>
                  <a:srgbClr val="3F3F3F"/>
                </a:solidFill>
                <a:latin typeface="Lato"/>
                <a:ea typeface="Lato"/>
                <a:cs typeface="Lato"/>
                <a:sym typeface="Lato"/>
              </a:rPr>
              <a:t>evolutionary development </a:t>
            </a:r>
            <a:r>
              <a:rPr b="0" i="0" lang="en-MY" sz="1800" u="none" cap="none" strike="noStrike">
                <a:solidFill>
                  <a:srgbClr val="3F3F3F"/>
                </a:solidFill>
                <a:latin typeface="Lato"/>
                <a:ea typeface="Lato"/>
                <a:cs typeface="Lato"/>
                <a:sym typeface="Lato"/>
              </a:rPr>
              <a:t>of the solution.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Defines how </a:t>
            </a:r>
            <a:r>
              <a:rPr b="1" i="0" lang="en-MY" sz="1800" u="none" cap="none" strike="noStrike">
                <a:solidFill>
                  <a:srgbClr val="3F3F3F"/>
                </a:solidFill>
                <a:latin typeface="Lato"/>
                <a:ea typeface="Lato"/>
                <a:cs typeface="Lato"/>
                <a:sym typeface="Lato"/>
              </a:rPr>
              <a:t>solution quality </a:t>
            </a:r>
            <a:r>
              <a:rPr b="0" i="0" lang="en-MY" sz="1800" u="none" cap="none" strike="noStrike">
                <a:solidFill>
                  <a:srgbClr val="3F3F3F"/>
                </a:solidFill>
                <a:latin typeface="Lato"/>
                <a:ea typeface="Lato"/>
                <a:cs typeface="Lato"/>
                <a:sym typeface="Lato"/>
              </a:rPr>
              <a:t>will be assured.</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Includes a </a:t>
            </a:r>
            <a:r>
              <a:rPr b="1" i="0" lang="en-MY" sz="1800" u="none" cap="none" strike="noStrike">
                <a:solidFill>
                  <a:srgbClr val="3F3F3F"/>
                </a:solidFill>
                <a:latin typeface="Lato"/>
                <a:ea typeface="Lato"/>
                <a:cs typeface="Lato"/>
                <a:sym typeface="Lato"/>
              </a:rPr>
              <a:t>strategy for testing and review </a:t>
            </a:r>
            <a:r>
              <a:rPr b="0" i="0" lang="en-MY" sz="1800" u="none" cap="none" strike="noStrike">
                <a:solidFill>
                  <a:srgbClr val="3F3F3F"/>
                </a:solidFill>
                <a:latin typeface="Lato"/>
                <a:ea typeface="Lato"/>
                <a:cs typeface="Lato"/>
                <a:sym typeface="Lato"/>
              </a:rPr>
              <a:t>as a key part of the approach.</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Ensures that development is </a:t>
            </a:r>
            <a:r>
              <a:rPr b="1" i="0" lang="en-MY" sz="1800" u="none" cap="none" strike="noStrike">
                <a:solidFill>
                  <a:srgbClr val="3F3F3F"/>
                </a:solidFill>
                <a:latin typeface="Lato"/>
                <a:ea typeface="Lato"/>
                <a:cs typeface="Lato"/>
                <a:sym typeface="Lato"/>
              </a:rPr>
              <a:t>structured, consistent, and aligned</a:t>
            </a:r>
            <a:r>
              <a:rPr b="0" i="0" lang="en-MY" sz="1800" u="none" cap="none" strike="noStrike">
                <a:solidFill>
                  <a:srgbClr val="3F3F3F"/>
                </a:solidFill>
                <a:latin typeface="Lato"/>
                <a:ea typeface="Lato"/>
                <a:cs typeface="Lato"/>
                <a:sym typeface="Lato"/>
              </a:rPr>
              <a:t> with project goals.</a:t>
            </a:r>
            <a:endParaRPr b="0" i="0" sz="1800" u="none" cap="none" strike="noStrike">
              <a:solidFill>
                <a:srgbClr val="3F3F3F"/>
              </a:solidFill>
              <a:latin typeface="Lato"/>
              <a:ea typeface="Lato"/>
              <a:cs typeface="Lato"/>
              <a:sym typeface="Lato"/>
            </a:endParaRPr>
          </a:p>
        </p:txBody>
      </p:sp>
      <p:pic>
        <p:nvPicPr>
          <p:cNvPr id="586" name="Google Shape;586;p49"/>
          <p:cNvPicPr preferRelativeResize="0"/>
          <p:nvPr/>
        </p:nvPicPr>
        <p:blipFill rotWithShape="1">
          <a:blip r:embed="rId3">
            <a:alphaModFix/>
          </a:blip>
          <a:srcRect b="0" l="0" r="0" t="0"/>
          <a:stretch/>
        </p:blipFill>
        <p:spPr>
          <a:xfrm>
            <a:off x="6319889" y="2877948"/>
            <a:ext cx="5740700" cy="2507524"/>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587" name="Google Shape;587;p49"/>
          <p:cNvSpPr txBox="1"/>
          <p:nvPr/>
        </p:nvSpPr>
        <p:spPr>
          <a:xfrm>
            <a:off x="6319888" y="1585307"/>
            <a:ext cx="5740700" cy="10771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DAD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4">
                  <a:extLst>
                    <a:ext uri="{A12FA001-AC4F-418D-AE19-62706E023703}">
                      <ahyp:hlinkClr val="tx"/>
                    </a:ext>
                  </a:extLst>
                </a:hlinkClick>
              </a:rPr>
              <a:t>3.3.3 Foundations - DAD development (PROJECT_CODE).docx</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0"/>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Products – Delivery Plan</a:t>
            </a:r>
            <a:endParaRPr/>
          </a:p>
        </p:txBody>
      </p:sp>
      <p:sp>
        <p:nvSpPr>
          <p:cNvPr id="593" name="Google Shape;593;p5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594" name="Google Shape;594;p50"/>
          <p:cNvSpPr txBox="1"/>
          <p:nvPr/>
        </p:nvSpPr>
        <p:spPr>
          <a:xfrm>
            <a:off x="276292" y="1585307"/>
            <a:ext cx="5895908" cy="3416279"/>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Provides a </a:t>
            </a:r>
            <a:r>
              <a:rPr b="1" i="0" lang="en-MY" sz="1800" u="none" cap="none" strike="noStrike">
                <a:solidFill>
                  <a:srgbClr val="3F3F3F"/>
                </a:solidFill>
                <a:latin typeface="Lato"/>
                <a:ea typeface="Lato"/>
                <a:cs typeface="Lato"/>
                <a:sym typeface="Lato"/>
              </a:rPr>
              <a:t>high-level schedule </a:t>
            </a:r>
            <a:r>
              <a:rPr b="0" i="0" lang="en-MY" sz="1800" u="none" cap="none" strike="noStrike">
                <a:solidFill>
                  <a:srgbClr val="3F3F3F"/>
                </a:solidFill>
                <a:latin typeface="Lato"/>
                <a:ea typeface="Lato"/>
                <a:cs typeface="Lato"/>
                <a:sym typeface="Lato"/>
              </a:rPr>
              <a:t>of project increments.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Includes, at minimum, details of the </a:t>
            </a:r>
            <a:r>
              <a:rPr b="1" i="0" lang="en-MY" sz="1800" u="none" cap="none" strike="noStrike">
                <a:solidFill>
                  <a:srgbClr val="3F3F3F"/>
                </a:solidFill>
                <a:latin typeface="Lato"/>
                <a:ea typeface="Lato"/>
                <a:cs typeface="Lato"/>
                <a:sym typeface="Lato"/>
              </a:rPr>
              <a:t>first/imminent increment</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Breaks down increments into </a:t>
            </a:r>
            <a:r>
              <a:rPr b="1" i="0" lang="en-MY" sz="1800" u="none" cap="none" strike="noStrike">
                <a:solidFill>
                  <a:srgbClr val="3F3F3F"/>
                </a:solidFill>
                <a:latin typeface="Lato"/>
                <a:ea typeface="Lato"/>
                <a:cs typeface="Lato"/>
                <a:sym typeface="Lato"/>
              </a:rPr>
              <a:t>timeboxes</a:t>
            </a:r>
            <a:r>
              <a:rPr b="0" i="0" lang="en-MY" sz="1800" u="none" cap="none" strike="noStrike">
                <a:solidFill>
                  <a:srgbClr val="3F3F3F"/>
                </a:solidFill>
                <a:latin typeface="Lato"/>
                <a:ea typeface="Lato"/>
                <a:cs typeface="Lato"/>
                <a:sym typeface="Lato"/>
              </a:rPr>
              <a:t> that make up each increment.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Typically does </a:t>
            </a:r>
            <a:r>
              <a:rPr b="1" i="0" lang="en-MY" sz="1800" u="none" cap="none" strike="noStrike">
                <a:solidFill>
                  <a:srgbClr val="3F3F3F"/>
                </a:solidFill>
                <a:latin typeface="Lato"/>
                <a:ea typeface="Lato"/>
                <a:cs typeface="Lato"/>
                <a:sym typeface="Lato"/>
              </a:rPr>
              <a:t>not cover task-level detail</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May include task-level detail only when:</a:t>
            </a:r>
            <a:endParaRPr/>
          </a:p>
          <a:p>
            <a:pPr indent="-541338" lvl="2"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Tasks are done by people </a:t>
            </a:r>
            <a:r>
              <a:rPr b="1" i="0" lang="en-MY" sz="1800" u="none" cap="none" strike="noStrike">
                <a:solidFill>
                  <a:srgbClr val="3F3F3F"/>
                </a:solidFill>
                <a:latin typeface="Lato"/>
                <a:ea typeface="Lato"/>
                <a:cs typeface="Lato"/>
                <a:sym typeface="Lato"/>
              </a:rPr>
              <a:t>outside the Solution Development Team</a:t>
            </a:r>
            <a:r>
              <a:rPr b="0" i="0" lang="en-MY" sz="1800" u="none" cap="none" strike="noStrike">
                <a:solidFill>
                  <a:srgbClr val="3F3F3F"/>
                </a:solidFill>
                <a:latin typeface="Lato"/>
                <a:ea typeface="Lato"/>
                <a:cs typeface="Lato"/>
                <a:sym typeface="Lato"/>
              </a:rPr>
              <a:t>, or</a:t>
            </a:r>
            <a:endParaRPr/>
          </a:p>
          <a:p>
            <a:pPr indent="-541338" lvl="2"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Tasks occur </a:t>
            </a:r>
            <a:r>
              <a:rPr b="1" i="0" lang="en-MY" sz="1800" u="none" cap="none" strike="noStrike">
                <a:solidFill>
                  <a:srgbClr val="3F3F3F"/>
                </a:solidFill>
                <a:latin typeface="Lato"/>
                <a:ea typeface="Lato"/>
                <a:cs typeface="Lato"/>
                <a:sym typeface="Lato"/>
              </a:rPr>
              <a:t>before the Solution Development Team is formed</a:t>
            </a:r>
            <a:r>
              <a:rPr b="0" i="0" lang="en-MY" sz="1800" u="none" cap="none" strike="noStrike">
                <a:solidFill>
                  <a:srgbClr val="3F3F3F"/>
                </a:solidFill>
                <a:latin typeface="Lato"/>
                <a:ea typeface="Lato"/>
                <a:cs typeface="Lato"/>
                <a:sym typeface="Lato"/>
              </a:rPr>
              <a:t>.</a:t>
            </a:r>
            <a:endParaRPr b="0" i="0" sz="1800" u="none" cap="none" strike="noStrike">
              <a:solidFill>
                <a:srgbClr val="3F3F3F"/>
              </a:solidFill>
              <a:latin typeface="Lato"/>
              <a:ea typeface="Lato"/>
              <a:cs typeface="Lato"/>
              <a:sym typeface="Lato"/>
            </a:endParaRPr>
          </a:p>
        </p:txBody>
      </p:sp>
      <p:sp>
        <p:nvSpPr>
          <p:cNvPr id="595" name="Google Shape;595;p50"/>
          <p:cNvSpPr txBox="1"/>
          <p:nvPr/>
        </p:nvSpPr>
        <p:spPr>
          <a:xfrm>
            <a:off x="6319888" y="1585307"/>
            <a:ext cx="5740700" cy="83095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Delivery Plan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3.5 Foundations - Delivery plan (PROJECT_CODE).docx</a:t>
            </a:r>
            <a:endParaRPr b="0" i="0" sz="1600" u="none" cap="none" strike="noStrike">
              <a:solidFill>
                <a:srgbClr val="3F3F3F"/>
              </a:solidFill>
              <a:latin typeface="Lato"/>
              <a:ea typeface="Lato"/>
              <a:cs typeface="Lato"/>
              <a:sym typeface="Lato"/>
            </a:endParaRPr>
          </a:p>
        </p:txBody>
      </p:sp>
      <p:pic>
        <p:nvPicPr>
          <p:cNvPr id="596" name="Google Shape;596;p50"/>
          <p:cNvPicPr preferRelativeResize="0"/>
          <p:nvPr/>
        </p:nvPicPr>
        <p:blipFill rotWithShape="1">
          <a:blip r:embed="rId4">
            <a:alphaModFix/>
          </a:blip>
          <a:srcRect b="0" l="0" r="0" t="0"/>
          <a:stretch/>
        </p:blipFill>
        <p:spPr>
          <a:xfrm>
            <a:off x="6319888" y="2594890"/>
            <a:ext cx="5717412" cy="369369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1"/>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Management Approach Definition</a:t>
            </a:r>
            <a:endParaRPr sz="3200"/>
          </a:p>
        </p:txBody>
      </p:sp>
      <p:sp>
        <p:nvSpPr>
          <p:cNvPr id="602" name="Google Shape;602;p5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03" name="Google Shape;603;p51"/>
          <p:cNvSpPr txBox="1"/>
          <p:nvPr/>
        </p:nvSpPr>
        <p:spPr>
          <a:xfrm>
            <a:off x="276292" y="1585307"/>
            <a:ext cx="5895908" cy="3970277"/>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Defines the </a:t>
            </a:r>
            <a:r>
              <a:rPr b="1" i="0" lang="en-MY" sz="1800" u="none" cap="none" strike="noStrike">
                <a:solidFill>
                  <a:srgbClr val="3F3F3F"/>
                </a:solidFill>
                <a:latin typeface="Lato"/>
                <a:ea typeface="Lato"/>
                <a:cs typeface="Lato"/>
                <a:sym typeface="Lato"/>
              </a:rPr>
              <a:t>overall management approach </a:t>
            </a:r>
            <a:r>
              <a:rPr b="0" i="0" lang="en-MY" sz="1800" u="none" cap="none" strike="noStrike">
                <a:solidFill>
                  <a:srgbClr val="3F3F3F"/>
                </a:solidFill>
                <a:latin typeface="Lato"/>
                <a:ea typeface="Lato"/>
                <a:cs typeface="Lato"/>
                <a:sym typeface="Lato"/>
              </a:rPr>
              <a:t>for the project.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Describes how the project will be </a:t>
            </a:r>
            <a:r>
              <a:rPr b="1" i="0" lang="en-MY" sz="1800" u="none" cap="none" strike="noStrike">
                <a:solidFill>
                  <a:srgbClr val="3F3F3F"/>
                </a:solidFill>
                <a:latin typeface="Lato"/>
                <a:ea typeface="Lato"/>
                <a:cs typeface="Lato"/>
                <a:sym typeface="Lato"/>
              </a:rPr>
              <a:t>organized and planned.</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Explains how </a:t>
            </a:r>
            <a:r>
              <a:rPr b="1" i="0" lang="en-MY" sz="1800" u="none" cap="none" strike="noStrike">
                <a:solidFill>
                  <a:srgbClr val="3F3F3F"/>
                </a:solidFill>
                <a:latin typeface="Lato"/>
                <a:ea typeface="Lato"/>
                <a:cs typeface="Lato"/>
                <a:sym typeface="Lato"/>
              </a:rPr>
              <a:t>stakeholders will be engaged </a:t>
            </a:r>
            <a:r>
              <a:rPr b="0" i="0" lang="en-MY" sz="1800" u="none" cap="none" strike="noStrike">
                <a:solidFill>
                  <a:srgbClr val="3F3F3F"/>
                </a:solidFill>
                <a:latin typeface="Lato"/>
                <a:ea typeface="Lato"/>
                <a:cs typeface="Lato"/>
                <a:sym typeface="Lato"/>
              </a:rPr>
              <a:t>throughout the project.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Outlines how </a:t>
            </a:r>
            <a:r>
              <a:rPr b="1" i="0" lang="en-MY" sz="1800" u="none" cap="none" strike="noStrike">
                <a:solidFill>
                  <a:srgbClr val="3F3F3F"/>
                </a:solidFill>
                <a:latin typeface="Lato"/>
                <a:ea typeface="Lato"/>
                <a:cs typeface="Lato"/>
                <a:sym typeface="Lato"/>
              </a:rPr>
              <a:t>progress will be demonstrated </a:t>
            </a:r>
            <a:r>
              <a:rPr b="0" i="0" lang="en-MY" sz="1800" u="none" cap="none" strike="noStrike">
                <a:solidFill>
                  <a:srgbClr val="3F3F3F"/>
                </a:solidFill>
                <a:latin typeface="Lato"/>
                <a:ea typeface="Lato"/>
                <a:cs typeface="Lato"/>
                <a:sym typeface="Lato"/>
              </a:rPr>
              <a:t>and, if needed, reported.</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Created during </a:t>
            </a:r>
            <a:r>
              <a:rPr b="1" i="0" lang="en-MY" sz="1800" u="none" cap="none" strike="noStrike">
                <a:solidFill>
                  <a:srgbClr val="3F3F3F"/>
                </a:solidFill>
                <a:latin typeface="Lato"/>
                <a:ea typeface="Lato"/>
                <a:cs typeface="Lato"/>
                <a:sym typeface="Lato"/>
              </a:rPr>
              <a:t>Feasibility</a:t>
            </a:r>
            <a:r>
              <a:rPr b="0" i="0" lang="en-MY" sz="1800" u="none" cap="none" strike="noStrike">
                <a:solidFill>
                  <a:srgbClr val="3F3F3F"/>
                </a:solidFill>
                <a:latin typeface="Lato"/>
                <a:ea typeface="Lato"/>
                <a:cs typeface="Lato"/>
                <a:sym typeface="Lato"/>
              </a:rPr>
              <a:t> and baselined at the end of </a:t>
            </a:r>
            <a:r>
              <a:rPr b="1" i="0" lang="en-MY" sz="1800" u="none" cap="none" strike="noStrike">
                <a:solidFill>
                  <a:srgbClr val="3F3F3F"/>
                </a:solidFill>
                <a:latin typeface="Lato"/>
                <a:ea typeface="Lato"/>
                <a:cs typeface="Lato"/>
                <a:sym typeface="Lato"/>
              </a:rPr>
              <a:t>Foundations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Evolves only when:</a:t>
            </a:r>
            <a:endParaRPr/>
          </a:p>
          <a:p>
            <a:pPr indent="-541338" lvl="0" marL="541338"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Circumstances change</a:t>
            </a:r>
            <a:r>
              <a:rPr b="0" i="0" lang="en-MY" sz="1800" u="none" cap="none" strike="noStrike">
                <a:solidFill>
                  <a:srgbClr val="3F3F3F"/>
                </a:solidFill>
                <a:latin typeface="Lato"/>
                <a:ea typeface="Lato"/>
                <a:cs typeface="Lato"/>
                <a:sym typeface="Lato"/>
              </a:rPr>
              <a:t>, or</a:t>
            </a:r>
            <a:endParaRPr/>
          </a:p>
          <a:p>
            <a:pPr indent="-541338" lvl="0" marL="541338"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Review identifies improvements </a:t>
            </a:r>
            <a:r>
              <a:rPr b="0" i="0" lang="en-MY" sz="1800" u="none" cap="none" strike="noStrike">
                <a:solidFill>
                  <a:srgbClr val="3F3F3F"/>
                </a:solidFill>
                <a:latin typeface="Lato"/>
                <a:ea typeface="Lato"/>
                <a:cs typeface="Lato"/>
                <a:sym typeface="Lato"/>
              </a:rPr>
              <a:t>in the approach.</a:t>
            </a:r>
            <a:endParaRPr b="0" i="0" sz="1800" u="none" cap="none" strike="noStrike">
              <a:solidFill>
                <a:srgbClr val="3F3F3F"/>
              </a:solidFill>
              <a:latin typeface="Lato"/>
              <a:ea typeface="Lato"/>
              <a:cs typeface="Lato"/>
              <a:sym typeface="Lato"/>
            </a:endParaRPr>
          </a:p>
        </p:txBody>
      </p:sp>
      <p:sp>
        <p:nvSpPr>
          <p:cNvPr id="604" name="Google Shape;604;p51"/>
          <p:cNvSpPr txBox="1"/>
          <p:nvPr/>
        </p:nvSpPr>
        <p:spPr>
          <a:xfrm>
            <a:off x="6319888" y="1585307"/>
            <a:ext cx="5740700" cy="10771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MAD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3.4 Foundations - MAD management (PROJECT_CODE).docx</a:t>
            </a:r>
            <a:endParaRPr b="0" i="0" sz="1600" u="none" cap="none" strike="noStrike">
              <a:solidFill>
                <a:srgbClr val="3F3F3F"/>
              </a:solidFill>
              <a:latin typeface="Lato"/>
              <a:ea typeface="Lato"/>
              <a:cs typeface="Lato"/>
              <a:sym typeface="Lato"/>
            </a:endParaRPr>
          </a:p>
        </p:txBody>
      </p:sp>
      <p:pic>
        <p:nvPicPr>
          <p:cNvPr id="605" name="Google Shape;605;p51"/>
          <p:cNvPicPr preferRelativeResize="0"/>
          <p:nvPr/>
        </p:nvPicPr>
        <p:blipFill rotWithShape="1">
          <a:blip r:embed="rId4">
            <a:alphaModFix/>
          </a:blip>
          <a:srcRect b="0" l="0" r="0" t="0"/>
          <a:stretch/>
        </p:blipFill>
        <p:spPr>
          <a:xfrm>
            <a:off x="6368864" y="2791568"/>
            <a:ext cx="4304366" cy="3801666"/>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2"/>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Feasibility Assessment</a:t>
            </a:r>
            <a:endParaRPr sz="3200"/>
          </a:p>
        </p:txBody>
      </p:sp>
      <p:sp>
        <p:nvSpPr>
          <p:cNvPr id="611" name="Google Shape;611;p5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12" name="Google Shape;612;p52"/>
          <p:cNvSpPr txBox="1"/>
          <p:nvPr/>
        </p:nvSpPr>
        <p:spPr>
          <a:xfrm>
            <a:off x="276292" y="1585307"/>
            <a:ext cx="5895908" cy="3139281"/>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Provides a </a:t>
            </a:r>
            <a:r>
              <a:rPr b="1" i="0" lang="en-MY" sz="1800" u="none" cap="none" strike="noStrike">
                <a:solidFill>
                  <a:srgbClr val="3F3F3F"/>
                </a:solidFill>
                <a:latin typeface="Lato"/>
                <a:ea typeface="Lato"/>
                <a:cs typeface="Lato"/>
                <a:sym typeface="Lato"/>
              </a:rPr>
              <a:t>snapshot</a:t>
            </a:r>
            <a:r>
              <a:rPr b="0" i="0" lang="en-MY" sz="1800" u="none" cap="none" strike="noStrike">
                <a:solidFill>
                  <a:srgbClr val="3F3F3F"/>
                </a:solidFill>
                <a:latin typeface="Lato"/>
                <a:ea typeface="Lato"/>
                <a:cs typeface="Lato"/>
                <a:sym typeface="Lato"/>
              </a:rPr>
              <a:t> of evolving business, solution, and management products.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Conducted at the </a:t>
            </a:r>
            <a:r>
              <a:rPr b="1" i="0" lang="en-MY" sz="1800" u="none" cap="none" strike="noStrike">
                <a:solidFill>
                  <a:srgbClr val="3F3F3F"/>
                </a:solidFill>
                <a:latin typeface="Lato"/>
                <a:ea typeface="Lato"/>
                <a:cs typeface="Lato"/>
                <a:sym typeface="Lato"/>
              </a:rPr>
              <a:t>end of the Feasibility phase</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Ensures products are </a:t>
            </a:r>
            <a:r>
              <a:rPr b="1" i="0" lang="en-MY" sz="1800" u="none" cap="none" strike="noStrike">
                <a:solidFill>
                  <a:srgbClr val="3F3F3F"/>
                </a:solidFill>
                <a:latin typeface="Lato"/>
                <a:ea typeface="Lato"/>
                <a:cs typeface="Lato"/>
                <a:sym typeface="Lato"/>
              </a:rPr>
              <a:t>mature enough </a:t>
            </a:r>
            <a:r>
              <a:rPr b="0" i="0" lang="en-MY" sz="1800" u="none" cap="none" strike="noStrike">
                <a:solidFill>
                  <a:srgbClr val="3F3F3F"/>
                </a:solidFill>
                <a:latin typeface="Lato"/>
                <a:ea typeface="Lato"/>
                <a:cs typeface="Lato"/>
                <a:sym typeface="Lato"/>
              </a:rPr>
              <a:t>to support decision-making.</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Helps determine whether the project </a:t>
            </a:r>
            <a:r>
              <a:rPr b="1" i="0" lang="en-MY" sz="1800" u="none" cap="none" strike="noStrike">
                <a:solidFill>
                  <a:srgbClr val="3F3F3F"/>
                </a:solidFill>
                <a:latin typeface="Lato"/>
                <a:ea typeface="Lato"/>
                <a:cs typeface="Lato"/>
                <a:sym typeface="Lato"/>
              </a:rPr>
              <a:t>is likely to be feasible or not</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Can be expressed as: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a:t>
            </a:r>
            <a:r>
              <a:rPr b="1" i="0" lang="en-MY" sz="1800" u="none" cap="none" strike="noStrike">
                <a:solidFill>
                  <a:srgbClr val="3F3F3F"/>
                </a:solidFill>
                <a:latin typeface="Lato"/>
                <a:ea typeface="Lato"/>
                <a:cs typeface="Lato"/>
                <a:sym typeface="Lato"/>
              </a:rPr>
              <a:t>baselined collection of products</a:t>
            </a:r>
            <a:r>
              <a:rPr b="0" i="0" lang="en-MY" sz="1800" u="none" cap="none" strike="noStrike">
                <a:solidFill>
                  <a:srgbClr val="3F3F3F"/>
                </a:solidFill>
                <a:latin typeface="Lato"/>
                <a:ea typeface="Lato"/>
                <a:cs typeface="Lato"/>
                <a:sym typeface="Lato"/>
              </a:rPr>
              <a:t>, or</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An </a:t>
            </a:r>
            <a:r>
              <a:rPr b="1" i="0" lang="en-MY" sz="1800" u="none" cap="none" strike="noStrike">
                <a:solidFill>
                  <a:srgbClr val="3F3F3F"/>
                </a:solidFill>
                <a:latin typeface="Lato"/>
                <a:ea typeface="Lato"/>
                <a:cs typeface="Lato"/>
                <a:sym typeface="Lato"/>
              </a:rPr>
              <a:t>executive summary </a:t>
            </a:r>
            <a:r>
              <a:rPr b="0" i="0" lang="en-MY" sz="1800" u="none" cap="none" strike="noStrike">
                <a:solidFill>
                  <a:srgbClr val="3F3F3F"/>
                </a:solidFill>
                <a:latin typeface="Lato"/>
                <a:ea typeface="Lato"/>
                <a:cs typeface="Lato"/>
                <a:sym typeface="Lato"/>
              </a:rPr>
              <a:t>covering key aspects.</a:t>
            </a:r>
            <a:endParaRPr b="0" i="0" sz="1800" u="none" cap="none" strike="noStrike">
              <a:solidFill>
                <a:srgbClr val="3F3F3F"/>
              </a:solidFill>
              <a:latin typeface="Lato"/>
              <a:ea typeface="Lato"/>
              <a:cs typeface="Lato"/>
              <a:sym typeface="Lato"/>
            </a:endParaRPr>
          </a:p>
        </p:txBody>
      </p:sp>
      <p:sp>
        <p:nvSpPr>
          <p:cNvPr id="613" name="Google Shape;613;p52"/>
          <p:cNvSpPr txBox="1"/>
          <p:nvPr/>
        </p:nvSpPr>
        <p:spPr>
          <a:xfrm>
            <a:off x="6319888" y="1585307"/>
            <a:ext cx="5740700" cy="83095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Feasibility Assessment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2.2.1 Feasibility - PAQ (PROJECT_CODE).docx</a:t>
            </a:r>
            <a:endParaRPr b="0" i="0" sz="1600" u="none" cap="none" strike="noStrike">
              <a:solidFill>
                <a:srgbClr val="3F3F3F"/>
              </a:solidFill>
              <a:latin typeface="Lato"/>
              <a:ea typeface="Lato"/>
              <a:cs typeface="Lato"/>
              <a:sym typeface="Lato"/>
            </a:endParaRPr>
          </a:p>
        </p:txBody>
      </p:sp>
      <p:pic>
        <p:nvPicPr>
          <p:cNvPr id="614" name="Google Shape;614;p52"/>
          <p:cNvPicPr preferRelativeResize="0"/>
          <p:nvPr/>
        </p:nvPicPr>
        <p:blipFill rotWithShape="1">
          <a:blip r:embed="rId4">
            <a:alphaModFix/>
          </a:blip>
          <a:srcRect b="0" l="0" r="0" t="0"/>
          <a:stretch/>
        </p:blipFill>
        <p:spPr>
          <a:xfrm>
            <a:off x="6355984" y="2547463"/>
            <a:ext cx="5595820" cy="2744966"/>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3"/>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Foundations Summary</a:t>
            </a:r>
            <a:endParaRPr sz="3200"/>
          </a:p>
        </p:txBody>
      </p:sp>
      <p:sp>
        <p:nvSpPr>
          <p:cNvPr id="620" name="Google Shape;620;p5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21" name="Google Shape;621;p53"/>
          <p:cNvSpPr txBox="1"/>
          <p:nvPr/>
        </p:nvSpPr>
        <p:spPr>
          <a:xfrm>
            <a:off x="276292" y="1585307"/>
            <a:ext cx="5895908" cy="3139281"/>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Provides a </a:t>
            </a:r>
            <a:r>
              <a:rPr b="1" i="0" lang="en-MY" sz="1800" u="none" cap="none" strike="noStrike">
                <a:solidFill>
                  <a:srgbClr val="3F3F3F"/>
                </a:solidFill>
                <a:latin typeface="Lato"/>
                <a:ea typeface="Lato"/>
                <a:cs typeface="Lato"/>
                <a:sym typeface="Lato"/>
              </a:rPr>
              <a:t>snapshot</a:t>
            </a:r>
            <a:r>
              <a:rPr b="0" i="0" lang="en-MY" sz="1800" u="none" cap="none" strike="noStrike">
                <a:solidFill>
                  <a:srgbClr val="3F3F3F"/>
                </a:solidFill>
                <a:latin typeface="Lato"/>
                <a:ea typeface="Lato"/>
                <a:cs typeface="Lato"/>
                <a:sym typeface="Lato"/>
              </a:rPr>
              <a:t> of evolving business, solution, and management products.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Conducted at the </a:t>
            </a:r>
            <a:r>
              <a:rPr b="1" i="0" lang="en-MY" sz="1800" u="none" cap="none" strike="noStrike">
                <a:solidFill>
                  <a:srgbClr val="3F3F3F"/>
                </a:solidFill>
                <a:latin typeface="Lato"/>
                <a:ea typeface="Lato"/>
                <a:cs typeface="Lato"/>
                <a:sym typeface="Lato"/>
              </a:rPr>
              <a:t>end of the Foundations phase</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Ensures products are </a:t>
            </a:r>
            <a:r>
              <a:rPr b="1" i="0" lang="en-MY" sz="1800" u="none" cap="none" strike="noStrike">
                <a:solidFill>
                  <a:srgbClr val="3F3F3F"/>
                </a:solidFill>
                <a:latin typeface="Lato"/>
                <a:ea typeface="Lato"/>
                <a:cs typeface="Lato"/>
                <a:sym typeface="Lato"/>
              </a:rPr>
              <a:t>mature enough </a:t>
            </a:r>
            <a:r>
              <a:rPr b="0" i="0" lang="en-MY" sz="1800" u="none" cap="none" strike="noStrike">
                <a:solidFill>
                  <a:srgbClr val="3F3F3F"/>
                </a:solidFill>
                <a:latin typeface="Lato"/>
                <a:ea typeface="Lato"/>
                <a:cs typeface="Lato"/>
                <a:sym typeface="Lato"/>
              </a:rPr>
              <a:t>to support decision-making.</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Helps determine if the project is </a:t>
            </a:r>
            <a:r>
              <a:rPr b="1" i="0" lang="en-MY" sz="1800" u="none" cap="none" strike="noStrike">
                <a:solidFill>
                  <a:srgbClr val="3F3F3F"/>
                </a:solidFill>
                <a:latin typeface="Lato"/>
                <a:ea typeface="Lato"/>
                <a:cs typeface="Lato"/>
                <a:sym typeface="Lato"/>
              </a:rPr>
              <a:t>likely to deliver the required return on investment (ROI</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Can be expressed as: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a:t>
            </a:r>
            <a:r>
              <a:rPr b="1" i="0" lang="en-MY" sz="1800" u="none" cap="none" strike="noStrike">
                <a:solidFill>
                  <a:srgbClr val="3F3F3F"/>
                </a:solidFill>
                <a:latin typeface="Lato"/>
                <a:ea typeface="Lato"/>
                <a:cs typeface="Lato"/>
                <a:sym typeface="Lato"/>
              </a:rPr>
              <a:t>baselined collection of products</a:t>
            </a:r>
            <a:r>
              <a:rPr b="0" i="0" lang="en-MY" sz="1800" u="none" cap="none" strike="noStrike">
                <a:solidFill>
                  <a:srgbClr val="3F3F3F"/>
                </a:solidFill>
                <a:latin typeface="Lato"/>
                <a:ea typeface="Lato"/>
                <a:cs typeface="Lato"/>
                <a:sym typeface="Lato"/>
              </a:rPr>
              <a:t>, or</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An </a:t>
            </a:r>
            <a:r>
              <a:rPr b="1" i="0" lang="en-MY" sz="1800" u="none" cap="none" strike="noStrike">
                <a:solidFill>
                  <a:srgbClr val="3F3F3F"/>
                </a:solidFill>
                <a:latin typeface="Lato"/>
                <a:ea typeface="Lato"/>
                <a:cs typeface="Lato"/>
                <a:sym typeface="Lato"/>
              </a:rPr>
              <a:t>executive summary </a:t>
            </a:r>
            <a:r>
              <a:rPr b="0" i="0" lang="en-MY" sz="1800" u="none" cap="none" strike="noStrike">
                <a:solidFill>
                  <a:srgbClr val="3F3F3F"/>
                </a:solidFill>
                <a:latin typeface="Lato"/>
                <a:ea typeface="Lato"/>
                <a:cs typeface="Lato"/>
                <a:sym typeface="Lato"/>
              </a:rPr>
              <a:t>covering key aspects.</a:t>
            </a:r>
            <a:endParaRPr b="0" i="0" sz="1800" u="none" cap="none" strike="noStrike">
              <a:solidFill>
                <a:srgbClr val="3F3F3F"/>
              </a:solidFill>
              <a:latin typeface="Lato"/>
              <a:ea typeface="Lato"/>
              <a:cs typeface="Lato"/>
              <a:sym typeface="Lato"/>
            </a:endParaRPr>
          </a:p>
        </p:txBody>
      </p:sp>
      <p:sp>
        <p:nvSpPr>
          <p:cNvPr id="622" name="Google Shape;622;p53"/>
          <p:cNvSpPr txBox="1"/>
          <p:nvPr/>
        </p:nvSpPr>
        <p:spPr>
          <a:xfrm>
            <a:off x="6319888" y="1585307"/>
            <a:ext cx="5740700" cy="10771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Foundations Summary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2.2 Feasibility - Outline plan for foundations (PROJECT_CODE).docx</a:t>
            </a:r>
            <a:endParaRPr b="0" i="0" sz="1600" u="none" cap="none" strike="noStrike">
              <a:solidFill>
                <a:srgbClr val="000000"/>
              </a:solidFill>
              <a:latin typeface="Arial"/>
              <a:ea typeface="Arial"/>
              <a:cs typeface="Arial"/>
              <a:sym typeface="Arial"/>
            </a:endParaRPr>
          </a:p>
        </p:txBody>
      </p:sp>
      <p:pic>
        <p:nvPicPr>
          <p:cNvPr id="623" name="Google Shape;623;p53"/>
          <p:cNvPicPr preferRelativeResize="0"/>
          <p:nvPr/>
        </p:nvPicPr>
        <p:blipFill rotWithShape="1">
          <a:blip r:embed="rId4">
            <a:alphaModFix/>
          </a:blip>
          <a:srcRect b="0" l="0" r="0" t="0"/>
          <a:stretch/>
        </p:blipFill>
        <p:spPr>
          <a:xfrm>
            <a:off x="6368114" y="2780297"/>
            <a:ext cx="5511498" cy="3973587"/>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54"/>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Evolving Solution</a:t>
            </a:r>
            <a:endParaRPr sz="3200"/>
          </a:p>
        </p:txBody>
      </p:sp>
      <p:sp>
        <p:nvSpPr>
          <p:cNvPr id="629" name="Google Shape;629;p5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30" name="Google Shape;630;p54"/>
          <p:cNvSpPr txBox="1"/>
          <p:nvPr/>
        </p:nvSpPr>
        <p:spPr>
          <a:xfrm>
            <a:off x="276292" y="1585307"/>
            <a:ext cx="5895908" cy="2862282"/>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Comprises all </a:t>
            </a:r>
            <a:r>
              <a:rPr b="1" i="0" lang="en-MY" sz="1800" u="none" cap="none" strike="noStrike">
                <a:solidFill>
                  <a:srgbClr val="3F3F3F"/>
                </a:solidFill>
                <a:latin typeface="Lato"/>
                <a:ea typeface="Lato"/>
                <a:cs typeface="Lato"/>
                <a:sym typeface="Lato"/>
              </a:rPr>
              <a:t>appropriate components </a:t>
            </a:r>
            <a:r>
              <a:rPr b="0" i="0" lang="en-MY" sz="1800" u="none" cap="none" strike="noStrike">
                <a:solidFill>
                  <a:srgbClr val="3F3F3F"/>
                </a:solidFill>
                <a:latin typeface="Lato"/>
                <a:ea typeface="Lato"/>
                <a:cs typeface="Lato"/>
                <a:sym typeface="Lato"/>
              </a:rPr>
              <a:t>of the ultimate solution.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Includes </a:t>
            </a:r>
            <a:r>
              <a:rPr b="1" i="0" lang="en-MY" sz="1800" u="none" cap="none" strike="noStrike">
                <a:solidFill>
                  <a:srgbClr val="3F3F3F"/>
                </a:solidFill>
                <a:latin typeface="Lato"/>
                <a:ea typeface="Lato"/>
                <a:cs typeface="Lato"/>
                <a:sym typeface="Lato"/>
              </a:rPr>
              <a:t>intermediate deliverables </a:t>
            </a:r>
            <a:r>
              <a:rPr b="0" i="0" lang="en-MY" sz="1800" u="none" cap="none" strike="noStrike">
                <a:solidFill>
                  <a:srgbClr val="3F3F3F"/>
                </a:solidFill>
                <a:latin typeface="Lato"/>
                <a:ea typeface="Lato"/>
                <a:cs typeface="Lato"/>
                <a:sym typeface="Lato"/>
              </a:rPr>
              <a:t>needed to explore requirements and build the solution.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At any given time, components may be:</a:t>
            </a:r>
            <a:endParaRPr/>
          </a:p>
          <a:p>
            <a:pPr indent="-541338" lvl="0" marL="541338"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Complete</a:t>
            </a:r>
            <a:r>
              <a:rPr b="0" i="0" lang="en-MY" sz="1800" u="none" cap="none" strike="noStrike">
                <a:solidFill>
                  <a:srgbClr val="3F3F3F"/>
                </a:solidFill>
                <a:latin typeface="Lato"/>
                <a:ea typeface="Lato"/>
                <a:cs typeface="Lato"/>
                <a:sym typeface="Lato"/>
              </a:rPr>
              <a:t>,</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a:t>
            </a:r>
            <a:r>
              <a:rPr b="1" i="0" lang="en-MY" sz="1800" u="none" cap="none" strike="noStrike">
                <a:solidFill>
                  <a:srgbClr val="3F3F3F"/>
                </a:solidFill>
                <a:latin typeface="Lato"/>
                <a:ea typeface="Lato"/>
                <a:cs typeface="Lato"/>
                <a:sym typeface="Lato"/>
              </a:rPr>
              <a:t>baseline of a partial solution </a:t>
            </a:r>
            <a:r>
              <a:rPr b="0" i="0" lang="en-MY" sz="1800" u="none" cap="none" strike="noStrike">
                <a:solidFill>
                  <a:srgbClr val="3F3F3F"/>
                </a:solidFill>
                <a:latin typeface="Lato"/>
                <a:ea typeface="Lato"/>
                <a:cs typeface="Lato"/>
                <a:sym typeface="Lato"/>
              </a:rPr>
              <a:t>(Solution Increment), </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Or A </a:t>
            </a:r>
            <a:r>
              <a:rPr b="1" i="0" lang="en-MY" sz="1800" u="none" cap="none" strike="noStrike">
                <a:solidFill>
                  <a:srgbClr val="3F3F3F"/>
                </a:solidFill>
                <a:latin typeface="Lato"/>
                <a:ea typeface="Lato"/>
                <a:cs typeface="Lato"/>
                <a:sym typeface="Lato"/>
              </a:rPr>
              <a:t>work in progress</a:t>
            </a:r>
            <a:r>
              <a:rPr b="0" i="0" lang="en-MY" sz="1800" u="none" cap="none" strike="noStrike">
                <a:solidFill>
                  <a:srgbClr val="3F3F3F"/>
                </a:solidFill>
                <a:latin typeface="Lato"/>
                <a:ea typeface="Lato"/>
                <a:cs typeface="Lato"/>
                <a:sym typeface="Lato"/>
              </a:rPr>
              <a:t>.</a:t>
            </a:r>
            <a:endParaRPr/>
          </a:p>
        </p:txBody>
      </p:sp>
      <p:sp>
        <p:nvSpPr>
          <p:cNvPr id="631" name="Google Shape;631;p54"/>
          <p:cNvSpPr txBox="1"/>
          <p:nvPr/>
        </p:nvSpPr>
        <p:spPr>
          <a:xfrm>
            <a:off x="6296092" y="1585307"/>
            <a:ext cx="5895908" cy="2862282"/>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May include valuable items such as: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Models,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Prototypes,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Supporting materials,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Testing and review artefacts.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At the end of each </a:t>
            </a:r>
            <a:r>
              <a:rPr b="1" i="0" lang="en-MY" sz="1800" u="none" cap="none" strike="noStrike">
                <a:solidFill>
                  <a:srgbClr val="3F3F3F"/>
                </a:solidFill>
                <a:latin typeface="Lato"/>
                <a:ea typeface="Lato"/>
                <a:cs typeface="Lato"/>
                <a:sym typeface="Lato"/>
              </a:rPr>
              <a:t>Project Increment</a:t>
            </a:r>
            <a:r>
              <a:rPr b="0" i="0" lang="en-MY" sz="1800" u="none" cap="none" strike="noStrike">
                <a:solidFill>
                  <a:srgbClr val="3F3F3F"/>
                </a:solidFill>
                <a:latin typeface="Lato"/>
                <a:ea typeface="Lato"/>
                <a:cs typeface="Lato"/>
                <a:sym typeface="Lato"/>
              </a:rPr>
              <a:t>, the Solution Increment is:</a:t>
            </a:r>
            <a:endParaRPr/>
          </a:p>
          <a:p>
            <a:pPr indent="-541338" lvl="0" marL="541338" marR="0" rtl="0" algn="l">
              <a:lnSpc>
                <a:spcPct val="100000"/>
              </a:lnSpc>
              <a:spcBef>
                <a:spcPts val="0"/>
              </a:spcBef>
              <a:spcAft>
                <a:spcPts val="0"/>
              </a:spcAft>
              <a:buClr>
                <a:srgbClr val="3F3F3F"/>
              </a:buClr>
              <a:buSzPts val="2200"/>
              <a:buFont typeface="Noto Sans Symbols"/>
              <a:buChar char="▪"/>
            </a:pPr>
            <a:r>
              <a:rPr b="1" i="0" lang="en-MY" sz="1800" u="none" cap="none" strike="noStrike">
                <a:solidFill>
                  <a:srgbClr val="3F3F3F"/>
                </a:solidFill>
                <a:latin typeface="Lato"/>
                <a:ea typeface="Lato"/>
                <a:cs typeface="Lato"/>
                <a:sym typeface="Lato"/>
              </a:rPr>
              <a:t>Deployed into live use</a:t>
            </a:r>
            <a:r>
              <a:rPr b="0" i="0" lang="en-MY" sz="1800" u="none" cap="none" strike="noStrike">
                <a:solidFill>
                  <a:srgbClr val="3F3F3F"/>
                </a:solidFill>
                <a:latin typeface="Lato"/>
                <a:ea typeface="Lato"/>
                <a:cs typeface="Lato"/>
                <a:sym typeface="Lato"/>
              </a:rPr>
              <a:t>, and</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Becomes the </a:t>
            </a:r>
            <a:r>
              <a:rPr b="1" i="0" lang="en-MY" sz="1800" u="none" cap="none" strike="noStrike">
                <a:solidFill>
                  <a:srgbClr val="3F3F3F"/>
                </a:solidFill>
                <a:latin typeface="Lato"/>
                <a:ea typeface="Lato"/>
                <a:cs typeface="Lato"/>
                <a:sym typeface="Lato"/>
              </a:rPr>
              <a:t>Deployed Solution</a:t>
            </a:r>
            <a:r>
              <a:rPr b="0" i="0" lang="en-MY" sz="1800" u="none" cap="none" strike="noStrike">
                <a:solidFill>
                  <a:srgbClr val="3F3F3F"/>
                </a:solidFill>
                <a:latin typeface="Lato"/>
                <a:ea typeface="Lato"/>
                <a:cs typeface="Lato"/>
                <a:sym typeface="Lato"/>
              </a:rPr>
              <a:t>.</a:t>
            </a:r>
            <a:endParaRPr b="0" i="0" sz="1800" u="none" cap="none" strike="noStrike">
              <a:solidFill>
                <a:srgbClr val="3F3F3F"/>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55"/>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Timebox Plan</a:t>
            </a:r>
            <a:endParaRPr sz="3200"/>
          </a:p>
        </p:txBody>
      </p:sp>
      <p:sp>
        <p:nvSpPr>
          <p:cNvPr id="637" name="Google Shape;637;p5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38" name="Google Shape;638;p55"/>
          <p:cNvSpPr txBox="1"/>
          <p:nvPr/>
        </p:nvSpPr>
        <p:spPr>
          <a:xfrm>
            <a:off x="276292" y="1585307"/>
            <a:ext cx="5895908" cy="36932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Provides </a:t>
            </a:r>
            <a:r>
              <a:rPr b="1" i="0" lang="en-MY" sz="1800" u="none" cap="none" strike="noStrike">
                <a:solidFill>
                  <a:srgbClr val="3F3F3F"/>
                </a:solidFill>
                <a:latin typeface="Lato"/>
                <a:ea typeface="Lato"/>
                <a:cs typeface="Lato"/>
                <a:sym typeface="Lato"/>
              </a:rPr>
              <a:t>detailed depth </a:t>
            </a:r>
            <a:r>
              <a:rPr b="0" i="0" lang="en-MY" sz="1800" u="none" cap="none" strike="noStrike">
                <a:solidFill>
                  <a:srgbClr val="3F3F3F"/>
                </a:solidFill>
                <a:latin typeface="Lato"/>
                <a:ea typeface="Lato"/>
                <a:cs typeface="Lato"/>
                <a:sym typeface="Lato"/>
              </a:rPr>
              <a:t>for each Timebox identified in the Delivery Plan.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Defines the </a:t>
            </a:r>
            <a:r>
              <a:rPr b="1" i="0" lang="en-MY" sz="1800" u="none" cap="none" strike="noStrike">
                <a:solidFill>
                  <a:srgbClr val="3F3F3F"/>
                </a:solidFill>
                <a:latin typeface="Lato"/>
                <a:ea typeface="Lato"/>
                <a:cs typeface="Lato"/>
                <a:sym typeface="Lato"/>
              </a:rPr>
              <a:t>objectives</a:t>
            </a:r>
            <a:r>
              <a:rPr b="0" i="0" lang="en-MY" sz="1800" u="none" cap="none" strike="noStrike">
                <a:solidFill>
                  <a:srgbClr val="3F3F3F"/>
                </a:solidFill>
                <a:latin typeface="Lato"/>
                <a:ea typeface="Lato"/>
                <a:cs typeface="Lato"/>
                <a:sym typeface="Lato"/>
              </a:rPr>
              <a:t> and </a:t>
            </a:r>
            <a:r>
              <a:rPr b="1" i="0" lang="en-MY" sz="1800" u="none" cap="none" strike="noStrike">
                <a:solidFill>
                  <a:srgbClr val="3F3F3F"/>
                </a:solidFill>
                <a:latin typeface="Lato"/>
                <a:ea typeface="Lato"/>
                <a:cs typeface="Lato"/>
                <a:sym typeface="Lato"/>
              </a:rPr>
              <a:t>deliverables</a:t>
            </a:r>
            <a:r>
              <a:rPr b="0" i="0" lang="en-MY" sz="1800" u="none" cap="none" strike="noStrike">
                <a:solidFill>
                  <a:srgbClr val="3F3F3F"/>
                </a:solidFill>
                <a:latin typeface="Lato"/>
                <a:ea typeface="Lato"/>
                <a:cs typeface="Lato"/>
                <a:sym typeface="Lato"/>
              </a:rPr>
              <a:t> of the Timebox.</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Specifies the </a:t>
            </a:r>
            <a:r>
              <a:rPr b="1" i="0" lang="en-MY" sz="1800" u="none" cap="none" strike="noStrike">
                <a:solidFill>
                  <a:srgbClr val="3F3F3F"/>
                </a:solidFill>
                <a:latin typeface="Lato"/>
                <a:ea typeface="Lato"/>
                <a:cs typeface="Lato"/>
                <a:sym typeface="Lato"/>
              </a:rPr>
              <a:t>activities</a:t>
            </a:r>
            <a:r>
              <a:rPr b="0" i="0" lang="en-MY" sz="1800" u="none" cap="none" strike="noStrike">
                <a:solidFill>
                  <a:srgbClr val="3F3F3F"/>
                </a:solidFill>
                <a:latin typeface="Lato"/>
                <a:ea typeface="Lato"/>
                <a:cs typeface="Lato"/>
                <a:sym typeface="Lato"/>
              </a:rPr>
              <a:t> and </a:t>
            </a:r>
            <a:r>
              <a:rPr b="1" i="0" lang="en-MY" sz="1800" u="none" cap="none" strike="noStrike">
                <a:solidFill>
                  <a:srgbClr val="3F3F3F"/>
                </a:solidFill>
                <a:latin typeface="Lato"/>
                <a:ea typeface="Lato"/>
                <a:cs typeface="Lato"/>
                <a:sym typeface="Lato"/>
              </a:rPr>
              <a:t>resources</a:t>
            </a:r>
            <a:r>
              <a:rPr b="0" i="0" lang="en-MY" sz="1800" u="none" cap="none" strike="noStrike">
                <a:solidFill>
                  <a:srgbClr val="3F3F3F"/>
                </a:solidFill>
                <a:latin typeface="Lato"/>
                <a:ea typeface="Lato"/>
                <a:cs typeface="Lato"/>
                <a:sym typeface="Lato"/>
              </a:rPr>
              <a:t> needed to achieve deliverables.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Created by the </a:t>
            </a:r>
            <a:r>
              <a:rPr b="1" i="0" lang="en-MY" sz="1800" u="none" cap="none" strike="noStrike">
                <a:solidFill>
                  <a:srgbClr val="3F3F3F"/>
                </a:solidFill>
                <a:latin typeface="Lato"/>
                <a:ea typeface="Lato"/>
                <a:cs typeface="Lato"/>
                <a:sym typeface="Lato"/>
              </a:rPr>
              <a:t>Solution Development Team</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Often represented on a Team Board as: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Work to do,</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Work in progress,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Work done.</a:t>
            </a:r>
            <a:endParaRPr/>
          </a:p>
          <a:p>
            <a:pPr indent="-265113" lvl="0" marL="265113"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Updated frequently — </a:t>
            </a:r>
            <a:r>
              <a:rPr b="1" i="0" lang="en-MY" sz="1800" u="none" cap="none" strike="noStrike">
                <a:solidFill>
                  <a:srgbClr val="3F3F3F"/>
                </a:solidFill>
                <a:latin typeface="Lato"/>
                <a:ea typeface="Lato"/>
                <a:cs typeface="Lato"/>
                <a:sym typeface="Lato"/>
              </a:rPr>
              <a:t>at least daily during Stand-ups</a:t>
            </a:r>
            <a:r>
              <a:rPr b="0" i="0" lang="en-MY" sz="1800" u="none" cap="none" strike="noStrike">
                <a:solidFill>
                  <a:srgbClr val="3F3F3F"/>
                </a:solidFill>
                <a:latin typeface="Lato"/>
                <a:ea typeface="Lato"/>
                <a:cs typeface="Lato"/>
                <a:sym typeface="Lato"/>
              </a:rPr>
              <a:t>.</a:t>
            </a:r>
            <a:endParaRPr b="0" i="0" sz="1800" u="none" cap="none" strike="noStrike">
              <a:solidFill>
                <a:srgbClr val="3F3F3F"/>
              </a:solidFill>
              <a:latin typeface="Lato"/>
              <a:ea typeface="Lato"/>
              <a:cs typeface="Lato"/>
              <a:sym typeface="Lato"/>
            </a:endParaRPr>
          </a:p>
        </p:txBody>
      </p:sp>
      <p:sp>
        <p:nvSpPr>
          <p:cNvPr id="639" name="Google Shape;639;p55"/>
          <p:cNvSpPr txBox="1"/>
          <p:nvPr/>
        </p:nvSpPr>
        <p:spPr>
          <a:xfrm>
            <a:off x="6319888" y="1585307"/>
            <a:ext cx="5740700" cy="83095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Timebox Plan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4.4 EED - Timebox plan (PROJECT_CODE).docx</a:t>
            </a:r>
            <a:endParaRPr b="0" i="0" sz="1600" u="none" cap="none" strike="noStrike">
              <a:solidFill>
                <a:srgbClr val="000000"/>
              </a:solidFill>
              <a:latin typeface="Arial"/>
              <a:ea typeface="Arial"/>
              <a:cs typeface="Arial"/>
              <a:sym typeface="Arial"/>
            </a:endParaRPr>
          </a:p>
        </p:txBody>
      </p:sp>
      <p:pic>
        <p:nvPicPr>
          <p:cNvPr id="640" name="Google Shape;640;p55"/>
          <p:cNvPicPr preferRelativeResize="0"/>
          <p:nvPr/>
        </p:nvPicPr>
        <p:blipFill rotWithShape="1">
          <a:blip r:embed="rId4">
            <a:alphaModFix/>
          </a:blip>
          <a:srcRect b="0" l="0" r="0" t="0"/>
          <a:stretch/>
        </p:blipFill>
        <p:spPr>
          <a:xfrm>
            <a:off x="6387805" y="2526629"/>
            <a:ext cx="5623014" cy="1839228"/>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6"/>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Timebox Review Record</a:t>
            </a:r>
            <a:endParaRPr sz="3200"/>
          </a:p>
        </p:txBody>
      </p:sp>
      <p:sp>
        <p:nvSpPr>
          <p:cNvPr id="646" name="Google Shape;646;p5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47" name="Google Shape;647;p56"/>
          <p:cNvSpPr txBox="1"/>
          <p:nvPr/>
        </p:nvSpPr>
        <p:spPr>
          <a:xfrm>
            <a:off x="276292" y="1585307"/>
            <a:ext cx="5895908" cy="2862282"/>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Captures </a:t>
            </a:r>
            <a:r>
              <a:rPr b="1" i="0" lang="en-MY" sz="1800" u="none" cap="none" strike="noStrike">
                <a:solidFill>
                  <a:srgbClr val="3F3F3F"/>
                </a:solidFill>
                <a:latin typeface="Lato"/>
                <a:ea typeface="Lato"/>
                <a:cs typeface="Lato"/>
                <a:sym typeface="Lato"/>
              </a:rPr>
              <a:t>feedback</a:t>
            </a:r>
            <a:r>
              <a:rPr b="0" i="0" lang="en-MY" sz="1800" u="none" cap="none" strike="noStrike">
                <a:solidFill>
                  <a:srgbClr val="3F3F3F"/>
                </a:solidFill>
                <a:latin typeface="Lato"/>
                <a:ea typeface="Lato"/>
                <a:cs typeface="Lato"/>
                <a:sym typeface="Lato"/>
              </a:rPr>
              <a:t> from each review held during a Timebox.</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Describes </a:t>
            </a:r>
            <a:r>
              <a:rPr b="1" i="0" lang="en-MY" sz="1800" u="none" cap="none" strike="noStrike">
                <a:solidFill>
                  <a:srgbClr val="3F3F3F"/>
                </a:solidFill>
                <a:latin typeface="Lato"/>
                <a:ea typeface="Lato"/>
                <a:cs typeface="Lato"/>
                <a:sym typeface="Lato"/>
              </a:rPr>
              <a:t>what has been achieved </a:t>
            </a:r>
            <a:r>
              <a:rPr b="0" i="0" lang="en-MY" sz="1800" u="none" cap="none" strike="noStrike">
                <a:solidFill>
                  <a:srgbClr val="3F3F3F"/>
                </a:solidFill>
                <a:latin typeface="Lato"/>
                <a:ea typeface="Lato"/>
                <a:cs typeface="Lato"/>
                <a:sym typeface="Lato"/>
              </a:rPr>
              <a:t>up to that point.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Records </a:t>
            </a:r>
            <a:r>
              <a:rPr b="1" i="0" lang="en-MY" sz="1800" u="none" cap="none" strike="noStrike">
                <a:solidFill>
                  <a:srgbClr val="3F3F3F"/>
                </a:solidFill>
                <a:latin typeface="Lato"/>
                <a:ea typeface="Lato"/>
                <a:cs typeface="Lato"/>
                <a:sym typeface="Lato"/>
              </a:rPr>
              <a:t>feedback</a:t>
            </a:r>
            <a:r>
              <a:rPr b="0" i="0" lang="en-MY" sz="1800" u="none" cap="none" strike="noStrike">
                <a:solidFill>
                  <a:srgbClr val="3F3F3F"/>
                </a:solidFill>
                <a:latin typeface="Lato"/>
                <a:ea typeface="Lato"/>
                <a:cs typeface="Lato"/>
                <a:sym typeface="Lato"/>
              </a:rPr>
              <a:t> that may influence </a:t>
            </a:r>
            <a:r>
              <a:rPr b="1" i="0" lang="en-MY" sz="1800" u="none" cap="none" strike="noStrike">
                <a:solidFill>
                  <a:srgbClr val="3F3F3F"/>
                </a:solidFill>
                <a:latin typeface="Lato"/>
                <a:ea typeface="Lato"/>
                <a:cs typeface="Lato"/>
                <a:sym typeface="Lato"/>
              </a:rPr>
              <a:t>future plans</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 regulated environments, may serve as a </a:t>
            </a:r>
            <a:r>
              <a:rPr b="1" i="0" lang="en-MY" sz="1800" u="none" cap="none" strike="noStrike">
                <a:solidFill>
                  <a:srgbClr val="3F3F3F"/>
                </a:solidFill>
                <a:latin typeface="Lato"/>
                <a:ea typeface="Lato"/>
                <a:cs typeface="Lato"/>
                <a:sym typeface="Lato"/>
              </a:rPr>
              <a:t>formal, auditable record</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Includes review comments from </a:t>
            </a:r>
            <a:r>
              <a:rPr b="1" i="0" lang="en-MY" sz="1800" u="none" cap="none" strike="noStrike">
                <a:solidFill>
                  <a:srgbClr val="3F3F3F"/>
                </a:solidFill>
                <a:latin typeface="Lato"/>
                <a:ea typeface="Lato"/>
                <a:cs typeface="Lato"/>
                <a:sym typeface="Lato"/>
              </a:rPr>
              <a:t>Business Advisors </a:t>
            </a:r>
            <a:r>
              <a:rPr b="0" i="0" lang="en-MY" sz="1800" u="none" cap="none" strike="noStrike">
                <a:solidFill>
                  <a:srgbClr val="3F3F3F"/>
                </a:solidFill>
                <a:latin typeface="Lato"/>
                <a:ea typeface="Lato"/>
                <a:cs typeface="Lato"/>
                <a:sym typeface="Lato"/>
              </a:rPr>
              <a:t>and other roles.</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Acts as a </a:t>
            </a:r>
            <a:r>
              <a:rPr b="1" i="0" lang="en-MY" sz="1800" u="none" cap="none" strike="noStrike">
                <a:solidFill>
                  <a:srgbClr val="3F3F3F"/>
                </a:solidFill>
                <a:latin typeface="Lato"/>
                <a:ea typeface="Lato"/>
                <a:cs typeface="Lato"/>
                <a:sym typeface="Lato"/>
              </a:rPr>
              <a:t>governance product </a:t>
            </a:r>
            <a:r>
              <a:rPr b="0" i="0" lang="en-MY" sz="1800" u="none" cap="none" strike="noStrike">
                <a:solidFill>
                  <a:srgbClr val="3F3F3F"/>
                </a:solidFill>
                <a:latin typeface="Lato"/>
                <a:ea typeface="Lato"/>
                <a:cs typeface="Lato"/>
                <a:sym typeface="Lato"/>
              </a:rPr>
              <a:t>when formalized.</a:t>
            </a:r>
            <a:endParaRPr b="0" i="0" sz="1800" u="none" cap="none" strike="noStrike">
              <a:solidFill>
                <a:srgbClr val="3F3F3F"/>
              </a:solidFill>
              <a:latin typeface="Lato"/>
              <a:ea typeface="Lato"/>
              <a:cs typeface="Lato"/>
              <a:sym typeface="Lato"/>
            </a:endParaRPr>
          </a:p>
        </p:txBody>
      </p:sp>
      <p:sp>
        <p:nvSpPr>
          <p:cNvPr id="648" name="Google Shape;648;p56"/>
          <p:cNvSpPr txBox="1"/>
          <p:nvPr/>
        </p:nvSpPr>
        <p:spPr>
          <a:xfrm>
            <a:off x="6319888" y="1585307"/>
            <a:ext cx="5740700" cy="10771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Timebox Review Record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4.5 EED - Sprint review record (sprint nn) (PROJECT_CODE).docx</a:t>
            </a:r>
            <a:endParaRPr b="0" i="0" sz="1600" u="none" cap="none" strike="noStrike">
              <a:solidFill>
                <a:srgbClr val="000000"/>
              </a:solidFill>
              <a:latin typeface="Arial"/>
              <a:ea typeface="Arial"/>
              <a:cs typeface="Arial"/>
              <a:sym typeface="Arial"/>
            </a:endParaRPr>
          </a:p>
        </p:txBody>
      </p:sp>
      <p:pic>
        <p:nvPicPr>
          <p:cNvPr id="649" name="Google Shape;649;p56"/>
          <p:cNvPicPr preferRelativeResize="0"/>
          <p:nvPr/>
        </p:nvPicPr>
        <p:blipFill rotWithShape="1">
          <a:blip r:embed="rId4">
            <a:alphaModFix/>
          </a:blip>
          <a:srcRect b="0" l="0" r="0" t="0"/>
          <a:stretch/>
        </p:blipFill>
        <p:spPr>
          <a:xfrm>
            <a:off x="6319888" y="2765346"/>
            <a:ext cx="5740700" cy="2963464"/>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7"/>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Project Review Report</a:t>
            </a:r>
            <a:endParaRPr sz="3200"/>
          </a:p>
        </p:txBody>
      </p:sp>
      <p:sp>
        <p:nvSpPr>
          <p:cNvPr id="655" name="Google Shape;655;p57"/>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56" name="Google Shape;656;p57"/>
          <p:cNvSpPr txBox="1"/>
          <p:nvPr/>
        </p:nvSpPr>
        <p:spPr>
          <a:xfrm>
            <a:off x="276292" y="1585307"/>
            <a:ext cx="5895908" cy="4247276"/>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a:t>
            </a:r>
            <a:r>
              <a:rPr b="1" i="0" lang="en-MY" sz="1800" u="none" cap="none" strike="noStrike">
                <a:solidFill>
                  <a:srgbClr val="3F3F3F"/>
                </a:solidFill>
                <a:latin typeface="Lato"/>
                <a:ea typeface="Lato"/>
                <a:cs typeface="Lato"/>
                <a:sym typeface="Lato"/>
              </a:rPr>
              <a:t>single document </a:t>
            </a:r>
            <a:r>
              <a:rPr b="0" i="0" lang="en-MY" sz="1800" u="none" cap="none" strike="noStrike">
                <a:solidFill>
                  <a:srgbClr val="3F3F3F"/>
                </a:solidFill>
                <a:latin typeface="Lato"/>
                <a:ea typeface="Lato"/>
                <a:cs typeface="Lato"/>
                <a:sym typeface="Lato"/>
              </a:rPr>
              <a:t>updated incrementally at the end of each Project Increment.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Includes new sections relevant to each increment.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Purpose at the end of each Project Increment:</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Capture </a:t>
            </a:r>
            <a:r>
              <a:rPr b="1" i="0" lang="en-MY" sz="1800" u="none" cap="none" strike="noStrike">
                <a:solidFill>
                  <a:srgbClr val="3F3F3F"/>
                </a:solidFill>
                <a:latin typeface="Lato"/>
                <a:ea typeface="Lato"/>
                <a:cs typeface="Lato"/>
                <a:sym typeface="Lato"/>
              </a:rPr>
              <a:t>feedback</a:t>
            </a:r>
            <a:r>
              <a:rPr b="0" i="0" lang="en-MY" sz="1800" u="none" cap="none" strike="noStrike">
                <a:solidFill>
                  <a:srgbClr val="3F3F3F"/>
                </a:solidFill>
                <a:latin typeface="Lato"/>
                <a:ea typeface="Lato"/>
                <a:cs typeface="Lato"/>
                <a:sym typeface="Lato"/>
              </a:rPr>
              <a:t> from solution reviews – confirm what has and hasn’t been delivered.</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Capture </a:t>
            </a:r>
            <a:r>
              <a:rPr b="1" i="0" lang="en-MY" sz="1800" u="none" cap="none" strike="noStrike">
                <a:solidFill>
                  <a:srgbClr val="3F3F3F"/>
                </a:solidFill>
                <a:latin typeface="Lato"/>
                <a:ea typeface="Lato"/>
                <a:cs typeface="Lato"/>
                <a:sym typeface="Lato"/>
              </a:rPr>
              <a:t>learning points </a:t>
            </a:r>
            <a:r>
              <a:rPr b="0" i="0" lang="en-MY" sz="1800" u="none" cap="none" strike="noStrike">
                <a:solidFill>
                  <a:srgbClr val="3F3F3F"/>
                </a:solidFill>
                <a:latin typeface="Lato"/>
                <a:ea typeface="Lato"/>
                <a:cs typeface="Lato"/>
                <a:sym typeface="Lato"/>
              </a:rPr>
              <a:t>from retrospectives (processes, practices, roles, responsibilities).</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Describe </a:t>
            </a:r>
            <a:r>
              <a:rPr b="1" i="0" lang="en-MY" sz="1800" u="none" cap="none" strike="noStrike">
                <a:solidFill>
                  <a:srgbClr val="3F3F3F"/>
                </a:solidFill>
                <a:latin typeface="Lato"/>
                <a:ea typeface="Lato"/>
                <a:cs typeface="Lato"/>
                <a:sym typeface="Lato"/>
              </a:rPr>
              <a:t>business benefits </a:t>
            </a:r>
            <a:r>
              <a:rPr b="0" i="0" lang="en-MY" sz="1800" u="none" cap="none" strike="noStrike">
                <a:solidFill>
                  <a:srgbClr val="3F3F3F"/>
                </a:solidFill>
                <a:latin typeface="Lato"/>
                <a:ea typeface="Lato"/>
                <a:cs typeface="Lato"/>
                <a:sym typeface="Lato"/>
              </a:rPr>
              <a:t>gained through proper use of the delivered solution.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At project closure:</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 </a:t>
            </a:r>
            <a:r>
              <a:rPr b="1" i="0" lang="en-MY" sz="1800" u="none" cap="none" strike="noStrike">
                <a:solidFill>
                  <a:srgbClr val="3F3F3F"/>
                </a:solidFill>
                <a:latin typeface="Lato"/>
                <a:ea typeface="Lato"/>
                <a:cs typeface="Lato"/>
                <a:sym typeface="Lato"/>
              </a:rPr>
              <a:t>final retrospective </a:t>
            </a:r>
            <a:r>
              <a:rPr b="0" i="0" lang="en-MY" sz="1800" u="none" cap="none" strike="noStrike">
                <a:solidFill>
                  <a:srgbClr val="3F3F3F"/>
                </a:solidFill>
                <a:latin typeface="Lato"/>
                <a:ea typeface="Lato"/>
                <a:cs typeface="Lato"/>
                <a:sym typeface="Lato"/>
              </a:rPr>
              <a:t>is carried out, covering the </a:t>
            </a:r>
            <a:r>
              <a:rPr b="1" i="0" lang="en-MY" sz="1800" u="none" cap="none" strike="noStrike">
                <a:solidFill>
                  <a:srgbClr val="3F3F3F"/>
                </a:solidFill>
                <a:latin typeface="Lato"/>
                <a:ea typeface="Lato"/>
                <a:cs typeface="Lato"/>
                <a:sym typeface="Lato"/>
              </a:rPr>
              <a:t>entire project</a:t>
            </a:r>
            <a:r>
              <a:rPr b="0" i="0" lang="en-MY" sz="1800" u="none" cap="none" strike="noStrike">
                <a:solidFill>
                  <a:srgbClr val="3F3F3F"/>
                </a:solidFill>
                <a:latin typeface="Lato"/>
                <a:ea typeface="Lato"/>
                <a:cs typeface="Lato"/>
                <a:sym typeface="Lato"/>
              </a:rPr>
              <a:t>.</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Informed by records from each Project Increment.</a:t>
            </a:r>
            <a:endParaRPr b="0" i="0" sz="1800" u="none" cap="none" strike="noStrike">
              <a:solidFill>
                <a:srgbClr val="3F3F3F"/>
              </a:solidFill>
              <a:latin typeface="Lato"/>
              <a:ea typeface="Lato"/>
              <a:cs typeface="Lato"/>
              <a:sym typeface="Lato"/>
            </a:endParaRPr>
          </a:p>
        </p:txBody>
      </p:sp>
      <p:sp>
        <p:nvSpPr>
          <p:cNvPr id="657" name="Google Shape;657;p57"/>
          <p:cNvSpPr txBox="1"/>
          <p:nvPr/>
        </p:nvSpPr>
        <p:spPr>
          <a:xfrm>
            <a:off x="6319888" y="1585307"/>
            <a:ext cx="5740700" cy="10771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Project Review Report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3.6.1 Foundations - Project status report template (PROJECT_CODE).docx</a:t>
            </a:r>
            <a:endParaRPr b="0" i="0" sz="1600" u="none" cap="none" strike="noStrike">
              <a:solidFill>
                <a:srgbClr val="000000"/>
              </a:solidFill>
              <a:latin typeface="Arial"/>
              <a:ea typeface="Arial"/>
              <a:cs typeface="Arial"/>
              <a:sym typeface="Arial"/>
            </a:endParaRPr>
          </a:p>
        </p:txBody>
      </p:sp>
      <p:pic>
        <p:nvPicPr>
          <p:cNvPr id="658" name="Google Shape;658;p57"/>
          <p:cNvPicPr preferRelativeResize="0"/>
          <p:nvPr/>
        </p:nvPicPr>
        <p:blipFill rotWithShape="1">
          <a:blip r:embed="rId4">
            <a:alphaModFix/>
          </a:blip>
          <a:srcRect b="0" l="0" r="0" t="0"/>
          <a:stretch/>
        </p:blipFill>
        <p:spPr>
          <a:xfrm>
            <a:off x="6319888" y="2841581"/>
            <a:ext cx="5689204" cy="2326512"/>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8"/>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sz="3200"/>
              <a:t>DSDM Products – Benefits Assessment</a:t>
            </a:r>
            <a:endParaRPr sz="3200"/>
          </a:p>
        </p:txBody>
      </p:sp>
      <p:sp>
        <p:nvSpPr>
          <p:cNvPr id="664" name="Google Shape;664;p5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65" name="Google Shape;665;p58"/>
          <p:cNvSpPr txBox="1"/>
          <p:nvPr/>
        </p:nvSpPr>
        <p:spPr>
          <a:xfrm>
            <a:off x="276292" y="1585307"/>
            <a:ext cx="5895908" cy="2862282"/>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800" u="none" cap="none" strike="noStrike">
                <a:solidFill>
                  <a:srgbClr val="3F3F3F"/>
                </a:solidFill>
                <a:latin typeface="Lato"/>
                <a:ea typeface="Lato"/>
                <a:cs typeface="Lato"/>
                <a:sym typeface="Lato"/>
              </a:rPr>
              <a:t>Overview</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Describes how </a:t>
            </a:r>
            <a:r>
              <a:rPr b="1" i="0" lang="en-MY" sz="1800" u="none" cap="none" strike="noStrike">
                <a:solidFill>
                  <a:srgbClr val="3F3F3F"/>
                </a:solidFill>
                <a:latin typeface="Lato"/>
                <a:ea typeface="Lato"/>
                <a:cs typeface="Lato"/>
                <a:sym typeface="Lato"/>
              </a:rPr>
              <a:t>benefits have actually accrued </a:t>
            </a:r>
            <a:r>
              <a:rPr b="0" i="0" lang="en-MY" sz="1800" u="none" cap="none" strike="noStrike">
                <a:solidFill>
                  <a:srgbClr val="3F3F3F"/>
                </a:solidFill>
                <a:latin typeface="Lato"/>
                <a:ea typeface="Lato"/>
                <a:cs typeface="Lato"/>
                <a:sym typeface="Lato"/>
              </a:rPr>
              <a:t>after the solution is in live operation.</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Conducted following a </a:t>
            </a:r>
            <a:r>
              <a:rPr b="1" i="0" lang="en-MY" sz="1800" u="none" cap="none" strike="noStrike">
                <a:solidFill>
                  <a:srgbClr val="3F3F3F"/>
                </a:solidFill>
                <a:latin typeface="Lato"/>
                <a:ea typeface="Lato"/>
                <a:cs typeface="Lato"/>
                <a:sym typeface="Lato"/>
              </a:rPr>
              <a:t>period of real use</a:t>
            </a:r>
            <a:r>
              <a:rPr b="0" i="0" lang="en-MY" sz="1800" u="none" cap="none" strike="noStrike">
                <a:solidFill>
                  <a:srgbClr val="3F3F3F"/>
                </a:solidFill>
                <a:latin typeface="Lato"/>
                <a:ea typeface="Lato"/>
                <a:cs typeface="Lato"/>
                <a:sym typeface="Lato"/>
              </a:rPr>
              <a: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For projects with </a:t>
            </a:r>
            <a:r>
              <a:rPr b="1" i="0" lang="en-MY" sz="1800" u="none" cap="none" strike="noStrike">
                <a:solidFill>
                  <a:srgbClr val="3F3F3F"/>
                </a:solidFill>
                <a:latin typeface="Lato"/>
                <a:ea typeface="Lato"/>
                <a:cs typeface="Lato"/>
                <a:sym typeface="Lato"/>
              </a:rPr>
              <a:t>long-term benefits </a:t>
            </a:r>
            <a:r>
              <a:rPr b="0" i="0" lang="en-MY" sz="1800" u="none" cap="none" strike="noStrike">
                <a:solidFill>
                  <a:srgbClr val="3F3F3F"/>
                </a:solidFill>
                <a:latin typeface="Lato"/>
                <a:ea typeface="Lato"/>
                <a:cs typeface="Lato"/>
                <a:sym typeface="Lato"/>
              </a:rPr>
              <a:t>(as per the Business Case):</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Multiple Benefits Assessments may be produced.</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These are done on a </a:t>
            </a:r>
            <a:r>
              <a:rPr b="1" i="0" lang="en-MY" sz="1800" u="none" cap="none" strike="noStrike">
                <a:solidFill>
                  <a:srgbClr val="3F3F3F"/>
                </a:solidFill>
                <a:latin typeface="Lato"/>
                <a:ea typeface="Lato"/>
                <a:cs typeface="Lato"/>
                <a:sym typeface="Lato"/>
              </a:rPr>
              <a:t>periodic basis</a:t>
            </a:r>
            <a:r>
              <a:rPr b="0" i="0" lang="en-MY" sz="1800" u="none" cap="none" strike="noStrike">
                <a:solidFill>
                  <a:srgbClr val="3F3F3F"/>
                </a:solidFill>
                <a:latin typeface="Lato"/>
                <a:ea typeface="Lato"/>
                <a:cs typeface="Lato"/>
                <a:sym typeface="Lato"/>
              </a:rPr>
              <a:t>.</a:t>
            </a:r>
            <a:endParaRPr/>
          </a:p>
          <a:p>
            <a:pPr indent="-541338" lvl="0" marL="541338" marR="0" rtl="0" algn="l">
              <a:lnSpc>
                <a:spcPct val="100000"/>
              </a:lnSpc>
              <a:spcBef>
                <a:spcPts val="0"/>
              </a:spcBef>
              <a:spcAft>
                <a:spcPts val="0"/>
              </a:spcAft>
              <a:buClr>
                <a:srgbClr val="3F3F3F"/>
              </a:buClr>
              <a:buSzPts val="2200"/>
              <a:buFont typeface="Noto Sans Symbols"/>
              <a:buChar char="▪"/>
            </a:pPr>
            <a:r>
              <a:rPr b="0" i="0" lang="en-MY" sz="1800" u="none" cap="none" strike="noStrike">
                <a:solidFill>
                  <a:srgbClr val="3F3F3F"/>
                </a:solidFill>
                <a:latin typeface="Lato"/>
                <a:ea typeface="Lato"/>
                <a:cs typeface="Lato"/>
                <a:sym typeface="Lato"/>
              </a:rPr>
              <a:t>Aligned with the </a:t>
            </a:r>
            <a:r>
              <a:rPr b="1" i="0" lang="en-MY" sz="1800" u="none" cap="none" strike="noStrike">
                <a:solidFill>
                  <a:srgbClr val="3F3F3F"/>
                </a:solidFill>
                <a:latin typeface="Lato"/>
                <a:ea typeface="Lato"/>
                <a:cs typeface="Lato"/>
                <a:sym typeface="Lato"/>
              </a:rPr>
              <a:t>timeframe used to justify the investment</a:t>
            </a:r>
            <a:r>
              <a:rPr b="0" i="0" lang="en-MY" sz="1800" u="none" cap="none" strike="noStrike">
                <a:solidFill>
                  <a:srgbClr val="3F3F3F"/>
                </a:solidFill>
                <a:latin typeface="Lato"/>
                <a:ea typeface="Lato"/>
                <a:cs typeface="Lato"/>
                <a:sym typeface="Lato"/>
              </a:rPr>
              <a:t>.</a:t>
            </a:r>
            <a:endParaRPr b="0" i="0" sz="1800" u="none" cap="none" strike="noStrike">
              <a:solidFill>
                <a:srgbClr val="3F3F3F"/>
              </a:solidFill>
              <a:latin typeface="Lato"/>
              <a:ea typeface="Lato"/>
              <a:cs typeface="Lato"/>
              <a:sym typeface="Lato"/>
            </a:endParaRPr>
          </a:p>
        </p:txBody>
      </p:sp>
      <p:sp>
        <p:nvSpPr>
          <p:cNvPr id="666" name="Google Shape;666;p58"/>
          <p:cNvSpPr txBox="1"/>
          <p:nvPr/>
        </p:nvSpPr>
        <p:spPr>
          <a:xfrm>
            <a:off x="6319888" y="1585307"/>
            <a:ext cx="5740700" cy="1077178"/>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Example of Benefit Assessment product</a:t>
            </a:r>
            <a:endParaRPr/>
          </a:p>
          <a:p>
            <a:pPr indent="-342900" lvl="0" marL="342900" marR="0" rtl="0" algn="l">
              <a:lnSpc>
                <a:spcPct val="10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Click here:</a:t>
            </a:r>
            <a:endParaRPr/>
          </a:p>
          <a:p>
            <a:pPr indent="0" lvl="0" marL="0" marR="0" rtl="0" algn="l">
              <a:lnSpc>
                <a:spcPct val="100000"/>
              </a:lnSpc>
              <a:spcBef>
                <a:spcPts val="0"/>
              </a:spcBef>
              <a:spcAft>
                <a:spcPts val="0"/>
              </a:spcAft>
              <a:buNone/>
            </a:pPr>
            <a:r>
              <a:rPr b="0" i="0" lang="en-MY" sz="1600" u="sng" cap="none" strike="noStrike">
                <a:solidFill>
                  <a:srgbClr val="000000"/>
                </a:solidFill>
                <a:latin typeface="Arial"/>
                <a:ea typeface="Arial"/>
                <a:cs typeface="Arial"/>
                <a:sym typeface="Arial"/>
                <a:hlinkClick r:id="rId3">
                  <a:extLst>
                    <a:ext uri="{A12FA001-AC4F-418D-AE19-62706E023703}">
                      <ahyp:hlinkClr val="tx"/>
                    </a:ext>
                  </a:extLst>
                </a:hlinkClick>
              </a:rPr>
              <a:t>4.3.1 EED - Benefits realisation plan (PROJECT_CODE).docx</a:t>
            </a:r>
            <a:endParaRPr b="0" i="0" sz="1600" u="none" cap="none" strike="noStrike">
              <a:solidFill>
                <a:srgbClr val="000000"/>
              </a:solidFill>
              <a:latin typeface="Arial"/>
              <a:ea typeface="Arial"/>
              <a:cs typeface="Arial"/>
              <a:sym typeface="Arial"/>
            </a:endParaRPr>
          </a:p>
        </p:txBody>
      </p:sp>
      <p:pic>
        <p:nvPicPr>
          <p:cNvPr id="667" name="Google Shape;667;p58"/>
          <p:cNvPicPr preferRelativeResize="0"/>
          <p:nvPr/>
        </p:nvPicPr>
        <p:blipFill rotWithShape="1">
          <a:blip r:embed="rId4">
            <a:alphaModFix/>
          </a:blip>
          <a:srcRect b="0" l="0" r="0" t="0"/>
          <a:stretch/>
        </p:blipFill>
        <p:spPr>
          <a:xfrm>
            <a:off x="6368882" y="2815389"/>
            <a:ext cx="5641600" cy="3324656"/>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9"/>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73" name="Google Shape;673;p59"/>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Products – Summary </a:t>
            </a:r>
            <a:endParaRPr/>
          </a:p>
        </p:txBody>
      </p:sp>
      <p:sp>
        <p:nvSpPr>
          <p:cNvPr id="674" name="Google Shape;674;p59"/>
          <p:cNvSpPr txBox="1"/>
          <p:nvPr/>
        </p:nvSpPr>
        <p:spPr>
          <a:xfrm>
            <a:off x="200090" y="1744796"/>
            <a:ext cx="11027979" cy="3785611"/>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3F3F3F"/>
                </a:solidFill>
                <a:latin typeface="Lato"/>
                <a:ea typeface="Lato"/>
                <a:cs typeface="Lato"/>
                <a:sym typeface="Lato"/>
              </a:rPr>
              <a:t>Products act as guidelines for communicating project information clearly and effectively. </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3F3F3F"/>
                </a:solidFill>
                <a:latin typeface="Lato"/>
                <a:ea typeface="Lato"/>
                <a:cs typeface="Lato"/>
                <a:sym typeface="Lato"/>
              </a:rPr>
              <a:t>They are not mandatory in all projects only used where they add value. </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3F3F3F"/>
                </a:solidFill>
                <a:latin typeface="Lato"/>
                <a:ea typeface="Lato"/>
                <a:cs typeface="Lato"/>
                <a:sym typeface="Lato"/>
              </a:rPr>
              <a:t>Formal documents are useful when governance, compliance, auditability or stakeholder alignment is needed (beyond just shared understanding). </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3F3F3F"/>
                </a:solidFill>
                <a:latin typeface="Lato"/>
                <a:ea typeface="Lato"/>
                <a:cs typeface="Lato"/>
                <a:sym typeface="Lato"/>
              </a:rPr>
              <a:t>The most important goal is ensuring stakeholders &amp; participants understand what is needed and what will be delivered, and ensuring quality is assured. </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2000" u="none" cap="none" strike="noStrike">
                <a:solidFill>
                  <a:srgbClr val="3F3F3F"/>
                </a:solidFill>
                <a:latin typeface="Lato"/>
                <a:ea typeface="Lato"/>
                <a:cs typeface="Lato"/>
                <a:sym typeface="Lato"/>
              </a:rPr>
              <a:t>Only create documents / products if they help achieve communication, alignment, clarity — avoid wasting time on unnecessary documentation.</a:t>
            </a:r>
            <a:endParaRPr b="0" i="0" sz="2000" u="none" cap="none" strike="noStrike">
              <a:solidFill>
                <a:srgbClr val="3F3F3F"/>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0"/>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and Control</a:t>
            </a:r>
            <a:endParaRPr/>
          </a:p>
        </p:txBody>
      </p:sp>
      <p:sp>
        <p:nvSpPr>
          <p:cNvPr id="680" name="Google Shape;680;p6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681" name="Google Shape;681;p60"/>
          <p:cNvSpPr txBox="1"/>
          <p:nvPr/>
        </p:nvSpPr>
        <p:spPr>
          <a:xfrm>
            <a:off x="200092" y="1603902"/>
            <a:ext cx="5895908" cy="4031833"/>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Introduction</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Although DSDM (like all Agile) values responding to change over strictly following a plan, it emphasises high-level planning to shape and guide the project without micromanaging who does what and when.</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Planning in DSDM begins with agreeing on a strategy (how the solution will evolve) and includes: </a:t>
            </a:r>
            <a:endParaRPr/>
          </a:p>
          <a:p>
            <a:pPr indent="0" lvl="0" marL="0" marR="0" rtl="0" algn="l">
              <a:lnSpc>
                <a:spcPct val="150000"/>
              </a:lnSpc>
              <a:spcBef>
                <a:spcPts val="0"/>
              </a:spcBef>
              <a:spcAft>
                <a:spcPts val="0"/>
              </a:spcAft>
              <a:buNone/>
            </a:pPr>
            <a:r>
              <a:rPr b="0" i="0" lang="en-MY" sz="1600" u="none" cap="none" strike="noStrike">
                <a:solidFill>
                  <a:srgbClr val="3F3F3F"/>
                </a:solidFill>
                <a:latin typeface="Lato"/>
                <a:ea typeface="Lato"/>
                <a:cs typeface="Lato"/>
                <a:sym typeface="Lato"/>
              </a:rPr>
              <a:t>• </a:t>
            </a:r>
            <a:r>
              <a:rPr b="1" i="0" lang="en-MY" sz="1600" u="none" cap="none" strike="noStrike">
                <a:solidFill>
                  <a:srgbClr val="3F3F3F"/>
                </a:solidFill>
                <a:latin typeface="Lato"/>
                <a:ea typeface="Lato"/>
                <a:cs typeface="Lato"/>
                <a:sym typeface="Lato"/>
              </a:rPr>
              <a:t>Incremental delivery </a:t>
            </a:r>
            <a:r>
              <a:rPr b="0" i="0" lang="en-MY" sz="1600" u="none" cap="none" strike="noStrike">
                <a:solidFill>
                  <a:srgbClr val="3F3F3F"/>
                </a:solidFill>
                <a:latin typeface="Lato"/>
                <a:ea typeface="Lato"/>
                <a:cs typeface="Lato"/>
                <a:sym typeface="Lato"/>
              </a:rPr>
              <a:t>through project increments and timeboxes Agile Business Consortium </a:t>
            </a:r>
            <a:endParaRPr/>
          </a:p>
          <a:p>
            <a:pPr indent="0" lvl="0" marL="0" marR="0" rtl="0" algn="l">
              <a:lnSpc>
                <a:spcPct val="150000"/>
              </a:lnSpc>
              <a:spcBef>
                <a:spcPts val="0"/>
              </a:spcBef>
              <a:spcAft>
                <a:spcPts val="0"/>
              </a:spcAft>
              <a:buNone/>
            </a:pPr>
            <a:r>
              <a:rPr b="0" i="0" lang="en-MY" sz="1600" u="none" cap="none" strike="noStrike">
                <a:solidFill>
                  <a:srgbClr val="3F3F3F"/>
                </a:solidFill>
                <a:latin typeface="Lato"/>
                <a:ea typeface="Lato"/>
                <a:cs typeface="Lato"/>
                <a:sym typeface="Lato"/>
              </a:rPr>
              <a:t>• </a:t>
            </a:r>
            <a:r>
              <a:rPr b="1" i="0" lang="en-MY" sz="1600" u="none" cap="none" strike="noStrike">
                <a:solidFill>
                  <a:srgbClr val="3F3F3F"/>
                </a:solidFill>
                <a:latin typeface="Lato"/>
                <a:ea typeface="Lato"/>
                <a:cs typeface="Lato"/>
                <a:sym typeface="Lato"/>
              </a:rPr>
              <a:t>Quality assurance integration</a:t>
            </a:r>
            <a:r>
              <a:rPr b="0" i="0" lang="en-MY" sz="1600" u="none" cap="none" strike="noStrike">
                <a:solidFill>
                  <a:srgbClr val="3F3F3F"/>
                </a:solidFill>
                <a:latin typeface="Lato"/>
                <a:ea typeface="Lato"/>
                <a:cs typeface="Lato"/>
                <a:sym typeface="Lato"/>
              </a:rPr>
              <a:t>, ensuring review and testing are built into development rather than tacked on later</a:t>
            </a:r>
            <a:endParaRPr/>
          </a:p>
        </p:txBody>
      </p:sp>
      <p:sp>
        <p:nvSpPr>
          <p:cNvPr id="682" name="Google Shape;682;p60"/>
          <p:cNvSpPr txBox="1"/>
          <p:nvPr/>
        </p:nvSpPr>
        <p:spPr>
          <a:xfrm>
            <a:off x="6250510" y="1603901"/>
            <a:ext cx="5895908" cy="4031833"/>
          </a:xfrm>
          <a:prstGeom prst="rect">
            <a:avLst/>
          </a:prstGeom>
          <a:solidFill>
            <a:srgbClr val="E9E9E9"/>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MY" sz="1600" u="none" cap="none" strike="noStrike">
                <a:solidFill>
                  <a:srgbClr val="3F3F3F"/>
                </a:solidFill>
                <a:latin typeface="Lato"/>
                <a:ea typeface="Lato"/>
                <a:cs typeface="Lato"/>
                <a:sym typeface="Lato"/>
              </a:rPr>
              <a:t>Planning and Control</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To support planning and control, DSDM defines:</a:t>
            </a:r>
            <a:endParaRPr/>
          </a:p>
          <a:p>
            <a:pPr indent="0" lvl="0" marL="0" marR="0" rtl="0" algn="l">
              <a:lnSpc>
                <a:spcPct val="150000"/>
              </a:lnSpc>
              <a:spcBef>
                <a:spcPts val="0"/>
              </a:spcBef>
              <a:spcAft>
                <a:spcPts val="0"/>
              </a:spcAft>
              <a:buNone/>
            </a:pPr>
            <a:r>
              <a:rPr b="0" i="0" lang="en-MY" sz="1600" u="none" cap="none" strike="noStrike">
                <a:solidFill>
                  <a:srgbClr val="3F3F3F"/>
                </a:solidFill>
                <a:latin typeface="Lato"/>
                <a:ea typeface="Lato"/>
                <a:cs typeface="Lato"/>
                <a:sym typeface="Lato"/>
              </a:rPr>
              <a:t>• </a:t>
            </a:r>
            <a:r>
              <a:rPr b="1" i="0" lang="en-MY" sz="1600" u="none" cap="none" strike="noStrike">
                <a:solidFill>
                  <a:srgbClr val="000000"/>
                </a:solidFill>
                <a:latin typeface="Arial"/>
                <a:ea typeface="Arial"/>
                <a:cs typeface="Arial"/>
                <a:sym typeface="Arial"/>
              </a:rPr>
              <a:t>Three planning concepts</a:t>
            </a:r>
            <a:r>
              <a:rPr b="0" i="0" lang="en-MY" sz="1600" u="none" cap="none" strike="noStrike">
                <a:solidFill>
                  <a:srgbClr val="000000"/>
                </a:solidFill>
                <a:latin typeface="Arial"/>
                <a:ea typeface="Arial"/>
                <a:cs typeface="Arial"/>
                <a:sym typeface="Arial"/>
              </a:rPr>
              <a:t>: outcome-based planning; planning to sensible horizons; plan &amp; re-plan using best estimates </a:t>
            </a:r>
            <a:endParaRPr/>
          </a:p>
          <a:p>
            <a:pPr indent="0" lvl="0" marL="0" marR="0" rtl="0" algn="l">
              <a:lnSpc>
                <a:spcPct val="150000"/>
              </a:lnSpc>
              <a:spcBef>
                <a:spcPts val="0"/>
              </a:spcBef>
              <a:spcAft>
                <a:spcPts val="0"/>
              </a:spcAft>
              <a:buNone/>
            </a:pPr>
            <a:r>
              <a:rPr b="0" i="0" lang="en-MY" sz="1600" u="none" cap="none" strike="noStrike">
                <a:solidFill>
                  <a:srgbClr val="3F3F3F"/>
                </a:solidFill>
                <a:latin typeface="Lato"/>
                <a:ea typeface="Lato"/>
                <a:cs typeface="Lato"/>
                <a:sym typeface="Lato"/>
              </a:rPr>
              <a:t>• </a:t>
            </a:r>
            <a:r>
              <a:rPr b="1" i="0" lang="en-MY" sz="1600" u="none" cap="none" strike="noStrike">
                <a:solidFill>
                  <a:srgbClr val="000000"/>
                </a:solidFill>
                <a:latin typeface="Arial"/>
                <a:ea typeface="Arial"/>
                <a:cs typeface="Arial"/>
                <a:sym typeface="Arial"/>
              </a:rPr>
              <a:t>Six testing concepts</a:t>
            </a:r>
            <a:r>
              <a:rPr b="0" i="0" lang="en-MY" sz="1600" u="none" cap="none" strike="noStrike">
                <a:solidFill>
                  <a:srgbClr val="000000"/>
                </a:solidFill>
                <a:latin typeface="Arial"/>
                <a:ea typeface="Arial"/>
                <a:cs typeface="Arial"/>
                <a:sym typeface="Arial"/>
              </a:rPr>
              <a:t>, such as integrated testing, collaborative testing, repeatable testing, prioritised testing, independent testing, and test-driven approaches</a:t>
            </a:r>
            <a:endParaRPr/>
          </a:p>
          <a:p>
            <a:pPr indent="0" lvl="0" marL="0" marR="0" rtl="0" algn="l">
              <a:lnSpc>
                <a:spcPct val="150000"/>
              </a:lnSpc>
              <a:spcBef>
                <a:spcPts val="0"/>
              </a:spcBef>
              <a:spcAft>
                <a:spcPts val="0"/>
              </a:spcAft>
              <a:buNone/>
            </a:pPr>
            <a:r>
              <a:rPr b="0" i="0" lang="en-MY" sz="1600" u="none" cap="none" strike="noStrike">
                <a:solidFill>
                  <a:srgbClr val="3F3F3F"/>
                </a:solidFill>
                <a:latin typeface="Lato"/>
                <a:ea typeface="Lato"/>
                <a:cs typeface="Lato"/>
                <a:sym typeface="Lato"/>
              </a:rPr>
              <a:t>•  </a:t>
            </a:r>
            <a:r>
              <a:rPr b="1" i="0" lang="en-MY" sz="1600" u="none" cap="none" strike="noStrike">
                <a:solidFill>
                  <a:srgbClr val="000000"/>
                </a:solidFill>
                <a:latin typeface="Arial"/>
                <a:ea typeface="Arial"/>
                <a:cs typeface="Arial"/>
                <a:sym typeface="Arial"/>
              </a:rPr>
              <a:t>Four tracking &amp; control concepts</a:t>
            </a:r>
            <a:r>
              <a:rPr b="0" i="0" lang="en-MY" sz="1600" u="none" cap="none" strike="noStrike">
                <a:solidFill>
                  <a:srgbClr val="000000"/>
                </a:solidFill>
                <a:latin typeface="Arial"/>
                <a:ea typeface="Arial"/>
                <a:cs typeface="Arial"/>
                <a:sym typeface="Arial"/>
              </a:rPr>
              <a:t>, including timeboxing with outcome measurement, transparency of process/progress, embracing change, and management by exception</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61"/>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Project Planning Concepts</a:t>
            </a:r>
            <a:endParaRPr/>
          </a:p>
        </p:txBody>
      </p:sp>
      <p:sp>
        <p:nvSpPr>
          <p:cNvPr id="688" name="Google Shape;688;p6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graphicFrame>
        <p:nvGraphicFramePr>
          <p:cNvPr id="689" name="Google Shape;689;p61"/>
          <p:cNvGraphicFramePr/>
          <p:nvPr/>
        </p:nvGraphicFramePr>
        <p:xfrm>
          <a:off x="372978" y="1643996"/>
          <a:ext cx="3000000" cy="3000000"/>
        </p:xfrm>
        <a:graphic>
          <a:graphicData uri="http://schemas.openxmlformats.org/drawingml/2006/table">
            <a:tbl>
              <a:tblPr>
                <a:noFill/>
                <a:tableStyleId>{FC6BC19C-069B-4963-BC4D-5A7BCF714603}</a:tableStyleId>
              </a:tblPr>
              <a:tblGrid>
                <a:gridCol w="1824300"/>
                <a:gridCol w="2843975"/>
                <a:gridCol w="4012525"/>
                <a:gridCol w="2893600"/>
              </a:tblGrid>
              <a:tr h="467575">
                <a:tc>
                  <a:txBody>
                    <a:bodyPr/>
                    <a:lstStyle/>
                    <a:p>
                      <a:pPr indent="0" lvl="0" marL="0" marR="0" rtl="0" algn="ctr">
                        <a:lnSpc>
                          <a:spcPct val="135937"/>
                        </a:lnSpc>
                        <a:spcBef>
                          <a:spcPts val="0"/>
                        </a:spcBef>
                        <a:spcAft>
                          <a:spcPts val="0"/>
                        </a:spcAft>
                        <a:buClr>
                          <a:srgbClr val="000000"/>
                        </a:buClr>
                        <a:buSzPts val="1600"/>
                        <a:buFont typeface="Arial"/>
                        <a:buNone/>
                      </a:pPr>
                      <a:r>
                        <a:rPr b="1" lang="en-MY" sz="1600" u="none" cap="none" strike="noStrike">
                          <a:solidFill>
                            <a:schemeClr val="dk1"/>
                          </a:solidFill>
                        </a:rPr>
                        <a:t>Concept ​</a:t>
                      </a:r>
                      <a:endParaRPr b="1" i="0" sz="1600" u="none" cap="none" strike="noStrike">
                        <a:solidFill>
                          <a:schemeClr val="dk1"/>
                        </a:solidFill>
                      </a:endParaRPr>
                    </a:p>
                  </a:txBody>
                  <a:tcPr marT="33350" marB="33350" marR="66675" marL="66675">
                    <a:solidFill>
                      <a:srgbClr val="F2F2F2"/>
                    </a:solidFill>
                  </a:tcPr>
                </a:tc>
                <a:tc>
                  <a:txBody>
                    <a:bodyPr/>
                    <a:lstStyle/>
                    <a:p>
                      <a:pPr indent="0" lvl="0" marL="0" marR="0" rtl="0" algn="ctr">
                        <a:lnSpc>
                          <a:spcPct val="135937"/>
                        </a:lnSpc>
                        <a:spcBef>
                          <a:spcPts val="0"/>
                        </a:spcBef>
                        <a:spcAft>
                          <a:spcPts val="0"/>
                        </a:spcAft>
                        <a:buClr>
                          <a:srgbClr val="000000"/>
                        </a:buClr>
                        <a:buSzPts val="1600"/>
                        <a:buFont typeface="Arial"/>
                        <a:buNone/>
                      </a:pPr>
                      <a:r>
                        <a:rPr b="1" lang="en-MY" sz="1600" u="none" cap="none" strike="noStrike">
                          <a:solidFill>
                            <a:schemeClr val="dk1"/>
                          </a:solidFill>
                        </a:rPr>
                        <a:t>Definition / Purpose ​</a:t>
                      </a:r>
                      <a:endParaRPr b="1" i="0" sz="1600" u="none" cap="none" strike="noStrike">
                        <a:solidFill>
                          <a:schemeClr val="dk1"/>
                        </a:solidFill>
                      </a:endParaRPr>
                    </a:p>
                  </a:txBody>
                  <a:tcPr marT="33350" marB="33350" marR="66675" marL="66675">
                    <a:solidFill>
                      <a:srgbClr val="F2F2F2"/>
                    </a:solidFill>
                  </a:tcPr>
                </a:tc>
                <a:tc>
                  <a:txBody>
                    <a:bodyPr/>
                    <a:lstStyle/>
                    <a:p>
                      <a:pPr indent="0" lvl="0" marL="0" marR="0" rtl="0" algn="ctr">
                        <a:lnSpc>
                          <a:spcPct val="135937"/>
                        </a:lnSpc>
                        <a:spcBef>
                          <a:spcPts val="0"/>
                        </a:spcBef>
                        <a:spcAft>
                          <a:spcPts val="0"/>
                        </a:spcAft>
                        <a:buClr>
                          <a:srgbClr val="000000"/>
                        </a:buClr>
                        <a:buSzPts val="1600"/>
                        <a:buFont typeface="Arial"/>
                        <a:buNone/>
                      </a:pPr>
                      <a:r>
                        <a:rPr b="1" lang="en-MY" sz="1600" u="none" cap="none" strike="noStrike">
                          <a:solidFill>
                            <a:schemeClr val="dk1"/>
                          </a:solidFill>
                        </a:rPr>
                        <a:t>How it works in DSDM ​</a:t>
                      </a:r>
                      <a:endParaRPr b="1" i="0" sz="1600" u="none" cap="none" strike="noStrike">
                        <a:solidFill>
                          <a:schemeClr val="dk1"/>
                        </a:solidFill>
                      </a:endParaRPr>
                    </a:p>
                  </a:txBody>
                  <a:tcPr marT="33350" marB="33350" marR="66675" marL="66675">
                    <a:solidFill>
                      <a:srgbClr val="F2F2F2"/>
                    </a:solidFill>
                  </a:tcPr>
                </a:tc>
                <a:tc>
                  <a:txBody>
                    <a:bodyPr/>
                    <a:lstStyle/>
                    <a:p>
                      <a:pPr indent="0" lvl="0" marL="0" marR="0" rtl="0" algn="ctr">
                        <a:lnSpc>
                          <a:spcPct val="135937"/>
                        </a:lnSpc>
                        <a:spcBef>
                          <a:spcPts val="0"/>
                        </a:spcBef>
                        <a:spcAft>
                          <a:spcPts val="0"/>
                        </a:spcAft>
                        <a:buClr>
                          <a:srgbClr val="000000"/>
                        </a:buClr>
                        <a:buSzPts val="1600"/>
                        <a:buFont typeface="Arial"/>
                        <a:buNone/>
                      </a:pPr>
                      <a:r>
                        <a:rPr b="1" lang="en-MY" sz="1600" u="none" cap="none" strike="noStrike">
                          <a:solidFill>
                            <a:schemeClr val="dk1"/>
                          </a:solidFill>
                        </a:rPr>
                        <a:t>Benefits / Considerations ​</a:t>
                      </a:r>
                      <a:endParaRPr b="1" i="0" sz="1600" u="none" cap="none" strike="noStrike">
                        <a:solidFill>
                          <a:schemeClr val="dk1"/>
                        </a:solidFill>
                      </a:endParaRPr>
                    </a:p>
                  </a:txBody>
                  <a:tcPr marT="33350" marB="33350" marR="66675" marL="66675">
                    <a:solidFill>
                      <a:srgbClr val="F2F2F2"/>
                    </a:solidFill>
                  </a:tcPr>
                </a:tc>
              </a:tr>
              <a:tr h="992575">
                <a:tc>
                  <a:txBody>
                    <a:bodyPr/>
                    <a:lstStyle/>
                    <a:p>
                      <a:pPr indent="0" lvl="0" marL="0" marR="0" rtl="0" algn="l">
                        <a:lnSpc>
                          <a:spcPct val="121875"/>
                        </a:lnSpc>
                        <a:spcBef>
                          <a:spcPts val="0"/>
                        </a:spcBef>
                        <a:spcAft>
                          <a:spcPts val="0"/>
                        </a:spcAft>
                        <a:buClr>
                          <a:srgbClr val="000000"/>
                        </a:buClr>
                        <a:buSzPts val="1600"/>
                        <a:buFont typeface="Arial"/>
                        <a:buNone/>
                      </a:pPr>
                      <a:r>
                        <a:rPr b="1" lang="en-MY" sz="1600" u="none" cap="none" strike="noStrike">
                          <a:solidFill>
                            <a:srgbClr val="000000"/>
                          </a:solidFill>
                        </a:rPr>
                        <a:t>Outcome-based planning </a:t>
                      </a:r>
                      <a:r>
                        <a:rPr b="0" lang="en-MY" sz="1600" u="none" cap="none" strike="noStrike">
                          <a:solidFill>
                            <a:srgbClr val="000000"/>
                          </a:solidFill>
                        </a:rPr>
                        <a:t>​</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Focuses on delivering business value and outcomes rather than micromanaging tasks ​</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Project Manager and project roles plan at a high level for the outcomes needed; Solution Development Teams plan within each timebox for how to achieve those outcomes​.</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Keeps planning aligned with business goals; enables empowerment and flexibility ​</a:t>
                      </a:r>
                      <a:endParaRPr b="0" i="0" sz="1600" u="none" cap="none" strike="noStrike">
                        <a:solidFill>
                          <a:srgbClr val="000000"/>
                        </a:solidFill>
                      </a:endParaRPr>
                    </a:p>
                  </a:txBody>
                  <a:tcPr marT="33350" marB="33350" marR="66675" marL="66675"/>
                </a:tc>
              </a:tr>
              <a:tr h="1010650">
                <a:tc>
                  <a:txBody>
                    <a:bodyPr/>
                    <a:lstStyle/>
                    <a:p>
                      <a:pPr indent="0" lvl="0" marL="0" marR="0" rtl="0" algn="l">
                        <a:lnSpc>
                          <a:spcPct val="121875"/>
                        </a:lnSpc>
                        <a:spcBef>
                          <a:spcPts val="0"/>
                        </a:spcBef>
                        <a:spcAft>
                          <a:spcPts val="0"/>
                        </a:spcAft>
                        <a:buClr>
                          <a:srgbClr val="000000"/>
                        </a:buClr>
                        <a:buSzPts val="1600"/>
                        <a:buFont typeface="Arial"/>
                        <a:buNone/>
                      </a:pPr>
                      <a:r>
                        <a:rPr b="1" lang="en-MY" sz="1600" u="none" cap="none" strike="noStrike">
                          <a:solidFill>
                            <a:srgbClr val="000000"/>
                          </a:solidFill>
                        </a:rPr>
                        <a:t>Planning to sensible horizons at the right level of detail </a:t>
                      </a:r>
                      <a:r>
                        <a:rPr b="0" lang="en-MY" sz="1600" u="none" cap="none" strike="noStrike">
                          <a:solidFill>
                            <a:srgbClr val="000000"/>
                          </a:solidFill>
                        </a:rPr>
                        <a:t>​</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Use shorter planning horizons for near-term work and longer horizons at higher level ​</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Delivery Plan covers months ahead (project increment) with coarse detail; Timebox Plans cover only the next 1-4 weeks in greater detail.​</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Reduces wasted effort in planning unknowns too early; balance certainly and adaptability ​</a:t>
                      </a:r>
                      <a:endParaRPr b="0" i="0" sz="1600" u="none" cap="none" strike="noStrike">
                        <a:solidFill>
                          <a:srgbClr val="000000"/>
                        </a:solidFill>
                      </a:endParaRPr>
                    </a:p>
                  </a:txBody>
                  <a:tcPr marT="33350" marB="33350" marR="66675" marL="66675"/>
                </a:tc>
              </a:tr>
              <a:tr h="1022675">
                <a:tc>
                  <a:txBody>
                    <a:bodyPr/>
                    <a:lstStyle/>
                    <a:p>
                      <a:pPr indent="0" lvl="0" marL="0" marR="0" rtl="0" algn="l">
                        <a:lnSpc>
                          <a:spcPct val="121875"/>
                        </a:lnSpc>
                        <a:spcBef>
                          <a:spcPts val="0"/>
                        </a:spcBef>
                        <a:spcAft>
                          <a:spcPts val="0"/>
                        </a:spcAft>
                        <a:buClr>
                          <a:srgbClr val="000000"/>
                        </a:buClr>
                        <a:buSzPts val="1600"/>
                        <a:buFont typeface="Arial"/>
                        <a:buNone/>
                      </a:pPr>
                      <a:r>
                        <a:rPr b="1" lang="en-MY" sz="1600" u="none" cap="none" strike="noStrike">
                          <a:solidFill>
                            <a:srgbClr val="000000"/>
                          </a:solidFill>
                        </a:rPr>
                        <a:t>Plan &amp; re-plan based on best available estimates </a:t>
                      </a:r>
                      <a:r>
                        <a:rPr b="0" lang="en-MY" sz="1600" u="none" cap="none" strike="noStrike">
                          <a:solidFill>
                            <a:srgbClr val="000000"/>
                          </a:solidFill>
                        </a:rPr>
                        <a:t>​</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Accepts that estimates evolve and plans must adapt. ​</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Initial estimates are rough; as more is learned (especially during Foundations / early timeboxes), plans are refined and re-planned ​</a:t>
                      </a:r>
                      <a:endParaRPr b="0" i="0" sz="1600" u="none" cap="none" strike="noStrike">
                        <a:solidFill>
                          <a:srgbClr val="000000"/>
                        </a:solidFill>
                      </a:endParaRPr>
                    </a:p>
                  </a:txBody>
                  <a:tcPr marT="33350" marB="33350" marR="66675" marL="66675"/>
                </a:tc>
                <a:tc>
                  <a:txBody>
                    <a:bodyPr/>
                    <a:lstStyle/>
                    <a:p>
                      <a:pPr indent="0" lvl="0" marL="0" marR="0" rtl="0" algn="l">
                        <a:lnSpc>
                          <a:spcPct val="121875"/>
                        </a:lnSpc>
                        <a:spcBef>
                          <a:spcPts val="0"/>
                        </a:spcBef>
                        <a:spcAft>
                          <a:spcPts val="0"/>
                        </a:spcAft>
                        <a:buClr>
                          <a:srgbClr val="000000"/>
                        </a:buClr>
                        <a:buSzPts val="1600"/>
                        <a:buFont typeface="Arial"/>
                        <a:buNone/>
                      </a:pPr>
                      <a:r>
                        <a:rPr b="0" lang="en-MY" sz="1600" u="none" cap="none" strike="noStrike">
                          <a:solidFill>
                            <a:srgbClr val="000000"/>
                          </a:solidFill>
                        </a:rPr>
                        <a:t>Allows adaption to reality, accommodates change, improves forecast accuracy over time​.</a:t>
                      </a:r>
                      <a:endParaRPr b="0" i="0" sz="1600" u="none" cap="none" strike="noStrike">
                        <a:solidFill>
                          <a:srgbClr val="000000"/>
                        </a:solidFill>
                      </a:endParaRPr>
                    </a:p>
                  </a:txBody>
                  <a:tcPr marT="33350" marB="33350" marR="66675" marL="66675"/>
                </a:tc>
              </a:tr>
            </a:tbl>
          </a:graphicData>
        </a:graphic>
      </p:graphicFrame>
      <p:sp>
        <p:nvSpPr>
          <p:cNvPr id="690" name="Google Shape;690;p61"/>
          <p:cNvSpPr/>
          <p:nvPr/>
        </p:nvSpPr>
        <p:spPr>
          <a:xfrm>
            <a:off x="2262188" y="1095375"/>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MY" sz="1800" u="none" cap="none" strike="noStrike">
                <a:solidFill>
                  <a:srgbClr val="000000"/>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62"/>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Testing Concepts</a:t>
            </a:r>
            <a:endParaRPr/>
          </a:p>
        </p:txBody>
      </p:sp>
      <p:sp>
        <p:nvSpPr>
          <p:cNvPr id="696" name="Google Shape;696;p62"/>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graphicFrame>
        <p:nvGraphicFramePr>
          <p:cNvPr id="697" name="Google Shape;697;p62"/>
          <p:cNvGraphicFramePr/>
          <p:nvPr/>
        </p:nvGraphicFramePr>
        <p:xfrm>
          <a:off x="712470" y="1318465"/>
          <a:ext cx="3000000" cy="3000000"/>
        </p:xfrm>
        <a:graphic>
          <a:graphicData uri="http://schemas.openxmlformats.org/drawingml/2006/table">
            <a:tbl>
              <a:tblPr>
                <a:noFill/>
                <a:tableStyleId>{FC6BC19C-069B-4963-BC4D-5A7BCF714603}</a:tableStyleId>
              </a:tblPr>
              <a:tblGrid>
                <a:gridCol w="2139025"/>
                <a:gridCol w="2743200"/>
                <a:gridCol w="3228125"/>
                <a:gridCol w="2859850"/>
              </a:tblGrid>
              <a:tr h="498000">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Concept ​</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Purpose / Essence ​</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Key Practices / Approach ​</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Benefits &amp; Challenges ​</a:t>
                      </a:r>
                      <a:endParaRPr b="1" i="0" sz="1300" u="none" cap="none" strike="noStrike">
                        <a:solidFill>
                          <a:schemeClr val="dk1"/>
                        </a:solidFill>
                      </a:endParaRPr>
                    </a:p>
                  </a:txBody>
                  <a:tcPr marT="35500" marB="35500" marR="71025" marL="71025">
                    <a:solidFill>
                      <a:srgbClr val="F2F2F2"/>
                    </a:solidFill>
                  </a:tcPr>
                </a:tc>
              </a:tr>
              <a:tr h="7614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Testing integrated Throughout </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Embeds testing into very timebox rather than leaving it as a separate phase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Plan a test strategy early; include test activity in same timebox as development; aim for the solution to be deployable at the of timebox where possible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Finding defects early reduces cost &amp; risk ; may not always be fully testable every timebox depending on complexity​</a:t>
                      </a:r>
                      <a:endParaRPr b="0" i="0" sz="1300" u="none" cap="none" strike="noStrike">
                        <a:solidFill>
                          <a:srgbClr val="000000"/>
                        </a:solidFill>
                      </a:endParaRPr>
                    </a:p>
                  </a:txBody>
                  <a:tcPr marT="35500" marB="35500" marR="71025" marL="71025">
                    <a:solidFill>
                      <a:schemeClr val="lt1"/>
                    </a:solidFill>
                  </a:tcPr>
                </a:tc>
              </a:tr>
              <a:tr h="6233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Collaborative Testing </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Involve all stakeholders in testing to accelerate test-fix cycles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Business, technical, development, and testing roles collaborate in planning, execution, and review of tests​</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Improves shared understanding and quality; can require extra coordination and communication ​</a:t>
                      </a:r>
                      <a:endParaRPr b="0" i="0" sz="1300" u="none" cap="none" strike="noStrike">
                        <a:solidFill>
                          <a:srgbClr val="000000"/>
                        </a:solidFill>
                      </a:endParaRPr>
                    </a:p>
                  </a:txBody>
                  <a:tcPr marT="35500" marB="35500" marR="71025" marL="71025">
                    <a:solidFill>
                      <a:schemeClr val="lt1"/>
                    </a:solidFill>
                  </a:tcPr>
                </a:tc>
              </a:tr>
              <a:tr h="7365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Repeatable Testing </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Ensure that tests can be rerun reliably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Every timebox tests new features and regression tests of earlier features; use automation where possible​</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Maintains quality baseline and prevents regressions; automation setup effort may be significant ​</a:t>
                      </a:r>
                      <a:endParaRPr b="0" i="0" sz="1300" u="none" cap="none" strike="noStrike">
                        <a:solidFill>
                          <a:srgbClr val="000000"/>
                        </a:solidFill>
                      </a:endParaRPr>
                    </a:p>
                  </a:txBody>
                  <a:tcPr marT="35500" marB="35500" marR="71025" marL="71025">
                    <a:solidFill>
                      <a:schemeClr val="lt1"/>
                    </a:solidFill>
                  </a:tcPr>
                </a:tc>
              </a:tr>
              <a:tr h="6233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Prioritised Testing </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Not all tests can run all the time- choose which are most critical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Use risk, likelihood, impact criteria and MoSCow to decide which tests must/should/could be run classify defects similarity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Helps focus efforts on high-risk areas; lower priority tests may be delayed and some defects tolerated​</a:t>
                      </a:r>
                      <a:endParaRPr b="0" i="0" sz="1300" u="none" cap="none" strike="noStrike">
                        <a:solidFill>
                          <a:srgbClr val="000000"/>
                        </a:solidFill>
                      </a:endParaRPr>
                    </a:p>
                  </a:txBody>
                  <a:tcPr marT="35500" marB="35500" marR="71025" marL="71025">
                    <a:solidFill>
                      <a:schemeClr val="lt1"/>
                    </a:solidFill>
                  </a:tcPr>
                </a:tc>
              </a:tr>
              <a:tr h="6233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Independent Testing </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A separate perspective ensures objectivity ​</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Someone other than the creator of a feature must test it; business and advisor roles may help as independent testers.​</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Helps reduce bias and catch misunderstandings; may require extra resource planning​</a:t>
                      </a:r>
                      <a:endParaRPr b="0" i="0" sz="1300" u="none" cap="none" strike="noStrike">
                        <a:solidFill>
                          <a:srgbClr val="000000"/>
                        </a:solidFill>
                      </a:endParaRPr>
                    </a:p>
                  </a:txBody>
                  <a:tcPr marT="35500" marB="35500" marR="71025" marL="71025">
                    <a:solidFill>
                      <a:schemeClr val="lt1"/>
                    </a:solidFill>
                  </a:tcPr>
                </a:tc>
              </a:tr>
              <a:tr h="4852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Test-Driven Development (TDD)</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Shift testing to lead the development cycle​</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Define tests first, then write code to pass them; tests help clarify requirements​</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Improves code quality and clarity; may slow down initial development and requires discipline​</a:t>
                      </a:r>
                      <a:endParaRPr b="0" i="0" sz="1300" u="none" cap="none" strike="noStrike">
                        <a:solidFill>
                          <a:srgbClr val="000000"/>
                        </a:solidFill>
                      </a:endParaRPr>
                    </a:p>
                  </a:txBody>
                  <a:tcPr marT="35500" marB="35500" marR="71025" marL="71025">
                    <a:solidFill>
                      <a:schemeClr val="lt1"/>
                    </a:solidFill>
                  </a:tcPr>
                </a:tc>
              </a:tr>
            </a:tbl>
          </a:graphicData>
        </a:graphic>
      </p:graphicFrame>
      <p:sp>
        <p:nvSpPr>
          <p:cNvPr id="698" name="Google Shape;698;p62"/>
          <p:cNvSpPr/>
          <p:nvPr/>
        </p:nvSpPr>
        <p:spPr>
          <a:xfrm>
            <a:off x="2012950" y="1319213"/>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MY" sz="1800" u="none" cap="none" strike="noStrike">
                <a:solidFill>
                  <a:srgbClr val="000000"/>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3"/>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Tracking and Control Concepts</a:t>
            </a:r>
            <a:endParaRPr/>
          </a:p>
        </p:txBody>
      </p:sp>
      <p:sp>
        <p:nvSpPr>
          <p:cNvPr id="704" name="Google Shape;704;p63"/>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705" name="Google Shape;705;p63"/>
          <p:cNvPicPr preferRelativeResize="0"/>
          <p:nvPr/>
        </p:nvPicPr>
        <p:blipFill rotWithShape="1">
          <a:blip r:embed="rId3">
            <a:alphaModFix/>
          </a:blip>
          <a:srcRect b="0" l="0" r="0" t="0"/>
          <a:stretch/>
        </p:blipFill>
        <p:spPr>
          <a:xfrm>
            <a:off x="5916816" y="1593550"/>
            <a:ext cx="6075092" cy="2850746"/>
          </a:xfrm>
          <a:prstGeom prst="rect">
            <a:avLst/>
          </a:prstGeom>
          <a:noFill/>
          <a:ln>
            <a:noFill/>
          </a:ln>
        </p:spPr>
      </p:pic>
      <p:sp>
        <p:nvSpPr>
          <p:cNvPr id="706" name="Google Shape;706;p63"/>
          <p:cNvSpPr txBox="1"/>
          <p:nvPr/>
        </p:nvSpPr>
        <p:spPr>
          <a:xfrm>
            <a:off x="158922" y="1057256"/>
            <a:ext cx="11832986"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Timeboxing and Outcome-Based Measurement</a:t>
            </a:r>
            <a:endParaRPr/>
          </a:p>
        </p:txBody>
      </p:sp>
      <p:sp>
        <p:nvSpPr>
          <p:cNvPr id="707" name="Google Shape;707;p63"/>
          <p:cNvSpPr txBox="1"/>
          <p:nvPr/>
        </p:nvSpPr>
        <p:spPr>
          <a:xfrm>
            <a:off x="158922" y="1595061"/>
            <a:ext cx="5757894" cy="5262939"/>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Timeboxes</a:t>
            </a:r>
            <a:r>
              <a:rPr b="0" i="0" lang="en-MY" sz="1600" u="none" cap="none" strike="noStrike">
                <a:solidFill>
                  <a:srgbClr val="3F3F3F"/>
                </a:solidFill>
                <a:latin typeface="Lato"/>
                <a:ea typeface="Lato"/>
                <a:cs typeface="Lato"/>
                <a:sym typeface="Lato"/>
              </a:rPr>
              <a:t> provide a </a:t>
            </a:r>
            <a:r>
              <a:rPr b="1" i="0" lang="en-MY" sz="1600" u="none" cap="none" strike="noStrike">
                <a:solidFill>
                  <a:srgbClr val="3F3F3F"/>
                </a:solidFill>
                <a:latin typeface="Lato"/>
                <a:ea typeface="Lato"/>
                <a:cs typeface="Lato"/>
                <a:sym typeface="Lato"/>
              </a:rPr>
              <a:t>nested planning structure </a:t>
            </a:r>
            <a:r>
              <a:rPr b="0" i="0" lang="en-MY" sz="1600" u="none" cap="none" strike="noStrike">
                <a:solidFill>
                  <a:srgbClr val="3F3F3F"/>
                </a:solidFill>
                <a:latin typeface="Lato"/>
                <a:ea typeface="Lato"/>
                <a:cs typeface="Lato"/>
                <a:sym typeface="Lato"/>
              </a:rPr>
              <a:t>to support outcome-based measurement</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Focus is on </a:t>
            </a:r>
            <a:r>
              <a:rPr b="1" i="0" lang="en-MY" sz="1600" u="none" cap="none" strike="noStrike">
                <a:solidFill>
                  <a:srgbClr val="3F3F3F"/>
                </a:solidFill>
                <a:latin typeface="Lato"/>
                <a:ea typeface="Lato"/>
                <a:cs typeface="Lato"/>
                <a:sym typeface="Lato"/>
              </a:rPr>
              <a:t>what has been delivered </a:t>
            </a:r>
            <a:r>
              <a:rPr b="0" i="0" lang="en-MY" sz="1600" u="none" cap="none" strike="noStrike">
                <a:solidFill>
                  <a:srgbClr val="3F3F3F"/>
                </a:solidFill>
                <a:latin typeface="Lato"/>
                <a:ea typeface="Lato"/>
                <a:cs typeface="Lato"/>
                <a:sym typeface="Lato"/>
              </a:rPr>
              <a:t>as part of a </a:t>
            </a:r>
            <a:r>
              <a:rPr b="1" i="0" lang="en-MY" sz="1600" u="none" cap="none" strike="noStrike">
                <a:solidFill>
                  <a:srgbClr val="3F3F3F"/>
                </a:solidFill>
                <a:latin typeface="Lato"/>
                <a:ea typeface="Lato"/>
                <a:cs typeface="Lato"/>
                <a:sym typeface="Lato"/>
              </a:rPr>
              <a:t>Solution Increment </a:t>
            </a:r>
            <a:r>
              <a:rPr b="0" i="0" lang="en-MY" sz="1600" u="none" cap="none" strike="noStrike">
                <a:solidFill>
                  <a:srgbClr val="3F3F3F"/>
                </a:solidFill>
                <a:latin typeface="Lato"/>
                <a:ea typeface="Lato"/>
                <a:cs typeface="Lato"/>
                <a:sym typeface="Lato"/>
              </a:rPr>
              <a:t>at the end of a Timebox.</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Each Solution Increment is </a:t>
            </a:r>
            <a:r>
              <a:rPr b="1" i="0" lang="en-MY" sz="1600" u="none" cap="none" strike="noStrike">
                <a:solidFill>
                  <a:srgbClr val="3F3F3F"/>
                </a:solidFill>
                <a:latin typeface="Lato"/>
                <a:ea typeface="Lato"/>
                <a:cs typeface="Lato"/>
                <a:sym typeface="Lato"/>
              </a:rPr>
              <a:t>demonstrated</a:t>
            </a:r>
            <a:r>
              <a:rPr b="0" i="0" lang="en-MY" sz="1600" u="none" cap="none" strike="noStrike">
                <a:solidFill>
                  <a:srgbClr val="3F3F3F"/>
                </a:solidFill>
                <a:latin typeface="Lato"/>
                <a:ea typeface="Lato"/>
                <a:cs typeface="Lato"/>
                <a:sym typeface="Lato"/>
              </a:rPr>
              <a:t> and </a:t>
            </a:r>
            <a:r>
              <a:rPr b="1" i="0" lang="en-MY" sz="1600" u="none" cap="none" strike="noStrike">
                <a:solidFill>
                  <a:srgbClr val="3F3F3F"/>
                </a:solidFill>
                <a:latin typeface="Lato"/>
                <a:ea typeface="Lato"/>
                <a:cs typeface="Lato"/>
                <a:sym typeface="Lato"/>
              </a:rPr>
              <a:t>formally accepted </a:t>
            </a:r>
            <a:r>
              <a:rPr b="0" i="0" lang="en-MY" sz="1600" u="none" cap="none" strike="noStrike">
                <a:solidFill>
                  <a:srgbClr val="3F3F3F"/>
                </a:solidFill>
                <a:latin typeface="Lato"/>
                <a:ea typeface="Lato"/>
                <a:cs typeface="Lato"/>
                <a:sym typeface="Lato"/>
              </a:rPr>
              <a:t>by the Business Ambassador or Business Visionary.</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This ensures the delivered outcome is </a:t>
            </a:r>
            <a:r>
              <a:rPr b="1" i="0" lang="en-MY" sz="1600" u="none" cap="none" strike="noStrike">
                <a:solidFill>
                  <a:srgbClr val="3F3F3F"/>
                </a:solidFill>
                <a:latin typeface="Lato"/>
                <a:ea typeface="Lato"/>
                <a:cs typeface="Lato"/>
                <a:sym typeface="Lato"/>
              </a:rPr>
              <a:t>fit for purpose </a:t>
            </a:r>
            <a:r>
              <a:rPr b="0" i="0" lang="en-MY" sz="1600" u="none" cap="none" strike="noStrike">
                <a:solidFill>
                  <a:srgbClr val="3F3F3F"/>
                </a:solidFill>
                <a:latin typeface="Lato"/>
                <a:ea typeface="Lato"/>
                <a:cs typeface="Lato"/>
                <a:sym typeface="Lato"/>
              </a:rPr>
              <a:t>and valid for measurement.</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Comparing </a:t>
            </a:r>
            <a:r>
              <a:rPr b="1" i="0" lang="en-MY" sz="1600" u="none" cap="none" strike="noStrike">
                <a:solidFill>
                  <a:srgbClr val="3F3F3F"/>
                </a:solidFill>
                <a:latin typeface="Lato"/>
                <a:ea typeface="Lato"/>
                <a:cs typeface="Lato"/>
                <a:sym typeface="Lato"/>
              </a:rPr>
              <a:t>actual outcomes </a:t>
            </a:r>
            <a:r>
              <a:rPr b="0" i="0" lang="en-MY" sz="1600" u="none" cap="none" strike="noStrike">
                <a:solidFill>
                  <a:srgbClr val="3F3F3F"/>
                </a:solidFill>
                <a:latin typeface="Lato"/>
                <a:ea typeface="Lato"/>
                <a:cs typeface="Lato"/>
                <a:sym typeface="Lato"/>
              </a:rPr>
              <a:t>with </a:t>
            </a:r>
            <a:r>
              <a:rPr b="1" i="0" lang="en-MY" sz="1600" u="none" cap="none" strike="noStrike">
                <a:solidFill>
                  <a:srgbClr val="3F3F3F"/>
                </a:solidFill>
                <a:latin typeface="Lato"/>
                <a:ea typeface="Lato"/>
                <a:cs typeface="Lato"/>
                <a:sym typeface="Lato"/>
              </a:rPr>
              <a:t>planned outcomes </a:t>
            </a:r>
            <a:r>
              <a:rPr b="0" i="0" lang="en-MY" sz="1600" u="none" cap="none" strike="noStrike">
                <a:solidFill>
                  <a:srgbClr val="3F3F3F"/>
                </a:solidFill>
                <a:latin typeface="Lato"/>
                <a:ea typeface="Lato"/>
                <a:cs typeface="Lato"/>
                <a:sym typeface="Lato"/>
              </a:rPr>
              <a:t>provides a clear indicator of:</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Whether the Project Increment is on track.</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Whether the project as a whole is viable.</a:t>
            </a:r>
            <a:endParaRPr/>
          </a:p>
          <a:p>
            <a:pPr indent="-401638" lvl="0" marL="541338" marR="0" rtl="0" algn="l">
              <a:lnSpc>
                <a:spcPct val="150000"/>
              </a:lnSpc>
              <a:spcBef>
                <a:spcPts val="0"/>
              </a:spcBef>
              <a:spcAft>
                <a:spcPts val="0"/>
              </a:spcAft>
              <a:buClr>
                <a:srgbClr val="3F3F3F"/>
              </a:buClr>
              <a:buSzPts val="2200"/>
              <a:buFont typeface="Noto Sans Symbols"/>
              <a:buNone/>
            </a:pPr>
            <a:r>
              <a:t/>
            </a:r>
            <a:endParaRPr b="0" i="0" sz="1600" u="none" cap="none" strike="noStrike">
              <a:solidFill>
                <a:srgbClr val="3F3F3F"/>
              </a:solidFill>
              <a:latin typeface="Lato"/>
              <a:ea typeface="Lato"/>
              <a:cs typeface="Lato"/>
              <a:sym typeface="Lato"/>
            </a:endParaRPr>
          </a:p>
        </p:txBody>
      </p:sp>
      <p:sp>
        <p:nvSpPr>
          <p:cNvPr id="708" name="Google Shape;708;p63"/>
          <p:cNvSpPr txBox="1"/>
          <p:nvPr/>
        </p:nvSpPr>
        <p:spPr>
          <a:xfrm>
            <a:off x="5916816" y="4450860"/>
            <a:ext cx="6075092" cy="1569620"/>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Discipline at the Timebox level gives control over:</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Each </a:t>
            </a:r>
            <a:r>
              <a:rPr b="1" i="0" lang="en-MY" sz="1600" u="none" cap="none" strike="noStrike">
                <a:solidFill>
                  <a:srgbClr val="3F3F3F"/>
                </a:solidFill>
                <a:latin typeface="Lato"/>
                <a:ea typeface="Lato"/>
                <a:cs typeface="Lato"/>
                <a:sym typeface="Lato"/>
              </a:rPr>
              <a:t>Timebox</a:t>
            </a:r>
            <a:r>
              <a:rPr b="0" i="0" lang="en-MY" sz="1600" u="none" cap="none" strike="noStrike">
                <a:solidFill>
                  <a:srgbClr val="3F3F3F"/>
                </a:solidFill>
                <a:latin typeface="Lato"/>
                <a:ea typeface="Lato"/>
                <a:cs typeface="Lato"/>
                <a:sym typeface="Lato"/>
              </a:rPr>
              <a:t>,</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Each </a:t>
            </a:r>
            <a:r>
              <a:rPr b="1" i="0" lang="en-MY" sz="1600" u="none" cap="none" strike="noStrike">
                <a:solidFill>
                  <a:srgbClr val="3F3F3F"/>
                </a:solidFill>
                <a:latin typeface="Lato"/>
                <a:ea typeface="Lato"/>
                <a:cs typeface="Lato"/>
                <a:sym typeface="Lato"/>
              </a:rPr>
              <a:t>Project Increment</a:t>
            </a:r>
            <a:r>
              <a:rPr b="0" i="0" lang="en-MY" sz="1600" u="none" cap="none" strike="noStrike">
                <a:solidFill>
                  <a:srgbClr val="3F3F3F"/>
                </a:solidFill>
                <a:latin typeface="Lato"/>
                <a:ea typeface="Lato"/>
                <a:cs typeface="Lato"/>
                <a:sym typeface="Lato"/>
              </a:rPr>
              <a:t>, and</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The </a:t>
            </a:r>
            <a:r>
              <a:rPr b="1" i="0" lang="en-MY" sz="1600" u="none" cap="none" strike="noStrike">
                <a:solidFill>
                  <a:srgbClr val="3F3F3F"/>
                </a:solidFill>
                <a:latin typeface="Lato"/>
                <a:ea typeface="Lato"/>
                <a:cs typeface="Lato"/>
                <a:sym typeface="Lato"/>
              </a:rPr>
              <a:t>entire project</a:t>
            </a:r>
            <a:r>
              <a:rPr b="0" i="0" lang="en-MY" sz="1600" u="none" cap="none" strike="noStrike">
                <a:solidFill>
                  <a:srgbClr val="3F3F3F"/>
                </a:solidFill>
                <a:latin typeface="Lato"/>
                <a:ea typeface="Lato"/>
                <a:cs typeface="Lato"/>
                <a:sym typeface="Lato"/>
              </a:rPr>
              <a:t>.</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64"/>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Tracking and Control Concepts</a:t>
            </a:r>
            <a:endParaRPr/>
          </a:p>
        </p:txBody>
      </p:sp>
      <p:sp>
        <p:nvSpPr>
          <p:cNvPr id="714" name="Google Shape;714;p64"/>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15" name="Google Shape;715;p64"/>
          <p:cNvSpPr txBox="1"/>
          <p:nvPr/>
        </p:nvSpPr>
        <p:spPr>
          <a:xfrm>
            <a:off x="158922" y="1057256"/>
            <a:ext cx="11832986"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Transparency of Process and Progress</a:t>
            </a:r>
            <a:endParaRPr b="1" i="1" sz="2400" u="none" cap="none" strike="noStrike">
              <a:solidFill>
                <a:srgbClr val="0070C0"/>
              </a:solidFill>
              <a:latin typeface="Lato"/>
              <a:ea typeface="Lato"/>
              <a:cs typeface="Lato"/>
              <a:sym typeface="Lato"/>
            </a:endParaRPr>
          </a:p>
        </p:txBody>
      </p:sp>
      <p:sp>
        <p:nvSpPr>
          <p:cNvPr id="716" name="Google Shape;716;p64"/>
          <p:cNvSpPr txBox="1"/>
          <p:nvPr/>
        </p:nvSpPr>
        <p:spPr>
          <a:xfrm>
            <a:off x="158922" y="1595061"/>
            <a:ext cx="11832986" cy="1384954"/>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1" i="0" lang="en-MY" sz="1400" u="none" cap="none" strike="noStrike">
                <a:solidFill>
                  <a:srgbClr val="3F3F3F"/>
                </a:solidFill>
                <a:latin typeface="Lato"/>
                <a:ea typeface="Lato"/>
                <a:cs typeface="Lato"/>
                <a:sym typeface="Lato"/>
              </a:rPr>
              <a:t>Transparency at Timebox level </a:t>
            </a:r>
            <a:r>
              <a:rPr b="0" i="0" lang="en-MY" sz="1400" u="none" cap="none" strike="noStrike">
                <a:solidFill>
                  <a:srgbClr val="3F3F3F"/>
                </a:solidFill>
                <a:latin typeface="Lato"/>
                <a:ea typeface="Lato"/>
                <a:cs typeface="Lato"/>
                <a:sym typeface="Lato"/>
              </a:rPr>
              <a:t>is achieved through:</a:t>
            </a:r>
            <a:endParaRPr/>
          </a:p>
          <a:p>
            <a:pPr indent="-541338" lvl="0" marL="541338" marR="0" rtl="0" algn="l">
              <a:lnSpc>
                <a:spcPct val="150000"/>
              </a:lnSpc>
              <a:spcBef>
                <a:spcPts val="0"/>
              </a:spcBef>
              <a:spcAft>
                <a:spcPts val="0"/>
              </a:spcAft>
              <a:buClr>
                <a:srgbClr val="3F3F3F"/>
              </a:buClr>
              <a:buSzPts val="2200"/>
              <a:buFont typeface="Noto Sans Symbols"/>
              <a:buChar char="▪"/>
            </a:pPr>
            <a:r>
              <a:rPr b="1" i="0" lang="en-MY" sz="1400" u="none" cap="none" strike="noStrike">
                <a:solidFill>
                  <a:srgbClr val="3F3F3F"/>
                </a:solidFill>
                <a:latin typeface="Lato"/>
                <a:ea typeface="Lato"/>
                <a:cs typeface="Lato"/>
                <a:sym typeface="Lato"/>
              </a:rPr>
              <a:t>Team Board</a:t>
            </a:r>
            <a:endParaRPr/>
          </a:p>
          <a:p>
            <a:pPr indent="-541338" lvl="0" marL="541338" marR="0" rtl="0" algn="l">
              <a:lnSpc>
                <a:spcPct val="150000"/>
              </a:lnSpc>
              <a:spcBef>
                <a:spcPts val="0"/>
              </a:spcBef>
              <a:spcAft>
                <a:spcPts val="0"/>
              </a:spcAft>
              <a:buClr>
                <a:srgbClr val="3F3F3F"/>
              </a:buClr>
              <a:buSzPts val="2200"/>
              <a:buFont typeface="Noto Sans Symbols"/>
              <a:buChar char="▪"/>
            </a:pPr>
            <a:r>
              <a:rPr b="1" i="0" lang="en-MY" sz="1400" u="none" cap="none" strike="noStrike">
                <a:solidFill>
                  <a:srgbClr val="3F3F3F"/>
                </a:solidFill>
                <a:latin typeface="Lato"/>
                <a:ea typeface="Lato"/>
                <a:cs typeface="Lato"/>
                <a:sym typeface="Lato"/>
              </a:rPr>
              <a:t>Daily Stand-up</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400" u="none" cap="none" strike="noStrike">
                <a:solidFill>
                  <a:srgbClr val="3F3F3F"/>
                </a:solidFill>
                <a:latin typeface="Lato"/>
                <a:ea typeface="Lato"/>
                <a:cs typeface="Lato"/>
                <a:sym typeface="Lato"/>
              </a:rPr>
              <a:t>These ensure visibility and control for the </a:t>
            </a:r>
            <a:r>
              <a:rPr b="1" i="0" lang="en-MY" sz="1400" u="none" cap="none" strike="noStrike">
                <a:solidFill>
                  <a:srgbClr val="3F3F3F"/>
                </a:solidFill>
                <a:latin typeface="Lato"/>
                <a:ea typeface="Lato"/>
                <a:cs typeface="Lato"/>
                <a:sym typeface="Lato"/>
              </a:rPr>
              <a:t>Solution Development Team.</a:t>
            </a:r>
            <a:endParaRPr/>
          </a:p>
        </p:txBody>
      </p:sp>
      <p:graphicFrame>
        <p:nvGraphicFramePr>
          <p:cNvPr id="717" name="Google Shape;717;p64"/>
          <p:cNvGraphicFramePr/>
          <p:nvPr/>
        </p:nvGraphicFramePr>
        <p:xfrm>
          <a:off x="1577519" y="3083662"/>
          <a:ext cx="3000000" cy="3000000"/>
        </p:xfrm>
        <a:graphic>
          <a:graphicData uri="http://schemas.openxmlformats.org/drawingml/2006/table">
            <a:tbl>
              <a:tblPr>
                <a:noFill/>
                <a:tableStyleId>{FC6BC19C-069B-4963-BC4D-5A7BCF714603}</a:tableStyleId>
              </a:tblPr>
              <a:tblGrid>
                <a:gridCol w="1704425"/>
                <a:gridCol w="3787450"/>
                <a:gridCol w="3945875"/>
              </a:tblGrid>
              <a:tr h="405625">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Aspect ​</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55357"/>
                        </a:lnSpc>
                        <a:spcBef>
                          <a:spcPts val="0"/>
                        </a:spcBef>
                        <a:spcAft>
                          <a:spcPts val="0"/>
                        </a:spcAft>
                        <a:buClr>
                          <a:srgbClr val="000000"/>
                        </a:buClr>
                        <a:buSzPts val="1400"/>
                        <a:buFont typeface="Arial"/>
                        <a:buNone/>
                      </a:pPr>
                      <a:r>
                        <a:rPr b="1" i="0" lang="en-MY" sz="1400" u="none" cap="none" strike="noStrike">
                          <a:solidFill>
                            <a:srgbClr val="3F3F3F"/>
                          </a:solidFill>
                          <a:latin typeface="Lato"/>
                          <a:ea typeface="Lato"/>
                          <a:cs typeface="Lato"/>
                          <a:sym typeface="Lato"/>
                        </a:rPr>
                        <a:t>Team Board</a:t>
                      </a:r>
                      <a:r>
                        <a:rPr b="1" lang="en-MY" sz="1300" u="none" cap="none" strike="noStrike">
                          <a:solidFill>
                            <a:schemeClr val="dk1"/>
                          </a:solidFill>
                        </a:rPr>
                        <a:t>​</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55357"/>
                        </a:lnSpc>
                        <a:spcBef>
                          <a:spcPts val="0"/>
                        </a:spcBef>
                        <a:spcAft>
                          <a:spcPts val="0"/>
                        </a:spcAft>
                        <a:buClr>
                          <a:srgbClr val="000000"/>
                        </a:buClr>
                        <a:buSzPts val="1400"/>
                        <a:buFont typeface="Arial"/>
                        <a:buNone/>
                      </a:pPr>
                      <a:r>
                        <a:rPr b="1" i="0" lang="en-MY" sz="1400" u="none" cap="none" strike="noStrike">
                          <a:solidFill>
                            <a:srgbClr val="3F3F3F"/>
                          </a:solidFill>
                          <a:latin typeface="Lato"/>
                          <a:ea typeface="Lato"/>
                          <a:cs typeface="Lato"/>
                          <a:sym typeface="Lato"/>
                        </a:rPr>
                        <a:t>Daily Stand-up</a:t>
                      </a:r>
                      <a:r>
                        <a:rPr b="1" lang="en-MY" sz="1300" u="none" cap="none" strike="noStrike">
                          <a:solidFill>
                            <a:schemeClr val="dk1"/>
                          </a:solidFill>
                        </a:rPr>
                        <a:t>​</a:t>
                      </a:r>
                      <a:endParaRPr b="1" i="0" sz="1300" u="none" cap="none" strike="noStrike">
                        <a:solidFill>
                          <a:schemeClr val="dk1"/>
                        </a:solidFill>
                      </a:endParaRPr>
                    </a:p>
                  </a:txBody>
                  <a:tcPr marT="35500" marB="35500" marR="71025" marL="71025">
                    <a:solidFill>
                      <a:srgbClr val="F2F2F2"/>
                    </a:solidFill>
                  </a:tcPr>
                </a:tc>
              </a:tr>
              <a:tr h="5702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Purpose</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Shows the detailed plan and ongoing activities​</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Provides team updates and short-term planning​</a:t>
                      </a:r>
                      <a:endParaRPr b="0" i="0" sz="1300" u="none" cap="none" strike="noStrike">
                        <a:solidFill>
                          <a:srgbClr val="000000"/>
                        </a:solidFill>
                      </a:endParaRPr>
                    </a:p>
                  </a:txBody>
                  <a:tcPr marT="35500" marB="35500" marR="71025" marL="71025">
                    <a:solidFill>
                      <a:schemeClr val="lt1"/>
                    </a:solidFill>
                  </a:tcPr>
                </a:tc>
              </a:tr>
              <a:tr h="45720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Visibility</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Makes tasks and ownership visible to everyone​</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Makes progress and blockers visible</a:t>
                      </a:r>
                      <a:endParaRPr b="0" i="0" sz="1300" u="none" cap="none" strike="noStrike">
                        <a:solidFill>
                          <a:srgbClr val="000000"/>
                        </a:solidFill>
                      </a:endParaRPr>
                    </a:p>
                  </a:txBody>
                  <a:tcPr marT="35500" marB="35500" marR="71025" marL="71025">
                    <a:solidFill>
                      <a:schemeClr val="lt1"/>
                    </a:solidFill>
                  </a:tcPr>
                </a:tc>
              </a:tr>
              <a:tr h="5654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Focus</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Who is doing what, effort required, and issues noted​</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What has been done, what will be done, and blockers​</a:t>
                      </a:r>
                      <a:endParaRPr b="0" i="0" sz="1300" u="none" cap="none" strike="noStrike">
                        <a:solidFill>
                          <a:srgbClr val="000000"/>
                        </a:solidFill>
                      </a:endParaRPr>
                    </a:p>
                  </a:txBody>
                  <a:tcPr marT="35500" marB="35500" marR="71025" marL="71025">
                    <a:solidFill>
                      <a:schemeClr val="lt1"/>
                    </a:solidFill>
                  </a:tcPr>
                </a:tc>
              </a:tr>
              <a:tr h="6233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Outcome</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Helps track fulfillment of requirements in Solution Increment</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Ensures collaborative problem-solving and proactive action</a:t>
                      </a:r>
                      <a:endParaRPr/>
                    </a:p>
                  </a:txBody>
                  <a:tcPr marT="35500" marB="35500" marR="71025" marL="71025">
                    <a:solidFill>
                      <a:schemeClr val="lt1"/>
                    </a:solidFill>
                  </a:tcPr>
                </a:tc>
              </a:tr>
              <a:tr h="623350">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Frequency</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Continuously visible</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Happens daily</a:t>
                      </a:r>
                      <a:endParaRPr/>
                    </a:p>
                  </a:txBody>
                  <a:tcPr marT="35500" marB="35500" marR="71025" marL="71025">
                    <a:solidFill>
                      <a:schemeClr val="lt1"/>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5"/>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Tracking and Control Concepts</a:t>
            </a:r>
            <a:endParaRPr/>
          </a:p>
        </p:txBody>
      </p:sp>
      <p:sp>
        <p:nvSpPr>
          <p:cNvPr id="723" name="Google Shape;723;p65"/>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24" name="Google Shape;724;p65"/>
          <p:cNvSpPr txBox="1"/>
          <p:nvPr/>
        </p:nvSpPr>
        <p:spPr>
          <a:xfrm>
            <a:off x="158922" y="1057256"/>
            <a:ext cx="11832986"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Responding to Change</a:t>
            </a:r>
            <a:endParaRPr b="1" i="1" sz="2400" u="none" cap="none" strike="noStrike">
              <a:solidFill>
                <a:srgbClr val="0070C0"/>
              </a:solidFill>
              <a:latin typeface="Lato"/>
              <a:ea typeface="Lato"/>
              <a:cs typeface="Lato"/>
              <a:sym typeface="Lato"/>
            </a:endParaRPr>
          </a:p>
        </p:txBody>
      </p:sp>
      <p:sp>
        <p:nvSpPr>
          <p:cNvPr id="725" name="Google Shape;725;p65"/>
          <p:cNvSpPr txBox="1"/>
          <p:nvPr/>
        </p:nvSpPr>
        <p:spPr>
          <a:xfrm>
            <a:off x="158922" y="1595061"/>
            <a:ext cx="11832986" cy="1061789"/>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0" i="0" lang="en-MY" sz="1400" u="none" cap="none" strike="noStrike">
                <a:solidFill>
                  <a:srgbClr val="3F3F3F"/>
                </a:solidFill>
                <a:latin typeface="Lato"/>
                <a:ea typeface="Lato"/>
                <a:cs typeface="Lato"/>
                <a:sym typeface="Lato"/>
              </a:rPr>
              <a:t>In a </a:t>
            </a:r>
            <a:r>
              <a:rPr b="1" i="0" lang="en-MY" sz="1400" u="none" cap="none" strike="noStrike">
                <a:solidFill>
                  <a:srgbClr val="3F3F3F"/>
                </a:solidFill>
                <a:latin typeface="Lato"/>
                <a:ea typeface="Lato"/>
                <a:cs typeface="Lato"/>
                <a:sym typeface="Lato"/>
              </a:rPr>
              <a:t>dynamic business environment</a:t>
            </a:r>
            <a:r>
              <a:rPr b="0" i="0" lang="en-MY" sz="1400" u="none" cap="none" strike="noStrike">
                <a:solidFill>
                  <a:srgbClr val="3F3F3F"/>
                </a:solidFill>
                <a:latin typeface="Lato"/>
                <a:ea typeface="Lato"/>
                <a:cs typeface="Lato"/>
                <a:sym typeface="Lato"/>
              </a:rPr>
              <a:t>, change is:</a:t>
            </a:r>
            <a:endParaRPr/>
          </a:p>
          <a:p>
            <a:pPr indent="-342900" lvl="0" marL="342900" marR="0" rtl="0" algn="l">
              <a:lnSpc>
                <a:spcPct val="150000"/>
              </a:lnSpc>
              <a:spcBef>
                <a:spcPts val="0"/>
              </a:spcBef>
              <a:spcAft>
                <a:spcPts val="0"/>
              </a:spcAft>
              <a:buClr>
                <a:srgbClr val="3F3F3F"/>
              </a:buClr>
              <a:buSzPts val="2200"/>
              <a:buFont typeface="Noto Sans Symbols"/>
              <a:buChar char="▪"/>
            </a:pPr>
            <a:r>
              <a:rPr b="1" i="0" lang="en-MY" sz="1400" u="none" cap="none" strike="noStrike">
                <a:solidFill>
                  <a:srgbClr val="3F3F3F"/>
                </a:solidFill>
                <a:latin typeface="Lato"/>
                <a:ea typeface="Lato"/>
                <a:cs typeface="Lato"/>
                <a:sym typeface="Lato"/>
              </a:rPr>
              <a:t>Inevitable</a:t>
            </a:r>
            <a:r>
              <a:rPr b="0" i="0" lang="en-MY" sz="1400" u="none" cap="none" strike="noStrike">
                <a:solidFill>
                  <a:srgbClr val="3F3F3F"/>
                </a:solidFill>
                <a:latin typeface="Lato"/>
                <a:ea typeface="Lato"/>
                <a:cs typeface="Lato"/>
                <a:sym typeface="Lato"/>
              </a:rPr>
              <a:t> and should be </a:t>
            </a:r>
            <a:r>
              <a:rPr b="1" i="0" lang="en-MY" sz="1400" u="none" cap="none" strike="noStrike">
                <a:solidFill>
                  <a:srgbClr val="3F3F3F"/>
                </a:solidFill>
                <a:latin typeface="Lato"/>
                <a:ea typeface="Lato"/>
                <a:cs typeface="Lato"/>
                <a:sym typeface="Lato"/>
              </a:rPr>
              <a:t>welcomed</a:t>
            </a:r>
            <a:r>
              <a:rPr b="0" i="0" lang="en-MY" sz="1400" u="none" cap="none" strike="noStrike">
                <a:solidFill>
                  <a:srgbClr val="3F3F3F"/>
                </a:solidFill>
                <a:latin typeface="Lato"/>
                <a:ea typeface="Lato"/>
                <a:cs typeface="Lato"/>
                <a:sym typeface="Lato"/>
              </a:rPr>
              <a:t> as part of refining the solution.</a:t>
            </a:r>
            <a:endParaRPr/>
          </a:p>
          <a:p>
            <a:pPr indent="-342900" lvl="0" marL="342900" marR="0" rtl="0" algn="l">
              <a:lnSpc>
                <a:spcPct val="150000"/>
              </a:lnSpc>
              <a:spcBef>
                <a:spcPts val="0"/>
              </a:spcBef>
              <a:spcAft>
                <a:spcPts val="0"/>
              </a:spcAft>
              <a:buClr>
                <a:srgbClr val="3F3F3F"/>
              </a:buClr>
              <a:buSzPts val="2200"/>
              <a:buFont typeface="Noto Sans Symbols"/>
              <a:buChar char="▪"/>
            </a:pPr>
            <a:r>
              <a:rPr b="0" i="0" lang="en-MY" sz="1400" u="none" cap="none" strike="noStrike">
                <a:solidFill>
                  <a:srgbClr val="3F3F3F"/>
                </a:solidFill>
                <a:latin typeface="Lato"/>
                <a:ea typeface="Lato"/>
                <a:cs typeface="Lato"/>
                <a:sym typeface="Lato"/>
              </a:rPr>
              <a:t>Must be </a:t>
            </a:r>
            <a:r>
              <a:rPr b="1" i="0" lang="en-MY" sz="1400" u="none" cap="none" strike="noStrike">
                <a:solidFill>
                  <a:srgbClr val="3F3F3F"/>
                </a:solidFill>
                <a:latin typeface="Lato"/>
                <a:ea typeface="Lato"/>
                <a:cs typeface="Lato"/>
                <a:sym typeface="Lato"/>
              </a:rPr>
              <a:t>controlled</a:t>
            </a:r>
            <a:r>
              <a:rPr b="0" i="0" lang="en-MY" sz="1400" u="none" cap="none" strike="noStrike">
                <a:solidFill>
                  <a:srgbClr val="3F3F3F"/>
                </a:solidFill>
                <a:latin typeface="Lato"/>
                <a:ea typeface="Lato"/>
                <a:cs typeface="Lato"/>
                <a:sym typeface="Lato"/>
              </a:rPr>
              <a:t> to stay aligned with business needs, delivery timelines, and quality.</a:t>
            </a:r>
            <a:endParaRPr/>
          </a:p>
        </p:txBody>
      </p:sp>
      <p:graphicFrame>
        <p:nvGraphicFramePr>
          <p:cNvPr id="726" name="Google Shape;726;p65"/>
          <p:cNvGraphicFramePr/>
          <p:nvPr/>
        </p:nvGraphicFramePr>
        <p:xfrm>
          <a:off x="1516186" y="2750194"/>
          <a:ext cx="3000000" cy="3000000"/>
        </p:xfrm>
        <a:graphic>
          <a:graphicData uri="http://schemas.openxmlformats.org/drawingml/2006/table">
            <a:tbl>
              <a:tblPr>
                <a:noFill/>
                <a:tableStyleId>{FC6BC19C-069B-4963-BC4D-5A7BCF714603}</a:tableStyleId>
              </a:tblPr>
              <a:tblGrid>
                <a:gridCol w="1753925"/>
                <a:gridCol w="4076125"/>
                <a:gridCol w="3881850"/>
              </a:tblGrid>
              <a:tr h="386425">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Aspect ​</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55357"/>
                        </a:lnSpc>
                        <a:spcBef>
                          <a:spcPts val="0"/>
                        </a:spcBef>
                        <a:spcAft>
                          <a:spcPts val="0"/>
                        </a:spcAft>
                        <a:buClr>
                          <a:srgbClr val="000000"/>
                        </a:buClr>
                        <a:buSzPts val="1400"/>
                        <a:buFont typeface="Arial"/>
                        <a:buNone/>
                      </a:pPr>
                      <a:r>
                        <a:rPr b="1" i="0" lang="en-MY" sz="1400" u="none" cap="none" strike="noStrike">
                          <a:solidFill>
                            <a:srgbClr val="3F3F3F"/>
                          </a:solidFill>
                          <a:latin typeface="Lato"/>
                          <a:ea typeface="Lato"/>
                          <a:cs typeface="Lato"/>
                          <a:sym typeface="Lato"/>
                        </a:rPr>
                        <a:t>Project Level</a:t>
                      </a:r>
                      <a:r>
                        <a:rPr b="1" lang="en-MY" sz="1300" u="none" cap="none" strike="noStrike">
                          <a:solidFill>
                            <a:schemeClr val="dk1"/>
                          </a:solidFill>
                        </a:rPr>
                        <a:t>​</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55357"/>
                        </a:lnSpc>
                        <a:spcBef>
                          <a:spcPts val="0"/>
                        </a:spcBef>
                        <a:spcAft>
                          <a:spcPts val="0"/>
                        </a:spcAft>
                        <a:buClr>
                          <a:srgbClr val="000000"/>
                        </a:buClr>
                        <a:buSzPts val="1400"/>
                        <a:buFont typeface="Arial"/>
                        <a:buNone/>
                      </a:pPr>
                      <a:r>
                        <a:rPr b="1" i="0" lang="en-MY" sz="1400" u="none" cap="none" strike="noStrike">
                          <a:solidFill>
                            <a:srgbClr val="3F3F3F"/>
                          </a:solidFill>
                          <a:latin typeface="Lato"/>
                          <a:ea typeface="Lato"/>
                          <a:cs typeface="Lato"/>
                          <a:sym typeface="Lato"/>
                        </a:rPr>
                        <a:t>Solution Development Team Level</a:t>
                      </a:r>
                      <a:r>
                        <a:rPr b="1" lang="en-MY" sz="1300" u="none" cap="none" strike="noStrike">
                          <a:solidFill>
                            <a:schemeClr val="dk1"/>
                          </a:solidFill>
                        </a:rPr>
                        <a:t>​</a:t>
                      </a:r>
                      <a:endParaRPr b="1" i="0" sz="1300" u="none" cap="none" strike="noStrike">
                        <a:solidFill>
                          <a:schemeClr val="dk1"/>
                        </a:solidFill>
                      </a:endParaRPr>
                    </a:p>
                  </a:txBody>
                  <a:tcPr marT="35500" marB="35500" marR="71025" marL="71025">
                    <a:solidFill>
                      <a:srgbClr val="F2F2F2"/>
                    </a:solidFill>
                  </a:tcPr>
                </a:tc>
              </a:tr>
              <a:tr h="4560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Responsibility</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Business Visionary​</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Solution Development Team, with support from Business Ambassadors &amp; Advisors</a:t>
                      </a:r>
                      <a:endParaRPr b="0" i="0" sz="1300" u="none" cap="none" strike="noStrike">
                        <a:solidFill>
                          <a:srgbClr val="000000"/>
                        </a:solidFill>
                      </a:endParaRPr>
                    </a:p>
                  </a:txBody>
                  <a:tcPr marT="35500" marB="35500" marR="71025" marL="71025">
                    <a:solidFill>
                      <a:schemeClr val="lt1"/>
                    </a:solidFill>
                  </a:tcPr>
                </a:tc>
              </a:tr>
              <a:tr h="3483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Type of Change</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High-level requirements (breadth)​</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lang="en-MY" sz="1300" u="none" cap="none" strike="noStrike">
                          <a:solidFill>
                            <a:srgbClr val="000000"/>
                          </a:solidFill>
                        </a:rPr>
                        <a:t>Detailed requirements (depth)</a:t>
                      </a:r>
                      <a:endParaRPr b="0" i="0" sz="1300" u="none" cap="none" strike="noStrike">
                        <a:solidFill>
                          <a:srgbClr val="000000"/>
                        </a:solidFill>
                      </a:endParaRPr>
                    </a:p>
                  </a:txBody>
                  <a:tcPr marT="35500" marB="35500" marR="71025" marL="71025">
                    <a:solidFill>
                      <a:schemeClr val="lt1"/>
                    </a:solidFill>
                  </a:tcPr>
                </a:tc>
              </a:tr>
              <a:tr h="3483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Control</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Formal approval required​</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lang="en-MY" sz="1300" u="none" cap="none" strike="noStrike">
                          <a:solidFill>
                            <a:srgbClr val="000000"/>
                          </a:solidFill>
                        </a:rPr>
                        <a:t>Managed at team’s discretion</a:t>
                      </a:r>
                      <a:endParaRPr b="0" i="0" sz="1300" u="none" cap="none" strike="noStrike">
                        <a:solidFill>
                          <a:srgbClr val="000000"/>
                        </a:solidFill>
                      </a:endParaRPr>
                    </a:p>
                  </a:txBody>
                  <a:tcPr marT="35500" marB="35500" marR="71025" marL="71025">
                    <a:solidFill>
                      <a:schemeClr val="lt1"/>
                    </a:solidFill>
                  </a:tcPr>
                </a:tc>
              </a:tr>
              <a:tr h="415050">
                <a:tc>
                  <a:txBody>
                    <a:bodyPr/>
                    <a:lstStyle/>
                    <a:p>
                      <a:pPr indent="0" lvl="0" marL="0" marR="0" rtl="0" algn="l">
                        <a:lnSpc>
                          <a:spcPct val="150000"/>
                        </a:lnSpc>
                        <a:spcBef>
                          <a:spcPts val="0"/>
                        </a:spcBef>
                        <a:spcAft>
                          <a:spcPts val="0"/>
                        </a:spcAft>
                        <a:buClr>
                          <a:srgbClr val="000000"/>
                        </a:buClr>
                        <a:buSzPts val="1300"/>
                        <a:buFont typeface="Arial"/>
                        <a:buNone/>
                      </a:pPr>
                      <a:r>
                        <a:rPr b="1" i="0" lang="en-MY" sz="1300" u="none" cap="none" strike="noStrike">
                          <a:solidFill>
                            <a:srgbClr val="000000"/>
                          </a:solidFill>
                        </a:rPr>
                        <a:t>Alignment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Ensures solution meets business vision</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Ensures solution fits evolving business needs</a:t>
                      </a:r>
                      <a:endParaRPr/>
                    </a:p>
                  </a:txBody>
                  <a:tcPr marT="35500" marB="35500" marR="71025" marL="71025">
                    <a:solidFill>
                      <a:schemeClr val="lt1"/>
                    </a:solidFill>
                  </a:tcPr>
                </a:tc>
              </a:tr>
              <a:tr h="44702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Formality</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More formal change control</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Less formal, more flexible</a:t>
                      </a:r>
                      <a:endParaRPr/>
                    </a:p>
                  </a:txBody>
                  <a:tcPr marT="35500" marB="35500" marR="71025" marL="71025">
                    <a:solidFill>
                      <a:schemeClr val="lt1"/>
                    </a:solidFill>
                  </a:tcPr>
                </a:tc>
              </a:tr>
              <a:tr h="593850">
                <a:tc>
                  <a:txBody>
                    <a:bodyPr/>
                    <a:lstStyle/>
                    <a:p>
                      <a:pPr indent="0" lvl="0" marL="0" marR="0" rtl="0" algn="l">
                        <a:lnSpc>
                          <a:spcPct val="150000"/>
                        </a:lnSpc>
                        <a:spcBef>
                          <a:spcPts val="0"/>
                        </a:spcBef>
                        <a:spcAft>
                          <a:spcPts val="0"/>
                        </a:spcAft>
                        <a:buClr>
                          <a:srgbClr val="000000"/>
                        </a:buClr>
                        <a:buSzPts val="1300"/>
                        <a:buFont typeface="Arial"/>
                        <a:buNone/>
                      </a:pPr>
                      <a:r>
                        <a:rPr b="1" i="0" lang="en-MY" sz="1300" u="none" cap="none" strike="noStrike">
                          <a:solidFill>
                            <a:srgbClr val="000000"/>
                          </a:solidFill>
                        </a:rPr>
                        <a:t>Constraints</a:t>
                      </a:r>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Approved only if necessary and aligned with business vision</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Must remain within time, cost, and quality constraints</a:t>
                      </a:r>
                      <a:endParaRPr/>
                    </a:p>
                  </a:txBody>
                  <a:tcPr marT="35500" marB="35500" marR="71025" marL="71025">
                    <a:solidFill>
                      <a:schemeClr val="lt1"/>
                    </a:solidFill>
                  </a:tcPr>
                </a:tc>
              </a:tr>
              <a:tr h="593850">
                <a:tc>
                  <a:txBody>
                    <a:bodyPr/>
                    <a:lstStyle/>
                    <a:p>
                      <a:pPr indent="0" lvl="0" marL="0" marR="0" rtl="0" algn="l">
                        <a:lnSpc>
                          <a:spcPct val="150000"/>
                        </a:lnSpc>
                        <a:spcBef>
                          <a:spcPts val="0"/>
                        </a:spcBef>
                        <a:spcAft>
                          <a:spcPts val="0"/>
                        </a:spcAft>
                        <a:buClr>
                          <a:srgbClr val="000000"/>
                        </a:buClr>
                        <a:buSzPts val="1300"/>
                        <a:buFont typeface="Arial"/>
                        <a:buNone/>
                      </a:pPr>
                      <a:r>
                        <a:rPr b="1" i="0" lang="en-MY" sz="1300" u="none" cap="none" strike="noStrike">
                          <a:solidFill>
                            <a:srgbClr val="000000"/>
                          </a:solidFill>
                        </a:rPr>
                        <a:t>Outcome</a:t>
                      </a:r>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Maintains overall project direction and scope</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Adjusts detailed solution delivery without changing scope</a:t>
                      </a:r>
                      <a:endParaRPr/>
                    </a:p>
                  </a:txBody>
                  <a:tcPr marT="35500" marB="35500" marR="71025" marL="71025">
                    <a:solidFill>
                      <a:schemeClr val="lt1"/>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6"/>
          <p:cNvSpPr txBox="1"/>
          <p:nvPr>
            <p:ph type="title"/>
          </p:nvPr>
        </p:nvSpPr>
        <p:spPr>
          <a:xfrm>
            <a:off x="712470" y="3143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Tracking and Control Concepts</a:t>
            </a:r>
            <a:endParaRPr/>
          </a:p>
        </p:txBody>
      </p:sp>
      <p:sp>
        <p:nvSpPr>
          <p:cNvPr id="732" name="Google Shape;732;p66"/>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33" name="Google Shape;733;p66"/>
          <p:cNvSpPr txBox="1"/>
          <p:nvPr/>
        </p:nvSpPr>
        <p:spPr>
          <a:xfrm>
            <a:off x="158922" y="1057256"/>
            <a:ext cx="11832986"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Management by Exception</a:t>
            </a:r>
            <a:endParaRPr b="1" i="1" sz="2400" u="none" cap="none" strike="noStrike">
              <a:solidFill>
                <a:srgbClr val="0070C0"/>
              </a:solidFill>
              <a:latin typeface="Lato"/>
              <a:ea typeface="Lato"/>
              <a:cs typeface="Lato"/>
              <a:sym typeface="Lato"/>
            </a:endParaRPr>
          </a:p>
        </p:txBody>
      </p:sp>
      <p:sp>
        <p:nvSpPr>
          <p:cNvPr id="734" name="Google Shape;734;p66"/>
          <p:cNvSpPr txBox="1"/>
          <p:nvPr/>
        </p:nvSpPr>
        <p:spPr>
          <a:xfrm>
            <a:off x="158922" y="1456660"/>
            <a:ext cx="11832986" cy="1384954"/>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1" i="0" lang="en-MY" sz="1400" u="none" cap="none" strike="noStrike">
                <a:solidFill>
                  <a:srgbClr val="3F3F3F"/>
                </a:solidFill>
                <a:latin typeface="Lato"/>
                <a:ea typeface="Lato"/>
                <a:cs typeface="Lato"/>
                <a:sym typeface="Lato"/>
              </a:rPr>
              <a:t>Management by exception:</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400" u="none" cap="none" strike="noStrike">
                <a:solidFill>
                  <a:srgbClr val="3F3F3F"/>
                </a:solidFill>
                <a:latin typeface="Lato"/>
                <a:ea typeface="Lato"/>
                <a:cs typeface="Lato"/>
                <a:sym typeface="Lato"/>
              </a:rPr>
              <a:t>Bridges the boundaries of empowerment.</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400" u="none" cap="none" strike="noStrike">
                <a:solidFill>
                  <a:srgbClr val="3F3F3F"/>
                </a:solidFill>
                <a:latin typeface="Lato"/>
                <a:ea typeface="Lato"/>
                <a:cs typeface="Lato"/>
                <a:sym typeface="Lato"/>
              </a:rPr>
              <a:t>Involves project-level roles </a:t>
            </a:r>
            <a:r>
              <a:rPr b="1" i="0" lang="en-MY" sz="1400" u="none" cap="none" strike="noStrike">
                <a:solidFill>
                  <a:srgbClr val="3F3F3F"/>
                </a:solidFill>
                <a:latin typeface="Lato"/>
                <a:ea typeface="Lato"/>
                <a:cs typeface="Lato"/>
                <a:sym typeface="Lato"/>
              </a:rPr>
              <a:t>only when needed</a:t>
            </a:r>
            <a:r>
              <a:rPr b="0" i="0" lang="en-MY" sz="1400" u="none" cap="none" strike="noStrike">
                <a:solidFill>
                  <a:srgbClr val="3F3F3F"/>
                </a:solidFill>
                <a:latin typeface="Lato"/>
                <a:ea typeface="Lato"/>
                <a:cs typeface="Lato"/>
                <a:sym typeface="Lato"/>
              </a:rPr>
              <a:t>.</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400" u="none" cap="none" strike="noStrike">
                <a:solidFill>
                  <a:srgbClr val="3F3F3F"/>
                </a:solidFill>
                <a:latin typeface="Lato"/>
                <a:ea typeface="Lato"/>
                <a:cs typeface="Lato"/>
                <a:sym typeface="Lato"/>
              </a:rPr>
              <a:t>Ensures focus on </a:t>
            </a:r>
            <a:r>
              <a:rPr b="1" i="0" lang="en-MY" sz="1400" u="none" cap="none" strike="noStrike">
                <a:solidFill>
                  <a:srgbClr val="3F3F3F"/>
                </a:solidFill>
                <a:latin typeface="Lato"/>
                <a:ea typeface="Lato"/>
                <a:cs typeface="Lato"/>
                <a:sym typeface="Lato"/>
              </a:rPr>
              <a:t>strategic decisions </a:t>
            </a:r>
            <a:r>
              <a:rPr b="0" i="0" lang="en-MY" sz="1400" u="none" cap="none" strike="noStrike">
                <a:solidFill>
                  <a:srgbClr val="3F3F3F"/>
                </a:solidFill>
                <a:latin typeface="Lato"/>
                <a:ea typeface="Lato"/>
                <a:cs typeface="Lato"/>
                <a:sym typeface="Lato"/>
              </a:rPr>
              <a:t>rather than routine work.</a:t>
            </a:r>
            <a:endParaRPr/>
          </a:p>
        </p:txBody>
      </p:sp>
      <p:graphicFrame>
        <p:nvGraphicFramePr>
          <p:cNvPr id="735" name="Google Shape;735;p66"/>
          <p:cNvGraphicFramePr/>
          <p:nvPr/>
        </p:nvGraphicFramePr>
        <p:xfrm>
          <a:off x="1516186" y="2975966"/>
          <a:ext cx="3000000" cy="3000000"/>
        </p:xfrm>
        <a:graphic>
          <a:graphicData uri="http://schemas.openxmlformats.org/drawingml/2006/table">
            <a:tbl>
              <a:tblPr>
                <a:noFill/>
                <a:tableStyleId>{FC6BC19C-069B-4963-BC4D-5A7BCF714603}</a:tableStyleId>
              </a:tblPr>
              <a:tblGrid>
                <a:gridCol w="1753925"/>
                <a:gridCol w="4076125"/>
                <a:gridCol w="3881850"/>
              </a:tblGrid>
              <a:tr h="386425">
                <a:tc>
                  <a:txBody>
                    <a:bodyPr/>
                    <a:lstStyle/>
                    <a:p>
                      <a:pPr indent="0" lvl="0" marL="0" marR="0" rtl="0" algn="ctr">
                        <a:lnSpc>
                          <a:spcPct val="167307"/>
                        </a:lnSpc>
                        <a:spcBef>
                          <a:spcPts val="0"/>
                        </a:spcBef>
                        <a:spcAft>
                          <a:spcPts val="0"/>
                        </a:spcAft>
                        <a:buClr>
                          <a:srgbClr val="000000"/>
                        </a:buClr>
                        <a:buSzPts val="1300"/>
                        <a:buFont typeface="Arial"/>
                        <a:buNone/>
                      </a:pPr>
                      <a:r>
                        <a:rPr b="1" lang="en-MY" sz="1300" u="none" cap="none" strike="noStrike">
                          <a:solidFill>
                            <a:schemeClr val="dk1"/>
                          </a:solidFill>
                        </a:rPr>
                        <a:t>Aspect ​</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55357"/>
                        </a:lnSpc>
                        <a:spcBef>
                          <a:spcPts val="0"/>
                        </a:spcBef>
                        <a:spcAft>
                          <a:spcPts val="0"/>
                        </a:spcAft>
                        <a:buClr>
                          <a:srgbClr val="000000"/>
                        </a:buClr>
                        <a:buSzPts val="1400"/>
                        <a:buFont typeface="Arial"/>
                        <a:buNone/>
                      </a:pPr>
                      <a:r>
                        <a:rPr b="1" i="0" lang="en-MY" sz="1400" u="none" cap="none" strike="noStrike">
                          <a:solidFill>
                            <a:srgbClr val="3F3F3F"/>
                          </a:solidFill>
                          <a:latin typeface="Lato"/>
                          <a:ea typeface="Lato"/>
                          <a:cs typeface="Lato"/>
                          <a:sym typeface="Lato"/>
                        </a:rPr>
                        <a:t>Team-Level Empowerment</a:t>
                      </a:r>
                      <a:r>
                        <a:rPr b="1" lang="en-MY" sz="1300" u="none" cap="none" strike="noStrike">
                          <a:solidFill>
                            <a:schemeClr val="dk1"/>
                          </a:solidFill>
                        </a:rPr>
                        <a:t>​</a:t>
                      </a:r>
                      <a:endParaRPr b="1" i="0" sz="1300" u="none" cap="none" strike="noStrike">
                        <a:solidFill>
                          <a:schemeClr val="dk1"/>
                        </a:solidFill>
                      </a:endParaRPr>
                    </a:p>
                  </a:txBody>
                  <a:tcPr marT="35500" marB="35500" marR="71025" marL="71025">
                    <a:solidFill>
                      <a:srgbClr val="F2F2F2"/>
                    </a:solidFill>
                  </a:tcPr>
                </a:tc>
                <a:tc>
                  <a:txBody>
                    <a:bodyPr/>
                    <a:lstStyle/>
                    <a:p>
                      <a:pPr indent="0" lvl="0" marL="0" marR="0" rtl="0" algn="ctr">
                        <a:lnSpc>
                          <a:spcPct val="155357"/>
                        </a:lnSpc>
                        <a:spcBef>
                          <a:spcPts val="0"/>
                        </a:spcBef>
                        <a:spcAft>
                          <a:spcPts val="0"/>
                        </a:spcAft>
                        <a:buClr>
                          <a:srgbClr val="000000"/>
                        </a:buClr>
                        <a:buSzPts val="1400"/>
                        <a:buFont typeface="Arial"/>
                        <a:buNone/>
                      </a:pPr>
                      <a:r>
                        <a:rPr b="1" i="0" lang="en-MY" sz="1400" u="none" cap="none" strike="noStrike">
                          <a:solidFill>
                            <a:srgbClr val="3F3F3F"/>
                          </a:solidFill>
                          <a:latin typeface="Lato"/>
                          <a:ea typeface="Lato"/>
                          <a:cs typeface="Lato"/>
                          <a:sym typeface="Lato"/>
                        </a:rPr>
                        <a:t>Project-Level Escalation</a:t>
                      </a:r>
                      <a:r>
                        <a:rPr b="1" lang="en-MY" sz="1300" u="none" cap="none" strike="noStrike">
                          <a:solidFill>
                            <a:schemeClr val="dk1"/>
                          </a:solidFill>
                        </a:rPr>
                        <a:t>​</a:t>
                      </a:r>
                      <a:endParaRPr b="1" i="0" sz="1300" u="none" cap="none" strike="noStrike">
                        <a:solidFill>
                          <a:schemeClr val="dk1"/>
                        </a:solidFill>
                      </a:endParaRPr>
                    </a:p>
                  </a:txBody>
                  <a:tcPr marT="35500" marB="35500" marR="71025" marL="71025">
                    <a:solidFill>
                      <a:srgbClr val="F2F2F2"/>
                    </a:solidFill>
                  </a:tcPr>
                </a:tc>
              </a:tr>
              <a:tr h="4560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Scope of Decisions</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Day-to-day management within a Timebox</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Wider project-level impact decisions</a:t>
                      </a:r>
                      <a:endParaRPr/>
                    </a:p>
                  </a:txBody>
                  <a:tcPr marT="35500" marB="35500" marR="71025" marL="71025">
                    <a:solidFill>
                      <a:schemeClr val="lt1"/>
                    </a:solidFill>
                  </a:tcPr>
                </a:tc>
              </a:tr>
              <a:tr h="3483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Authority</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Solution Development Team</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Project-level roles (e.g., Business Visionary, Project Manager)</a:t>
                      </a:r>
                      <a:endParaRPr/>
                    </a:p>
                  </a:txBody>
                  <a:tcPr marT="35500" marB="35500" marR="71025" marL="71025">
                    <a:solidFill>
                      <a:schemeClr val="lt1"/>
                    </a:solidFill>
                  </a:tcPr>
                </a:tc>
              </a:tr>
              <a:tr h="34837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Allowed Actions</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De-scope </a:t>
                      </a:r>
                      <a:r>
                        <a:rPr b="1" i="0" lang="en-MY" sz="1300" u="none" cap="none" strike="noStrike">
                          <a:solidFill>
                            <a:srgbClr val="000000"/>
                          </a:solidFill>
                        </a:rPr>
                        <a:t>Could Have </a:t>
                      </a:r>
                      <a:r>
                        <a:rPr b="0" i="0" lang="en-MY" sz="1300" u="none" cap="none" strike="noStrike">
                          <a:solidFill>
                            <a:srgbClr val="000000"/>
                          </a:solidFill>
                        </a:rPr>
                        <a:t>requirements; decide on detail of work</a:t>
                      </a:r>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Step in when escalation is needed</a:t>
                      </a:r>
                      <a:endParaRPr/>
                    </a:p>
                  </a:txBody>
                  <a:tcPr marT="35500" marB="35500" marR="71025" marL="71025">
                    <a:solidFill>
                      <a:schemeClr val="lt1"/>
                    </a:solidFill>
                  </a:tcPr>
                </a:tc>
              </a:tr>
              <a:tr h="415050">
                <a:tc>
                  <a:txBody>
                    <a:bodyPr/>
                    <a:lstStyle/>
                    <a:p>
                      <a:pPr indent="0" lvl="0" marL="0" marR="0" rtl="0" algn="l">
                        <a:lnSpc>
                          <a:spcPct val="150000"/>
                        </a:lnSpc>
                        <a:spcBef>
                          <a:spcPts val="0"/>
                        </a:spcBef>
                        <a:spcAft>
                          <a:spcPts val="0"/>
                        </a:spcAft>
                        <a:buClr>
                          <a:srgbClr val="000000"/>
                        </a:buClr>
                        <a:buSzPts val="1300"/>
                        <a:buFont typeface="Arial"/>
                        <a:buNone/>
                      </a:pPr>
                      <a:r>
                        <a:rPr b="1" i="0" lang="en-MY" sz="1300" u="none" cap="none" strike="noStrike">
                          <a:solidFill>
                            <a:srgbClr val="000000"/>
                          </a:solidFill>
                        </a:rPr>
                        <a:t>Conditions</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Work remains within tolerance; Must and Should Have can be achieved without risking quality</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When Must/Should requirements cannot be met or quality would be compromised</a:t>
                      </a:r>
                      <a:endParaRPr/>
                    </a:p>
                  </a:txBody>
                  <a:tcPr marT="35500" marB="35500" marR="71025" marL="71025">
                    <a:solidFill>
                      <a:schemeClr val="lt1"/>
                    </a:solidFill>
                  </a:tcPr>
                </a:tc>
              </a:tr>
              <a:tr h="447025">
                <a:tc>
                  <a:txBody>
                    <a:bodyPr/>
                    <a:lstStyle/>
                    <a:p>
                      <a:pPr indent="0" lvl="0" marL="0" marR="0" rtl="0" algn="l">
                        <a:lnSpc>
                          <a:spcPct val="150000"/>
                        </a:lnSpc>
                        <a:spcBef>
                          <a:spcPts val="0"/>
                        </a:spcBef>
                        <a:spcAft>
                          <a:spcPts val="0"/>
                        </a:spcAft>
                        <a:buClr>
                          <a:srgbClr val="000000"/>
                        </a:buClr>
                        <a:buSzPts val="1300"/>
                        <a:buFont typeface="Arial"/>
                        <a:buNone/>
                      </a:pPr>
                      <a:r>
                        <a:rPr b="1" lang="en-MY" sz="1300" u="none" cap="none" strike="noStrike">
                          <a:solidFill>
                            <a:srgbClr val="000000"/>
                          </a:solidFill>
                        </a:rPr>
                        <a:t>Benefits</a:t>
                      </a:r>
                      <a:r>
                        <a:rPr b="0" lang="en-MY" sz="1300" u="none" cap="none" strike="noStrike">
                          <a:solidFill>
                            <a:srgbClr val="000000"/>
                          </a:solidFill>
                        </a:rPr>
                        <a:t>​</a:t>
                      </a:r>
                      <a:endParaRPr b="0" i="0" sz="1300" u="none" cap="none" strike="noStrike">
                        <a:solidFill>
                          <a:srgbClr val="000000"/>
                        </a:solidFill>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Rapid decision-making and progress; flexibility within the team</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Ensures strategic alignment and protects project outcomes</a:t>
                      </a:r>
                      <a:endParaRPr/>
                    </a:p>
                  </a:txBody>
                  <a:tcPr marT="35500" marB="35500" marR="71025" marL="71025">
                    <a:solidFill>
                      <a:schemeClr val="lt1"/>
                    </a:solidFill>
                  </a:tcPr>
                </a:tc>
              </a:tr>
              <a:tr h="593850">
                <a:tc>
                  <a:txBody>
                    <a:bodyPr/>
                    <a:lstStyle/>
                    <a:p>
                      <a:pPr indent="0" lvl="0" marL="0" marR="0" rtl="0" algn="l">
                        <a:lnSpc>
                          <a:spcPct val="150000"/>
                        </a:lnSpc>
                        <a:spcBef>
                          <a:spcPts val="0"/>
                        </a:spcBef>
                        <a:spcAft>
                          <a:spcPts val="0"/>
                        </a:spcAft>
                        <a:buClr>
                          <a:srgbClr val="000000"/>
                        </a:buClr>
                        <a:buSzPts val="1300"/>
                        <a:buFont typeface="Arial"/>
                        <a:buNone/>
                      </a:pPr>
                      <a:r>
                        <a:rPr b="1" i="0" lang="en-MY" sz="1300" u="none" cap="none" strike="noStrike">
                          <a:solidFill>
                            <a:srgbClr val="000000"/>
                          </a:solidFill>
                        </a:rPr>
                        <a:t>Approach</a:t>
                      </a:r>
                      <a:endParaRPr/>
                    </a:p>
                  </a:txBody>
                  <a:tcPr marT="35500" marB="35500" marR="71025" marL="71025">
                    <a:solidFill>
                      <a:schemeClr val="lt1"/>
                    </a:solidFill>
                  </a:tcPr>
                </a:tc>
                <a:tc>
                  <a:txBody>
                    <a:bodyPr/>
                    <a:lstStyle/>
                    <a:p>
                      <a:pPr indent="0" lvl="0" marL="0" marR="0" rtl="0" algn="l">
                        <a:lnSpc>
                          <a:spcPct val="126923"/>
                        </a:lnSpc>
                        <a:spcBef>
                          <a:spcPts val="0"/>
                        </a:spcBef>
                        <a:spcAft>
                          <a:spcPts val="0"/>
                        </a:spcAft>
                        <a:buClr>
                          <a:srgbClr val="000000"/>
                        </a:buClr>
                        <a:buSzPts val="1300"/>
                        <a:buFont typeface="Arial"/>
                        <a:buNone/>
                      </a:pPr>
                      <a:r>
                        <a:rPr b="0" i="0" lang="en-MY" sz="1300" u="none" cap="none" strike="noStrike">
                          <a:solidFill>
                            <a:srgbClr val="000000"/>
                          </a:solidFill>
                        </a:rPr>
                        <a:t>Empowerment</a:t>
                      </a:r>
                      <a:endParaRPr/>
                    </a:p>
                  </a:txBody>
                  <a:tcPr marT="35500" marB="35500" marR="71025" marL="71025">
                    <a:solidFill>
                      <a:schemeClr val="lt1"/>
                    </a:solidFill>
                  </a:tcPr>
                </a:tc>
                <a:tc>
                  <a:txBody>
                    <a:bodyPr/>
                    <a:lstStyle/>
                    <a:p>
                      <a:pPr indent="0" lvl="0" marL="0" marR="0" rtl="0" algn="l">
                        <a:lnSpc>
                          <a:spcPct val="109615"/>
                        </a:lnSpc>
                        <a:spcBef>
                          <a:spcPts val="0"/>
                        </a:spcBef>
                        <a:spcAft>
                          <a:spcPts val="0"/>
                        </a:spcAft>
                        <a:buClr>
                          <a:srgbClr val="000000"/>
                        </a:buClr>
                        <a:buSzPts val="1300"/>
                        <a:buFont typeface="Arial"/>
                        <a:buNone/>
                      </a:pPr>
                      <a:r>
                        <a:rPr b="0" i="0" lang="en-MY" sz="1300" u="none" cap="none" strike="noStrike">
                          <a:solidFill>
                            <a:srgbClr val="000000"/>
                          </a:solidFill>
                        </a:rPr>
                        <a:t>Guidance and oversight</a:t>
                      </a:r>
                      <a:endParaRPr/>
                    </a:p>
                  </a:txBody>
                  <a:tcPr marT="35500" marB="35500" marR="71025" marL="71025">
                    <a:solidFill>
                      <a:schemeClr val="lt1"/>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67"/>
          <p:cNvSpPr txBox="1"/>
          <p:nvPr>
            <p:ph idx="12" type="sldNum"/>
          </p:nvPr>
        </p:nvSpPr>
        <p:spPr>
          <a:xfrm>
            <a:off x="10637134" y="6432584"/>
            <a:ext cx="756421" cy="32134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41" name="Google Shape;741;p67"/>
          <p:cNvSpPr txBox="1"/>
          <p:nvPr>
            <p:ph type="title"/>
          </p:nvPr>
        </p:nvSpPr>
        <p:spPr>
          <a:xfrm>
            <a:off x="712470" y="314325"/>
            <a:ext cx="10515600" cy="92202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DSDM Planning &amp; Control – Summary </a:t>
            </a:r>
            <a:endParaRPr/>
          </a:p>
        </p:txBody>
      </p:sp>
      <p:sp>
        <p:nvSpPr>
          <p:cNvPr id="742" name="Google Shape;742;p67"/>
          <p:cNvSpPr txBox="1"/>
          <p:nvPr/>
        </p:nvSpPr>
        <p:spPr>
          <a:xfrm>
            <a:off x="200092" y="1595061"/>
            <a:ext cx="9774088" cy="5262939"/>
          </a:xfrm>
          <a:prstGeom prst="rect">
            <a:avLst/>
          </a:prstGeom>
          <a:solidFill>
            <a:schemeClr val="lt1"/>
          </a:solid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Timeboxing &amp; Outcome-based Measurement</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Focus on delivered outcomes (Solution Increments).</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Demonstrations &amp; acceptance ensure progress is on track.</a:t>
            </a:r>
            <a:endParaRPr/>
          </a:p>
          <a:p>
            <a:pPr indent="-342900" lvl="0" marL="342900"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Transparency of Process &amp; Progress</a:t>
            </a:r>
            <a:endParaRPr/>
          </a:p>
          <a:p>
            <a:pPr indent="-541338" lvl="0" marL="541338"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Team Board </a:t>
            </a:r>
            <a:r>
              <a:rPr b="0" i="0" lang="en-MY" sz="1600" u="none" cap="none" strike="noStrike">
                <a:solidFill>
                  <a:srgbClr val="3F3F3F"/>
                </a:solidFill>
                <a:latin typeface="Lato"/>
                <a:ea typeface="Lato"/>
                <a:cs typeface="Lato"/>
                <a:sym typeface="Lato"/>
              </a:rPr>
              <a:t>shows tasks, ownership, and issues.</a:t>
            </a:r>
            <a:endParaRPr/>
          </a:p>
          <a:p>
            <a:pPr indent="-541338" lvl="0" marL="541338"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Daily Stand-ups</a:t>
            </a:r>
            <a:r>
              <a:rPr b="0" i="0" lang="en-MY" sz="1600" u="none" cap="none" strike="noStrike">
                <a:solidFill>
                  <a:srgbClr val="3F3F3F"/>
                </a:solidFill>
                <a:latin typeface="Lato"/>
                <a:ea typeface="Lato"/>
                <a:cs typeface="Lato"/>
                <a:sym typeface="Lato"/>
              </a:rPr>
              <a:t>: progress, plans, blockers → visibility.</a:t>
            </a:r>
            <a:endParaRPr/>
          </a:p>
          <a:p>
            <a:pPr indent="-342900" lvl="0" marL="342900"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Responding to Change</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Change welcomed but controlled.</a:t>
            </a:r>
            <a:endParaRPr/>
          </a:p>
          <a:p>
            <a:pPr indent="-541338" lvl="0" marL="541338"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Project Level</a:t>
            </a:r>
            <a:r>
              <a:rPr b="0" i="0" lang="en-MY" sz="1600" u="none" cap="none" strike="noStrike">
                <a:solidFill>
                  <a:srgbClr val="3F3F3F"/>
                </a:solidFill>
                <a:latin typeface="Lato"/>
                <a:ea typeface="Lato"/>
                <a:cs typeface="Lato"/>
                <a:sym typeface="Lato"/>
              </a:rPr>
              <a:t>: Business Visionary approves high-level changes.</a:t>
            </a:r>
            <a:endParaRPr/>
          </a:p>
          <a:p>
            <a:pPr indent="-541338" lvl="0" marL="541338"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Team Level</a:t>
            </a:r>
            <a:r>
              <a:rPr b="0" i="0" lang="en-MY" sz="1600" u="none" cap="none" strike="noStrike">
                <a:solidFill>
                  <a:srgbClr val="3F3F3F"/>
                </a:solidFill>
                <a:latin typeface="Lato"/>
                <a:ea typeface="Lato"/>
                <a:cs typeface="Lato"/>
                <a:sym typeface="Lato"/>
              </a:rPr>
              <a:t>: Handles detail-level changes within constraints.</a:t>
            </a:r>
            <a:endParaRPr/>
          </a:p>
          <a:p>
            <a:pPr indent="-342900" lvl="0" marL="342900" marR="0" rtl="0" algn="l">
              <a:lnSpc>
                <a:spcPct val="150000"/>
              </a:lnSpc>
              <a:spcBef>
                <a:spcPts val="0"/>
              </a:spcBef>
              <a:spcAft>
                <a:spcPts val="0"/>
              </a:spcAft>
              <a:buClr>
                <a:srgbClr val="3F3F3F"/>
              </a:buClr>
              <a:buSzPts val="2200"/>
              <a:buFont typeface="Noto Sans Symbols"/>
              <a:buChar char="▪"/>
            </a:pPr>
            <a:r>
              <a:rPr b="1" i="0" lang="en-MY" sz="1600" u="none" cap="none" strike="noStrike">
                <a:solidFill>
                  <a:srgbClr val="3F3F3F"/>
                </a:solidFill>
                <a:latin typeface="Lato"/>
                <a:ea typeface="Lato"/>
                <a:cs typeface="Lato"/>
                <a:sym typeface="Lato"/>
              </a:rPr>
              <a:t>Management by Exception</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Teams empowered for daily decisions within tolerance.</a:t>
            </a:r>
            <a:endParaRPr/>
          </a:p>
          <a:p>
            <a:pPr indent="-541338" lvl="0" marL="541338" marR="0" rtl="0" algn="l">
              <a:lnSpc>
                <a:spcPct val="150000"/>
              </a:lnSpc>
              <a:spcBef>
                <a:spcPts val="0"/>
              </a:spcBef>
              <a:spcAft>
                <a:spcPts val="0"/>
              </a:spcAft>
              <a:buClr>
                <a:srgbClr val="3F3F3F"/>
              </a:buClr>
              <a:buSzPts val="2200"/>
              <a:buFont typeface="Noto Sans Symbols"/>
              <a:buChar char="▪"/>
            </a:pPr>
            <a:r>
              <a:rPr b="0" i="0" lang="en-MY" sz="1600" u="none" cap="none" strike="noStrike">
                <a:solidFill>
                  <a:srgbClr val="3F3F3F"/>
                </a:solidFill>
                <a:latin typeface="Lato"/>
                <a:ea typeface="Lato"/>
                <a:cs typeface="Lato"/>
                <a:sym typeface="Lato"/>
              </a:rPr>
              <a:t>Escalate only when Must/Should requirements or quality at risk.</a:t>
            </a:r>
            <a:endParaRPr/>
          </a:p>
          <a:p>
            <a:pPr indent="-401638" lvl="0" marL="541338" marR="0" rtl="0" algn="l">
              <a:lnSpc>
                <a:spcPct val="150000"/>
              </a:lnSpc>
              <a:spcBef>
                <a:spcPts val="0"/>
              </a:spcBef>
              <a:spcAft>
                <a:spcPts val="0"/>
              </a:spcAft>
              <a:buClr>
                <a:srgbClr val="3F3F3F"/>
              </a:buClr>
              <a:buSzPts val="2200"/>
              <a:buFont typeface="Noto Sans Symbols"/>
              <a:buNone/>
            </a:pPr>
            <a:r>
              <a:t/>
            </a:r>
            <a:endParaRPr b="0" i="0" sz="1600" u="none" cap="none" strike="noStrike">
              <a:solidFill>
                <a:srgbClr val="3F3F3F"/>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68"/>
          <p:cNvSpPr txBox="1"/>
          <p:nvPr>
            <p:ph type="title"/>
          </p:nvPr>
        </p:nvSpPr>
        <p:spPr>
          <a:xfrm>
            <a:off x="712470" y="857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Throughout the Lifecyle</a:t>
            </a:r>
            <a:endParaRPr/>
          </a:p>
        </p:txBody>
      </p:sp>
      <p:sp>
        <p:nvSpPr>
          <p:cNvPr id="748" name="Google Shape;748;p6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49" name="Google Shape;749;p68"/>
          <p:cNvSpPr txBox="1"/>
          <p:nvPr/>
        </p:nvSpPr>
        <p:spPr>
          <a:xfrm>
            <a:off x="158922" y="1057256"/>
            <a:ext cx="8491783"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Iterative development of plans</a:t>
            </a:r>
            <a:endParaRPr b="1" i="1" sz="2400" u="none" cap="none" strike="noStrike">
              <a:solidFill>
                <a:srgbClr val="0070C0"/>
              </a:solidFill>
              <a:latin typeface="Lato"/>
              <a:ea typeface="Lato"/>
              <a:cs typeface="Lato"/>
              <a:sym typeface="Lato"/>
            </a:endParaRPr>
          </a:p>
        </p:txBody>
      </p:sp>
      <p:pic>
        <p:nvPicPr>
          <p:cNvPr id="750" name="Google Shape;750;p68"/>
          <p:cNvPicPr preferRelativeResize="0"/>
          <p:nvPr/>
        </p:nvPicPr>
        <p:blipFill rotWithShape="1">
          <a:blip r:embed="rId3">
            <a:alphaModFix/>
          </a:blip>
          <a:srcRect b="0" l="0" r="0" t="0"/>
          <a:stretch/>
        </p:blipFill>
        <p:spPr>
          <a:xfrm>
            <a:off x="158922" y="1519664"/>
            <a:ext cx="8491783" cy="5338336"/>
          </a:xfrm>
          <a:prstGeom prst="rect">
            <a:avLst/>
          </a:prstGeom>
          <a:noFill/>
          <a:ln>
            <a:noFill/>
          </a:ln>
        </p:spPr>
      </p:pic>
      <p:sp>
        <p:nvSpPr>
          <p:cNvPr id="751" name="Google Shape;751;p68"/>
          <p:cNvSpPr txBox="1"/>
          <p:nvPr/>
        </p:nvSpPr>
        <p:spPr>
          <a:xfrm>
            <a:off x="8645185" y="1057256"/>
            <a:ext cx="3387893" cy="5693866"/>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MY" sz="1400" u="none" cap="none" strike="noStrike">
                <a:solidFill>
                  <a:srgbClr val="000000"/>
                </a:solidFill>
                <a:latin typeface="Arial"/>
                <a:ea typeface="Arial"/>
                <a:cs typeface="Arial"/>
                <a:sym typeface="Arial"/>
              </a:rPr>
              <a:t>Pre-Project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Positioning project within a portfolio.</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Initial project shaping and tentative schedule.</a:t>
            </a:r>
            <a:endParaRPr/>
          </a:p>
          <a:p>
            <a:pPr indent="0" lvl="0" marL="0" marR="0" rtl="0" algn="l">
              <a:lnSpc>
                <a:spcPct val="100000"/>
              </a:lnSpc>
              <a:spcBef>
                <a:spcPts val="0"/>
              </a:spcBef>
              <a:spcAft>
                <a:spcPts val="0"/>
              </a:spcAft>
              <a:buClr>
                <a:srgbClr val="000000"/>
              </a:buClr>
              <a:buSzPts val="1400"/>
              <a:buFont typeface="Arial"/>
              <a:buNone/>
            </a:pPr>
            <a:r>
              <a:rPr b="1" i="0" lang="en-MY" sz="1400" u="none" cap="none" strike="noStrike">
                <a:solidFill>
                  <a:srgbClr val="000000"/>
                </a:solidFill>
                <a:latin typeface="Arial"/>
                <a:ea typeface="Arial"/>
                <a:cs typeface="Arial"/>
                <a:sym typeface="Arial"/>
              </a:rPr>
              <a:t>Feasibility</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Assess viability of project.</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Define initial strategy for iterative development with integrated testing.</a:t>
            </a:r>
            <a:endParaRPr/>
          </a:p>
          <a:p>
            <a:pPr indent="0" lvl="0" marL="0" marR="0" rtl="0" algn="l">
              <a:lnSpc>
                <a:spcPct val="100000"/>
              </a:lnSpc>
              <a:spcBef>
                <a:spcPts val="0"/>
              </a:spcBef>
              <a:spcAft>
                <a:spcPts val="0"/>
              </a:spcAft>
              <a:buClr>
                <a:srgbClr val="000000"/>
              </a:buClr>
              <a:buSzPts val="1400"/>
              <a:buFont typeface="Arial"/>
              <a:buNone/>
            </a:pPr>
            <a:r>
              <a:rPr b="1" i="0" lang="en-MY" sz="1400" u="none" cap="none" strike="noStrike">
                <a:solidFill>
                  <a:srgbClr val="000000"/>
                </a:solidFill>
                <a:latin typeface="Arial"/>
                <a:ea typeface="Arial"/>
                <a:cs typeface="Arial"/>
                <a:sym typeface="Arial"/>
              </a:rPr>
              <a:t>Foundations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Strategy for deployment.</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Committed timescale and costs.</a:t>
            </a:r>
            <a:endParaRPr/>
          </a:p>
          <a:p>
            <a:pPr indent="0" lvl="0" marL="0" marR="0" rtl="0" algn="l">
              <a:lnSpc>
                <a:spcPct val="100000"/>
              </a:lnSpc>
              <a:spcBef>
                <a:spcPts val="0"/>
              </a:spcBef>
              <a:spcAft>
                <a:spcPts val="0"/>
              </a:spcAft>
              <a:buClr>
                <a:srgbClr val="000000"/>
              </a:buClr>
              <a:buSzPts val="1400"/>
              <a:buFont typeface="Arial"/>
              <a:buNone/>
            </a:pPr>
            <a:r>
              <a:rPr b="1" i="0" lang="en-MY" sz="1400" u="none" cap="none" strike="noStrike">
                <a:solidFill>
                  <a:srgbClr val="000000"/>
                </a:solidFill>
                <a:latin typeface="Arial"/>
                <a:ea typeface="Arial"/>
                <a:cs typeface="Arial"/>
                <a:sym typeface="Arial"/>
              </a:rPr>
              <a:t>Evolutionary Development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Iterative development with integrated testing.</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Planning development timeboxes.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Refinement of delivery plan.</a:t>
            </a:r>
            <a:endParaRPr/>
          </a:p>
          <a:p>
            <a:pPr indent="0" lvl="0" marL="0" marR="0" rtl="0" algn="l">
              <a:lnSpc>
                <a:spcPct val="100000"/>
              </a:lnSpc>
              <a:spcBef>
                <a:spcPts val="0"/>
              </a:spcBef>
              <a:spcAft>
                <a:spcPts val="0"/>
              </a:spcAft>
              <a:buClr>
                <a:srgbClr val="000000"/>
              </a:buClr>
              <a:buSzPts val="1400"/>
              <a:buFont typeface="Arial"/>
              <a:buNone/>
            </a:pPr>
            <a:r>
              <a:rPr b="1" i="0" lang="en-MY" sz="1400" u="none" cap="none" strike="noStrike">
                <a:solidFill>
                  <a:srgbClr val="000000"/>
                </a:solidFill>
                <a:latin typeface="Arial"/>
                <a:ea typeface="Arial"/>
                <a:cs typeface="Arial"/>
                <a:sym typeface="Arial"/>
              </a:rPr>
              <a:t>Deployment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Assemble → Review → Deploy solution increments.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Deliver solution into live use.</a:t>
            </a:r>
            <a:endParaRPr/>
          </a:p>
          <a:p>
            <a:pPr indent="0" lvl="0" marL="0" marR="0" rtl="0" algn="l">
              <a:lnSpc>
                <a:spcPct val="100000"/>
              </a:lnSpc>
              <a:spcBef>
                <a:spcPts val="0"/>
              </a:spcBef>
              <a:spcAft>
                <a:spcPts val="0"/>
              </a:spcAft>
              <a:buClr>
                <a:srgbClr val="000000"/>
              </a:buClr>
              <a:buSzPts val="1400"/>
              <a:buFont typeface="Arial"/>
              <a:buNone/>
            </a:pPr>
            <a:r>
              <a:rPr b="1" i="0" lang="en-MY" sz="1400" u="none" cap="none" strike="noStrike">
                <a:solidFill>
                  <a:srgbClr val="000000"/>
                </a:solidFill>
                <a:latin typeface="Arial"/>
                <a:ea typeface="Arial"/>
                <a:cs typeface="Arial"/>
                <a:sym typeface="Arial"/>
              </a:rPr>
              <a:t>Post-Project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Realization of benefits.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Ongoing review of outcomes.</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69"/>
          <p:cNvSpPr txBox="1"/>
          <p:nvPr>
            <p:ph type="title"/>
          </p:nvPr>
        </p:nvSpPr>
        <p:spPr>
          <a:xfrm>
            <a:off x="712470" y="857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and Quality</a:t>
            </a:r>
            <a:endParaRPr/>
          </a:p>
        </p:txBody>
      </p:sp>
      <p:sp>
        <p:nvSpPr>
          <p:cNvPr id="757" name="Google Shape;757;p69"/>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58" name="Google Shape;758;p69"/>
          <p:cNvSpPr txBox="1"/>
          <p:nvPr/>
        </p:nvSpPr>
        <p:spPr>
          <a:xfrm>
            <a:off x="158922" y="973032"/>
            <a:ext cx="11692183"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Quality control and assurance in the DSDM process</a:t>
            </a:r>
            <a:endParaRPr b="1" i="1" sz="2400" u="none" cap="none" strike="noStrike">
              <a:solidFill>
                <a:srgbClr val="0070C0"/>
              </a:solidFill>
              <a:latin typeface="Lato"/>
              <a:ea typeface="Lato"/>
              <a:cs typeface="Lato"/>
              <a:sym typeface="Lato"/>
            </a:endParaRPr>
          </a:p>
        </p:txBody>
      </p:sp>
      <p:pic>
        <p:nvPicPr>
          <p:cNvPr id="759" name="Google Shape;759;p69"/>
          <p:cNvPicPr preferRelativeResize="0"/>
          <p:nvPr/>
        </p:nvPicPr>
        <p:blipFill rotWithShape="1">
          <a:blip r:embed="rId3">
            <a:alphaModFix/>
          </a:blip>
          <a:srcRect b="0" l="0" r="0" t="0"/>
          <a:stretch/>
        </p:blipFill>
        <p:spPr>
          <a:xfrm>
            <a:off x="158922" y="1506624"/>
            <a:ext cx="6891583" cy="5242607"/>
          </a:xfrm>
          <a:prstGeom prst="rect">
            <a:avLst/>
          </a:prstGeom>
          <a:noFill/>
          <a:ln>
            <a:noFill/>
          </a:ln>
        </p:spPr>
      </p:pic>
      <p:sp>
        <p:nvSpPr>
          <p:cNvPr id="760" name="Google Shape;760;p69"/>
          <p:cNvSpPr/>
          <p:nvPr/>
        </p:nvSpPr>
        <p:spPr>
          <a:xfrm>
            <a:off x="7050505" y="1518090"/>
            <a:ext cx="4800600" cy="5262979"/>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MY" sz="1400" u="none" cap="none" strike="noStrike">
                <a:solidFill>
                  <a:schemeClr val="dk1"/>
                </a:solidFill>
                <a:latin typeface="Arial"/>
                <a:ea typeface="Arial"/>
                <a:cs typeface="Arial"/>
                <a:sym typeface="Arial"/>
              </a:rPr>
              <a:t>1. High-Level Risk Analysis (Feasibility)</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Identify high-level risks (performance, security, resilience).</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Establish how quality will be assured early.</a:t>
            </a:r>
            <a:endParaRPr/>
          </a:p>
          <a:p>
            <a:pPr indent="0" lvl="0" marL="0" marR="0" rtl="0" algn="l">
              <a:lnSpc>
                <a:spcPct val="100000"/>
              </a:lnSpc>
              <a:spcBef>
                <a:spcPts val="0"/>
              </a:spcBef>
              <a:spcAft>
                <a:spcPts val="0"/>
              </a:spcAft>
              <a:buNone/>
            </a:pPr>
            <a:r>
              <a:rPr b="1" i="0" lang="en-MY" sz="1400" u="none" cap="none" strike="noStrike">
                <a:solidFill>
                  <a:schemeClr val="dk1"/>
                </a:solidFill>
                <a:latin typeface="Arial"/>
                <a:ea typeface="Arial"/>
                <a:cs typeface="Arial"/>
                <a:sym typeface="Arial"/>
              </a:rPr>
              <a:t>2. Planning &amp; High-Level Analysis (Foundations)</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Refine vague requirements into high-level, clear requirements.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Encourage collaboration between Business, Solution Developers, and Testers.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Shared understanding ensures solution can meet business needs.</a:t>
            </a:r>
            <a:endParaRPr/>
          </a:p>
          <a:p>
            <a:pPr indent="0" lvl="0" marL="0" marR="0" rtl="0" algn="l">
              <a:lnSpc>
                <a:spcPct val="100000"/>
              </a:lnSpc>
              <a:spcBef>
                <a:spcPts val="0"/>
              </a:spcBef>
              <a:spcAft>
                <a:spcPts val="0"/>
              </a:spcAft>
              <a:buNone/>
            </a:pPr>
            <a:r>
              <a:rPr b="1" i="0" lang="en-MY" sz="1400" u="none" cap="none" strike="noStrike">
                <a:solidFill>
                  <a:schemeClr val="dk1"/>
                </a:solidFill>
                <a:latin typeface="Arial"/>
                <a:ea typeface="Arial"/>
                <a:cs typeface="Arial"/>
                <a:sym typeface="Arial"/>
              </a:rPr>
              <a:t>3. Detailed Analysis &amp; Planning (Evolutionary Development)</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Define detailed requirements and acceptance criteria.</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Consider multiple perspectives before starting development.</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Prepare for quality assurance activities.</a:t>
            </a:r>
            <a:endParaRPr/>
          </a:p>
          <a:p>
            <a:pPr indent="0" lvl="0" marL="0" marR="0" rtl="0" algn="l">
              <a:lnSpc>
                <a:spcPct val="100000"/>
              </a:lnSpc>
              <a:spcBef>
                <a:spcPts val="0"/>
              </a:spcBef>
              <a:spcAft>
                <a:spcPts val="0"/>
              </a:spcAft>
              <a:buNone/>
            </a:pPr>
            <a:r>
              <a:rPr b="1" i="0" lang="en-MY" sz="1400" u="none" cap="none" strike="noStrike">
                <a:solidFill>
                  <a:schemeClr val="dk1"/>
                </a:solidFill>
                <a:latin typeface="Arial"/>
                <a:ea typeface="Arial"/>
                <a:cs typeface="Arial"/>
                <a:sym typeface="Arial"/>
              </a:rPr>
              <a:t>4. Prepare &amp; Run Tests</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Tests designed collaboratively for each feature.</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Test execution captures detailed, repeatable results.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Lightweight documentation supports transparency and sharing.</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0"/>
          <p:cNvSpPr txBox="1"/>
          <p:nvPr>
            <p:ph type="title"/>
          </p:nvPr>
        </p:nvSpPr>
        <p:spPr>
          <a:xfrm>
            <a:off x="712470" y="85725"/>
            <a:ext cx="10515600" cy="921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MY"/>
              <a:t>Planning and Quality</a:t>
            </a:r>
            <a:endParaRPr/>
          </a:p>
        </p:txBody>
      </p:sp>
      <p:sp>
        <p:nvSpPr>
          <p:cNvPr id="766" name="Google Shape;766;p70"/>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sp>
        <p:nvSpPr>
          <p:cNvPr id="767" name="Google Shape;767;p70"/>
          <p:cNvSpPr txBox="1"/>
          <p:nvPr/>
        </p:nvSpPr>
        <p:spPr>
          <a:xfrm>
            <a:off x="158922" y="973032"/>
            <a:ext cx="11692183" cy="533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1" i="1" lang="en-MY" sz="2400" u="none" cap="none" strike="noStrike">
                <a:solidFill>
                  <a:srgbClr val="0070C0"/>
                </a:solidFill>
                <a:latin typeface="Lato"/>
                <a:ea typeface="Lato"/>
                <a:cs typeface="Lato"/>
                <a:sym typeface="Lato"/>
              </a:rPr>
              <a:t>Quality control and assurance in the DSDM process</a:t>
            </a:r>
            <a:endParaRPr b="1" i="1" sz="2400" u="none" cap="none" strike="noStrike">
              <a:solidFill>
                <a:srgbClr val="0070C0"/>
              </a:solidFill>
              <a:latin typeface="Lato"/>
              <a:ea typeface="Lato"/>
              <a:cs typeface="Lato"/>
              <a:sym typeface="Lato"/>
            </a:endParaRPr>
          </a:p>
        </p:txBody>
      </p:sp>
      <p:pic>
        <p:nvPicPr>
          <p:cNvPr id="768" name="Google Shape;768;p70"/>
          <p:cNvPicPr preferRelativeResize="0"/>
          <p:nvPr/>
        </p:nvPicPr>
        <p:blipFill rotWithShape="1">
          <a:blip r:embed="rId3">
            <a:alphaModFix/>
          </a:blip>
          <a:srcRect b="0" l="0" r="0" t="0"/>
          <a:stretch/>
        </p:blipFill>
        <p:spPr>
          <a:xfrm>
            <a:off x="158922" y="1506624"/>
            <a:ext cx="6891583" cy="5242607"/>
          </a:xfrm>
          <a:prstGeom prst="rect">
            <a:avLst/>
          </a:prstGeom>
          <a:noFill/>
          <a:ln>
            <a:noFill/>
          </a:ln>
        </p:spPr>
      </p:pic>
      <p:sp>
        <p:nvSpPr>
          <p:cNvPr id="769" name="Google Shape;769;p70"/>
          <p:cNvSpPr/>
          <p:nvPr/>
        </p:nvSpPr>
        <p:spPr>
          <a:xfrm>
            <a:off x="7050505" y="1486252"/>
            <a:ext cx="4800600" cy="5262979"/>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MY" sz="1400" u="none" cap="none" strike="noStrike">
                <a:solidFill>
                  <a:schemeClr val="dk1"/>
                </a:solidFill>
                <a:latin typeface="Arial"/>
                <a:ea typeface="Arial"/>
                <a:cs typeface="Arial"/>
                <a:sym typeface="Arial"/>
              </a:rPr>
              <a:t>5. Assess Quality &amp; Impact</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Identify defects early, take corrective actions.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Priorities defects blocking progress.</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Manage residual defects by scheduling remediation or deferring to next Timebox.</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MY" sz="1400" u="none" cap="none" strike="noStrike">
                <a:solidFill>
                  <a:schemeClr val="dk1"/>
                </a:solidFill>
                <a:latin typeface="Arial"/>
                <a:ea typeface="Arial"/>
                <a:cs typeface="Arial"/>
                <a:sym typeface="Arial"/>
              </a:rPr>
              <a:t>6. Final End-to-End Testing &amp; Assuring Implementation (Deployment)</a:t>
            </a:r>
            <a:endParaRPr b="0" i="0" sz="1400" u="none" cap="none" strike="noStrik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Test complete solution end-to-end.</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Validate non-functional requirements (e.g., performance, usability).</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Confirm solution is fit for purpose before deployment.</a:t>
            </a:r>
            <a:endParaRPr/>
          </a:p>
          <a:p>
            <a:pPr indent="-285750" lvl="0" marL="285750" marR="0" rtl="0" algn="l">
              <a:lnSpc>
                <a:spcPct val="100000"/>
              </a:lnSpc>
              <a:spcBef>
                <a:spcPts val="0"/>
              </a:spcBef>
              <a:spcAft>
                <a:spcPts val="0"/>
              </a:spcAft>
              <a:buClr>
                <a:srgbClr val="000000"/>
              </a:buClr>
              <a:buSzPts val="1400"/>
              <a:buFont typeface="Noto Sans Symbols"/>
              <a:buChar char="▪"/>
            </a:pPr>
            <a:r>
              <a:rPr b="0" i="0" lang="en-MY" sz="1400" u="none" cap="none" strike="noStrike">
                <a:solidFill>
                  <a:srgbClr val="000000"/>
                </a:solidFill>
                <a:latin typeface="Arial"/>
                <a:ea typeface="Arial"/>
                <a:cs typeface="Arial"/>
                <a:sym typeface="Arial"/>
              </a:rPr>
              <a:t>Post-deployment: assure success, design rollback or backup strategies.</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g37637ed14d2_0_68"/>
          <p:cNvSpPr txBox="1"/>
          <p:nvPr>
            <p:ph type="title"/>
          </p:nvPr>
        </p:nvSpPr>
        <p:spPr>
          <a:xfrm>
            <a:off x="1150500" y="402650"/>
            <a:ext cx="6271800" cy="747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MY"/>
              <a:t>Agile Roles &amp; Responsibilities Review Questions</a:t>
            </a:r>
            <a:endParaRPr/>
          </a:p>
        </p:txBody>
      </p:sp>
      <p:sp>
        <p:nvSpPr>
          <p:cNvPr id="775" name="Google Shape;775;g37637ed14d2_0_68"/>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776" name="Google Shape;776;g37637ed14d2_0_68"/>
          <p:cNvPicPr preferRelativeResize="0"/>
          <p:nvPr/>
        </p:nvPicPr>
        <p:blipFill rotWithShape="1">
          <a:blip r:embed="rId3">
            <a:alphaModFix/>
          </a:blip>
          <a:srcRect b="0" l="0" r="0" t="0"/>
          <a:stretch/>
        </p:blipFill>
        <p:spPr>
          <a:xfrm>
            <a:off x="1239253" y="1652444"/>
            <a:ext cx="6906495" cy="491523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71"/>
          <p:cNvSpPr txBox="1"/>
          <p:nvPr>
            <p:ph type="title"/>
          </p:nvPr>
        </p:nvSpPr>
        <p:spPr>
          <a:xfrm>
            <a:off x="1150500" y="402650"/>
            <a:ext cx="6271800" cy="747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MY"/>
              <a:t>Agile Products Review Questions</a:t>
            </a:r>
            <a:endParaRPr/>
          </a:p>
        </p:txBody>
      </p:sp>
      <p:sp>
        <p:nvSpPr>
          <p:cNvPr id="782" name="Google Shape;782;p71"/>
          <p:cNvSpPr txBox="1"/>
          <p:nvPr>
            <p:ph idx="12" type="sldNum"/>
          </p:nvPr>
        </p:nvSpPr>
        <p:spPr>
          <a:xfrm>
            <a:off x="10637134" y="6432584"/>
            <a:ext cx="756300" cy="321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fld id="{00000000-1234-1234-1234-123412341234}" type="slidenum">
              <a:rPr lang="en-MY"/>
              <a:t>‹#›</a:t>
            </a:fld>
            <a:endParaRPr/>
          </a:p>
        </p:txBody>
      </p:sp>
      <p:pic>
        <p:nvPicPr>
          <p:cNvPr id="783" name="Google Shape;783;p71"/>
          <p:cNvPicPr preferRelativeResize="0"/>
          <p:nvPr/>
        </p:nvPicPr>
        <p:blipFill rotWithShape="1">
          <a:blip r:embed="rId3">
            <a:alphaModFix/>
          </a:blip>
          <a:srcRect b="0" l="0" r="0" t="0"/>
          <a:stretch/>
        </p:blipFill>
        <p:spPr>
          <a:xfrm>
            <a:off x="1248398" y="1639544"/>
            <a:ext cx="8352802" cy="458654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descr="A picture containing outdoor, sky, building, grass&#10;&#10;Description automatically generated" id="788" name="Google Shape;788;p12"/>
          <p:cNvPicPr preferRelativeResize="0"/>
          <p:nvPr>
            <p:ph idx="2" type="pic"/>
          </p:nvPr>
        </p:nvPicPr>
        <p:blipFill rotWithShape="1">
          <a:blip r:embed="rId3">
            <a:alphaModFix/>
          </a:blip>
          <a:srcRect b="0" l="0" r="0" t="0"/>
          <a:stretch/>
        </p:blipFill>
        <p:spPr>
          <a:xfrm>
            <a:off x="0" y="0"/>
            <a:ext cx="7645186" cy="6861429"/>
          </a:xfrm>
          <a:prstGeom prst="rect">
            <a:avLst/>
          </a:prstGeom>
          <a:noFill/>
          <a:ln>
            <a:noFill/>
          </a:ln>
        </p:spPr>
      </p:pic>
      <p:sp>
        <p:nvSpPr>
          <p:cNvPr id="789" name="Google Shape;789;p12"/>
          <p:cNvSpPr txBox="1"/>
          <p:nvPr/>
        </p:nvSpPr>
        <p:spPr>
          <a:xfrm>
            <a:off x="7230171" y="1951631"/>
            <a:ext cx="4511452" cy="176358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5400"/>
              <a:buFont typeface="Arial"/>
              <a:buNone/>
            </a:pPr>
            <a:r>
              <a:rPr b="1" i="0" lang="en-MY" sz="5400" u="none" cap="none" strike="noStrike">
                <a:solidFill>
                  <a:schemeClr val="lt1"/>
                </a:solidFill>
                <a:latin typeface="Lato"/>
                <a:ea typeface="Lato"/>
                <a:cs typeface="Lato"/>
                <a:sym typeface="Lato"/>
              </a:rPr>
              <a:t>THANK YOU</a:t>
            </a:r>
            <a:endParaRPr b="1" i="0" sz="5400" u="none" cap="none" strike="noStrike">
              <a:solidFill>
                <a:schemeClr val="lt1"/>
              </a:solidFill>
              <a:latin typeface="Lato"/>
              <a:ea typeface="Lato"/>
              <a:cs typeface="Lato"/>
              <a:sym typeface="Lato"/>
            </a:endParaRPr>
          </a:p>
        </p:txBody>
      </p:sp>
      <p:pic>
        <p:nvPicPr>
          <p:cNvPr id="790" name="Google Shape;790;p12"/>
          <p:cNvPicPr preferRelativeResize="0"/>
          <p:nvPr/>
        </p:nvPicPr>
        <p:blipFill rotWithShape="1">
          <a:blip r:embed="rId4">
            <a:alphaModFix/>
          </a:blip>
          <a:srcRect b="0" l="0" r="0" t="0"/>
          <a:stretch/>
        </p:blipFill>
        <p:spPr>
          <a:xfrm>
            <a:off x="10308800" y="5785990"/>
            <a:ext cx="392887" cy="392887"/>
          </a:xfrm>
          <a:prstGeom prst="rect">
            <a:avLst/>
          </a:prstGeom>
          <a:noFill/>
          <a:ln>
            <a:noFill/>
          </a:ln>
        </p:spPr>
      </p:pic>
      <p:pic>
        <p:nvPicPr>
          <p:cNvPr id="791" name="Google Shape;791;p12"/>
          <p:cNvPicPr preferRelativeResize="0"/>
          <p:nvPr/>
        </p:nvPicPr>
        <p:blipFill rotWithShape="1">
          <a:blip r:embed="rId5">
            <a:alphaModFix/>
          </a:blip>
          <a:srcRect b="0" l="0" r="0" t="0"/>
          <a:stretch/>
        </p:blipFill>
        <p:spPr>
          <a:xfrm>
            <a:off x="9825030" y="5785990"/>
            <a:ext cx="392887" cy="392887"/>
          </a:xfrm>
          <a:prstGeom prst="rect">
            <a:avLst/>
          </a:prstGeom>
          <a:noFill/>
          <a:ln>
            <a:noFill/>
          </a:ln>
        </p:spPr>
      </p:pic>
      <p:pic>
        <p:nvPicPr>
          <p:cNvPr id="792" name="Google Shape;792;p12"/>
          <p:cNvPicPr preferRelativeResize="0"/>
          <p:nvPr/>
        </p:nvPicPr>
        <p:blipFill rotWithShape="1">
          <a:blip r:embed="rId6">
            <a:alphaModFix/>
          </a:blip>
          <a:srcRect b="0" l="0" r="0" t="0"/>
          <a:stretch/>
        </p:blipFill>
        <p:spPr>
          <a:xfrm>
            <a:off x="9337181" y="5788338"/>
            <a:ext cx="396963" cy="396963"/>
          </a:xfrm>
          <a:prstGeom prst="rect">
            <a:avLst/>
          </a:prstGeom>
          <a:noFill/>
          <a:ln>
            <a:noFill/>
          </a:ln>
        </p:spPr>
      </p:pic>
      <p:pic>
        <p:nvPicPr>
          <p:cNvPr id="793" name="Google Shape;793;p12"/>
          <p:cNvPicPr preferRelativeResize="0"/>
          <p:nvPr/>
        </p:nvPicPr>
        <p:blipFill rotWithShape="1">
          <a:blip r:embed="rId7">
            <a:alphaModFix/>
          </a:blip>
          <a:srcRect b="0" l="0" r="0" t="0"/>
          <a:stretch/>
        </p:blipFill>
        <p:spPr>
          <a:xfrm>
            <a:off x="8369641" y="5785990"/>
            <a:ext cx="392887" cy="392887"/>
          </a:xfrm>
          <a:prstGeom prst="rect">
            <a:avLst/>
          </a:prstGeom>
          <a:noFill/>
          <a:ln>
            <a:noFill/>
          </a:ln>
        </p:spPr>
      </p:pic>
      <p:pic>
        <p:nvPicPr>
          <p:cNvPr id="794" name="Google Shape;794;p12"/>
          <p:cNvPicPr preferRelativeResize="0"/>
          <p:nvPr/>
        </p:nvPicPr>
        <p:blipFill rotWithShape="1">
          <a:blip r:embed="rId8">
            <a:alphaModFix/>
          </a:blip>
          <a:srcRect b="0" l="0" r="0" t="0"/>
          <a:stretch/>
        </p:blipFill>
        <p:spPr>
          <a:xfrm>
            <a:off x="8853411" y="5785990"/>
            <a:ext cx="392887" cy="392887"/>
          </a:xfrm>
          <a:prstGeom prst="rect">
            <a:avLst/>
          </a:prstGeom>
          <a:noFill/>
          <a:ln>
            <a:noFill/>
          </a:ln>
        </p:spPr>
      </p:pic>
      <p:sp>
        <p:nvSpPr>
          <p:cNvPr id="795" name="Google Shape;795;p12"/>
          <p:cNvSpPr txBox="1"/>
          <p:nvPr/>
        </p:nvSpPr>
        <p:spPr>
          <a:xfrm>
            <a:off x="7136987" y="5197713"/>
            <a:ext cx="4730605" cy="319346"/>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MY" sz="1800" u="none" cap="none" strike="noStrike">
                <a:solidFill>
                  <a:schemeClr val="lt1"/>
                </a:solidFill>
                <a:latin typeface="Lato"/>
                <a:ea typeface="Lato"/>
                <a:cs typeface="Lato"/>
                <a:sym typeface="Lato"/>
              </a:rPr>
              <a:t>www.utm.my</a:t>
            </a:r>
            <a:endParaRPr b="0" i="0" sz="1800" u="none" cap="none" strike="noStrike">
              <a:solidFill>
                <a:schemeClr val="lt1"/>
              </a:solidFill>
              <a:latin typeface="Lato"/>
              <a:ea typeface="Lato"/>
              <a:cs typeface="Lato"/>
              <a:sym typeface="Lato"/>
            </a:endParaRPr>
          </a:p>
        </p:txBody>
      </p:sp>
      <p:sp>
        <p:nvSpPr>
          <p:cNvPr id="796" name="Google Shape;796;p12"/>
          <p:cNvSpPr txBox="1"/>
          <p:nvPr/>
        </p:nvSpPr>
        <p:spPr>
          <a:xfrm>
            <a:off x="7136987" y="4916078"/>
            <a:ext cx="4730605" cy="319346"/>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Arial"/>
              <a:buNone/>
            </a:pPr>
            <a:r>
              <a:rPr b="0" i="0" lang="en-MY" sz="1400" u="none" cap="none" strike="noStrike">
                <a:solidFill>
                  <a:schemeClr val="lt1"/>
                </a:solidFill>
                <a:latin typeface="Lato"/>
                <a:ea typeface="Lato"/>
                <a:cs typeface="Lato"/>
                <a:sym typeface="Lato"/>
              </a:rPr>
              <a:t>In the Name of God for Mankind</a:t>
            </a:r>
            <a:endParaRPr b="0" i="0" sz="1400" u="none" cap="none" strike="noStrike">
              <a:solidFill>
                <a:schemeClr val="lt1"/>
              </a:solidFill>
              <a:latin typeface="Lato"/>
              <a:ea typeface="Lato"/>
              <a:cs typeface="Lato"/>
              <a:sym typeface="Lato"/>
            </a:endParaRPr>
          </a:p>
        </p:txBody>
      </p:sp>
      <p:pic>
        <p:nvPicPr>
          <p:cNvPr descr="A black and white logo&#10;&#10;Description automatically generated with low confidence" id="797" name="Google Shape;797;p12"/>
          <p:cNvPicPr preferRelativeResize="0"/>
          <p:nvPr/>
        </p:nvPicPr>
        <p:blipFill rotWithShape="1">
          <a:blip r:embed="rId9">
            <a:alphaModFix/>
          </a:blip>
          <a:srcRect b="0" l="0" r="0" t="0"/>
          <a:stretch/>
        </p:blipFill>
        <p:spPr>
          <a:xfrm>
            <a:off x="8516582" y="4092848"/>
            <a:ext cx="1883012" cy="6395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7E2551"/>
      </a:dk2>
      <a:lt2>
        <a:srgbClr val="E7E6E6"/>
      </a:lt2>
      <a:accent1>
        <a:srgbClr val="83233D"/>
      </a:accent1>
      <a:accent2>
        <a:srgbClr val="952C5E"/>
      </a:accent2>
      <a:accent3>
        <a:srgbClr val="BF996E"/>
      </a:accent3>
      <a:accent4>
        <a:srgbClr val="E8B783"/>
      </a:accent4>
      <a:accent5>
        <a:srgbClr val="E1C8B4"/>
      </a:accent5>
      <a:accent6>
        <a:srgbClr val="929292"/>
      </a:accent6>
      <a:hlink>
        <a:srgbClr val="5E5E5E"/>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2021-08-03T04:10:00Z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6A831531A5FD4A75B578DCEBE44BDDB4</vt:lpwstr>
  </property>
  <property fmtid="{D5CDD505-2E9C-101B-9397-08002B2CF9AE}" pid="3" name="KSOProductBuildVer">
    <vt:lpwstr>1033-11.2.0.10382</vt:lpwstr>
  </property>
</Properties>
</file>