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2" strictFirstAndLastChars="0" embedTrueTypeFonts="1" saveSubsetFonts="1" autoCompressPictures="0">
  <p:sldMasterIdLst>
    <p:sldMasterId id="2147483648" r:id="rId1"/>
  </p:sldMasterIdLst>
  <p:notesMasterIdLst>
    <p:notesMasterId r:id="rId16"/>
  </p:notesMasterIdLst>
  <p:sldIdLst>
    <p:sldId id="256" r:id="rId2"/>
    <p:sldId id="321" r:id="rId3"/>
    <p:sldId id="322" r:id="rId4"/>
    <p:sldId id="336" r:id="rId5"/>
    <p:sldId id="323" r:id="rId6"/>
    <p:sldId id="337" r:id="rId7"/>
    <p:sldId id="338" r:id="rId8"/>
    <p:sldId id="339" r:id="rId9"/>
    <p:sldId id="340" r:id="rId10"/>
    <p:sldId id="265" r:id="rId11"/>
    <p:sldId id="266" r:id="rId12"/>
    <p:sldId id="268" r:id="rId13"/>
    <p:sldId id="327" r:id="rId14"/>
    <p:sldId id="335" r:id="rId15"/>
  </p:sldIdLst>
  <p:sldSz cx="12192000" cy="6858000"/>
  <p:notesSz cx="6858000" cy="9144000"/>
  <p:embeddedFontLst>
    <p:embeddedFont>
      <p:font typeface="Cambria" panose="02040503050406030204" pitchFamily="18" charset="0"/>
      <p:regular r:id="rId17"/>
      <p:bold r:id="rId18"/>
      <p:italic r:id="rId19"/>
      <p:boldItalic r:id="rId20"/>
    </p:embeddedFont>
    <p:embeddedFont>
      <p:font typeface="Lato" panose="020F0502020204030203" pitchFamily="34" charset="0"/>
      <p:regular r:id="rId21"/>
      <p:bold r:id="rId22"/>
      <p:italic r:id="rId23"/>
      <p:boldItalic r:id="rId24"/>
    </p:embeddedFont>
    <p:embeddedFont>
      <p:font typeface="Poppins" panose="00000500000000000000" pitchFamily="2" charset="0"/>
      <p:regular r:id="rId25"/>
      <p:bold r:id="rId26"/>
      <p:italic r:id="rId27"/>
      <p:boldItalic r:id="rId28"/>
    </p:embeddedFont>
    <p:embeddedFont>
      <p:font typeface="Roboto" panose="02000000000000000000" pitchFamily="2"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3840">
          <p15:clr>
            <a:srgbClr val="0000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03" roundtripDataSignature="AMtx7mjRADbUkRwQ0oLKYw1HJcNULw2mS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8B00"/>
    <a:srgbClr val="00B8D9"/>
    <a:srgbClr val="FBFBFB"/>
    <a:srgbClr val="66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0" autoAdjust="0"/>
    <p:restoredTop sz="86325" autoAdjust="0"/>
  </p:normalViewPr>
  <p:slideViewPr>
    <p:cSldViewPr snapToGrid="0">
      <p:cViewPr varScale="1">
        <p:scale>
          <a:sx n="51" d="100"/>
          <a:sy n="51" d="100"/>
        </p:scale>
        <p:origin x="1544" y="4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21" Type="http://schemas.openxmlformats.org/officeDocument/2006/relationships/font" Target="fonts/font5.fntdata"/><Relationship Id="rId10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103" Type="http://customschemas.google.com/relationships/presentationmetadata" Target="meta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font" Target="fonts/font13.fntdata"/><Relationship Id="rId107"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openxmlformats.org/officeDocument/2006/relationships/font" Target="fonts/font1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font" Target="fonts/font12.fntdata"/><Relationship Id="rId10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font" Target="fonts/font1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font" Target="fonts/font14.fntdata"/><Relationship Id="rId10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MY"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atlassian.com/agile/project-management/user-stories"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atlassian.com/agile/project-management/user-stories"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2" name="Google Shape;16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4"/>
        <p:cNvGrpSpPr/>
        <p:nvPr/>
      </p:nvGrpSpPr>
      <p:grpSpPr>
        <a:xfrm>
          <a:off x="0" y="0"/>
          <a:ext cx="0" cy="0"/>
          <a:chOff x="0" y="0"/>
          <a:chExt cx="0" cy="0"/>
        </a:xfrm>
      </p:grpSpPr>
      <p:sp>
        <p:nvSpPr>
          <p:cNvPr id="615" name="Google Shape;615;g37e47e77286_0_1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6" name="Google Shape;616;g37e47e77286_0_15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7" name="Google Shape;617;g37e47e77286_0_15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MY"/>
              <a:t>3</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g37e47e77286_0_6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MY" dirty="0"/>
              <a:t>Reference:</a:t>
            </a:r>
          </a:p>
          <a:p>
            <a:pPr marL="0" lvl="0" indent="0" algn="l" rtl="0">
              <a:lnSpc>
                <a:spcPct val="100000"/>
              </a:lnSpc>
              <a:spcBef>
                <a:spcPts val="0"/>
              </a:spcBef>
              <a:spcAft>
                <a:spcPts val="0"/>
              </a:spcAft>
              <a:buSzPts val="1400"/>
              <a:buNone/>
            </a:pPr>
            <a:r>
              <a:rPr lang="en-US" dirty="0">
                <a:hlinkClick r:id="rId3"/>
              </a:rPr>
              <a:t>User Stories | Examples and Template | Atlassian</a:t>
            </a:r>
            <a:endParaRPr lang="en-US" dirty="0"/>
          </a:p>
          <a:p>
            <a:pPr marL="0" lvl="0" indent="0" algn="l" rtl="0">
              <a:lnSpc>
                <a:spcPct val="100000"/>
              </a:lnSpc>
              <a:spcBef>
                <a:spcPts val="0"/>
              </a:spcBef>
              <a:spcAft>
                <a:spcPts val="0"/>
              </a:spcAft>
              <a:buSzPts val="1400"/>
              <a:buNone/>
            </a:pPr>
            <a:endParaRPr dirty="0"/>
          </a:p>
        </p:txBody>
      </p:sp>
      <p:sp>
        <p:nvSpPr>
          <p:cNvPr id="623" name="Google Shape;623;g37e47e77286_0_6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a:extLst>
            <a:ext uri="{FF2B5EF4-FFF2-40B4-BE49-F238E27FC236}">
              <a16:creationId xmlns:a16="http://schemas.microsoft.com/office/drawing/2014/main" id="{E928325A-F89F-A340-B571-A544BC56410D}"/>
            </a:ext>
          </a:extLst>
        </p:cNvPr>
        <p:cNvGrpSpPr/>
        <p:nvPr/>
      </p:nvGrpSpPr>
      <p:grpSpPr>
        <a:xfrm>
          <a:off x="0" y="0"/>
          <a:ext cx="0" cy="0"/>
          <a:chOff x="0" y="0"/>
          <a:chExt cx="0" cy="0"/>
        </a:xfrm>
      </p:grpSpPr>
      <p:sp>
        <p:nvSpPr>
          <p:cNvPr id="622" name="Google Shape;622;g37e47e77286_0_623:notes">
            <a:extLst>
              <a:ext uri="{FF2B5EF4-FFF2-40B4-BE49-F238E27FC236}">
                <a16:creationId xmlns:a16="http://schemas.microsoft.com/office/drawing/2014/main" id="{ED8BB0FA-FA7A-F0B9-EC73-07D832C12383}"/>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MY" dirty="0"/>
              <a:t>Reference:</a:t>
            </a:r>
          </a:p>
          <a:p>
            <a:pPr marL="0" lvl="0" indent="0" algn="l" rtl="0">
              <a:lnSpc>
                <a:spcPct val="100000"/>
              </a:lnSpc>
              <a:spcBef>
                <a:spcPts val="0"/>
              </a:spcBef>
              <a:spcAft>
                <a:spcPts val="0"/>
              </a:spcAft>
              <a:buSzPts val="1400"/>
              <a:buNone/>
            </a:pPr>
            <a:r>
              <a:rPr lang="en-US" dirty="0">
                <a:hlinkClick r:id="rId3"/>
              </a:rPr>
              <a:t>User Stories | Examples and Template | Atlassian</a:t>
            </a:r>
            <a:endParaRPr lang="en-US" dirty="0"/>
          </a:p>
          <a:p>
            <a:pPr marL="0" lvl="0" indent="0" algn="l" rtl="0">
              <a:lnSpc>
                <a:spcPct val="100000"/>
              </a:lnSpc>
              <a:spcBef>
                <a:spcPts val="0"/>
              </a:spcBef>
              <a:spcAft>
                <a:spcPts val="0"/>
              </a:spcAft>
              <a:buSzPts val="1400"/>
              <a:buNone/>
            </a:pPr>
            <a:endParaRPr dirty="0"/>
          </a:p>
        </p:txBody>
      </p:sp>
      <p:sp>
        <p:nvSpPr>
          <p:cNvPr id="623" name="Google Shape;623;g37e47e77286_0_623:notes">
            <a:extLst>
              <a:ext uri="{FF2B5EF4-FFF2-40B4-BE49-F238E27FC236}">
                <a16:creationId xmlns:a16="http://schemas.microsoft.com/office/drawing/2014/main" id="{8FB89A2D-5A9C-F72E-DEDB-0FDE81813B7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907174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8"/>
        <p:cNvGrpSpPr/>
        <p:nvPr/>
      </p:nvGrpSpPr>
      <p:grpSpPr>
        <a:xfrm>
          <a:off x="0" y="0"/>
          <a:ext cx="0" cy="0"/>
          <a:chOff x="0" y="0"/>
          <a:chExt cx="0" cy="0"/>
        </a:xfrm>
      </p:grpSpPr>
      <p:sp>
        <p:nvSpPr>
          <p:cNvPr id="629" name="Google Shape;629;g37e47e77286_0_6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30" name="Google Shape;630;g37e47e77286_0_6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5">
          <a:extLst>
            <a:ext uri="{FF2B5EF4-FFF2-40B4-BE49-F238E27FC236}">
              <a16:creationId xmlns:a16="http://schemas.microsoft.com/office/drawing/2014/main" id="{587EFD92-CF84-B4EB-839D-0155D2363D57}"/>
            </a:ext>
          </a:extLst>
        </p:cNvPr>
        <p:cNvGrpSpPr/>
        <p:nvPr/>
      </p:nvGrpSpPr>
      <p:grpSpPr>
        <a:xfrm>
          <a:off x="0" y="0"/>
          <a:ext cx="0" cy="0"/>
          <a:chOff x="0" y="0"/>
          <a:chExt cx="0" cy="0"/>
        </a:xfrm>
      </p:grpSpPr>
      <p:sp>
        <p:nvSpPr>
          <p:cNvPr id="636" name="Google Shape;636;g37e47e77286_0_640:notes">
            <a:extLst>
              <a:ext uri="{FF2B5EF4-FFF2-40B4-BE49-F238E27FC236}">
                <a16:creationId xmlns:a16="http://schemas.microsoft.com/office/drawing/2014/main" id="{57A6F4CB-21F0-7580-D078-5F5A55959396}"/>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37" name="Google Shape;637;g37e47e77286_0_640:notes">
            <a:extLst>
              <a:ext uri="{FF2B5EF4-FFF2-40B4-BE49-F238E27FC236}">
                <a16:creationId xmlns:a16="http://schemas.microsoft.com/office/drawing/2014/main" id="{06350ADD-3B8D-5663-B96B-18778A57AE1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382492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a:extLst>
            <a:ext uri="{FF2B5EF4-FFF2-40B4-BE49-F238E27FC236}">
              <a16:creationId xmlns:a16="http://schemas.microsoft.com/office/drawing/2014/main" id="{D79D9AAD-F10D-0212-81C7-EEDBE519B435}"/>
            </a:ext>
          </a:extLst>
        </p:cNvPr>
        <p:cNvGrpSpPr/>
        <p:nvPr/>
      </p:nvGrpSpPr>
      <p:grpSpPr>
        <a:xfrm>
          <a:off x="0" y="0"/>
          <a:ext cx="0" cy="0"/>
          <a:chOff x="0" y="0"/>
          <a:chExt cx="0" cy="0"/>
        </a:xfrm>
      </p:grpSpPr>
      <p:sp>
        <p:nvSpPr>
          <p:cNvPr id="657" name="Google Shape;657;g37e47e77286_0_661:notes">
            <a:extLst>
              <a:ext uri="{FF2B5EF4-FFF2-40B4-BE49-F238E27FC236}">
                <a16:creationId xmlns:a16="http://schemas.microsoft.com/office/drawing/2014/main" id="{927B436D-B552-F3EC-3AE6-41727263836F}"/>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8" name="Google Shape;658;g37e47e77286_0_661:notes">
            <a:extLst>
              <a:ext uri="{FF2B5EF4-FFF2-40B4-BE49-F238E27FC236}">
                <a16:creationId xmlns:a16="http://schemas.microsoft.com/office/drawing/2014/main" id="{218DF6E5-D71C-8A23-FFCE-2824F5D49FF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109491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a:extLst>
            <a:ext uri="{FF2B5EF4-FFF2-40B4-BE49-F238E27FC236}">
              <a16:creationId xmlns:a16="http://schemas.microsoft.com/office/drawing/2014/main" id="{0D3AB299-D423-49E6-9A95-F22E903729E4}"/>
            </a:ext>
          </a:extLst>
        </p:cNvPr>
        <p:cNvGrpSpPr/>
        <p:nvPr/>
      </p:nvGrpSpPr>
      <p:grpSpPr>
        <a:xfrm>
          <a:off x="0" y="0"/>
          <a:ext cx="0" cy="0"/>
          <a:chOff x="0" y="0"/>
          <a:chExt cx="0" cy="0"/>
        </a:xfrm>
      </p:grpSpPr>
      <p:sp>
        <p:nvSpPr>
          <p:cNvPr id="657" name="Google Shape;657;g37e47e77286_0_661:notes">
            <a:extLst>
              <a:ext uri="{FF2B5EF4-FFF2-40B4-BE49-F238E27FC236}">
                <a16:creationId xmlns:a16="http://schemas.microsoft.com/office/drawing/2014/main" id="{B82BA9E5-8755-D244-2FB4-43541E0C52C8}"/>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8" name="Google Shape;658;g37e47e77286_0_661:notes">
            <a:extLst>
              <a:ext uri="{FF2B5EF4-FFF2-40B4-BE49-F238E27FC236}">
                <a16:creationId xmlns:a16="http://schemas.microsoft.com/office/drawing/2014/main" id="{F65B0E22-112C-B4E1-87F7-00161ADA84C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787101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a:extLst>
            <a:ext uri="{FF2B5EF4-FFF2-40B4-BE49-F238E27FC236}">
              <a16:creationId xmlns:a16="http://schemas.microsoft.com/office/drawing/2014/main" id="{6BE5DA31-7582-CB20-E690-544ED7D08E36}"/>
            </a:ext>
          </a:extLst>
        </p:cNvPr>
        <p:cNvGrpSpPr/>
        <p:nvPr/>
      </p:nvGrpSpPr>
      <p:grpSpPr>
        <a:xfrm>
          <a:off x="0" y="0"/>
          <a:ext cx="0" cy="0"/>
          <a:chOff x="0" y="0"/>
          <a:chExt cx="0" cy="0"/>
        </a:xfrm>
      </p:grpSpPr>
      <p:sp>
        <p:nvSpPr>
          <p:cNvPr id="657" name="Google Shape;657;g37e47e77286_0_661:notes">
            <a:extLst>
              <a:ext uri="{FF2B5EF4-FFF2-40B4-BE49-F238E27FC236}">
                <a16:creationId xmlns:a16="http://schemas.microsoft.com/office/drawing/2014/main" id="{761AC38A-2C38-175E-1B3B-264D5BE834B6}"/>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8" name="Google Shape;658;g37e47e77286_0_661:notes">
            <a:extLst>
              <a:ext uri="{FF2B5EF4-FFF2-40B4-BE49-F238E27FC236}">
                <a16:creationId xmlns:a16="http://schemas.microsoft.com/office/drawing/2014/main" id="{7A8F826F-AE07-9604-8488-426E6F7C8BD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257713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1" name="Google Shape;261;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2" name="Google Shape;262;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5" name="Google Shape;275;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0" name="Google Shape;300;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1" name="Google Shape;301;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37e47e77286_0_66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8" name="Google Shape;658;g37e47e77286_0_6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2"/>
        <p:cNvGrpSpPr/>
        <p:nvPr/>
      </p:nvGrpSpPr>
      <p:grpSpPr>
        <a:xfrm>
          <a:off x="0" y="0"/>
          <a:ext cx="0" cy="0"/>
          <a:chOff x="0" y="0"/>
          <a:chExt cx="0" cy="0"/>
        </a:xfrm>
      </p:grpSpPr>
      <p:sp>
        <p:nvSpPr>
          <p:cNvPr id="713" name="Google Shape;713;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4" name="Google Shape;714;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Layout01">
  <p:cSld name="Layout01">
    <p:spTree>
      <p:nvGrpSpPr>
        <p:cNvPr id="1" name="Shape 19"/>
        <p:cNvGrpSpPr/>
        <p:nvPr/>
      </p:nvGrpSpPr>
      <p:grpSpPr>
        <a:xfrm>
          <a:off x="0" y="0"/>
          <a:ext cx="0" cy="0"/>
          <a:chOff x="0" y="0"/>
          <a:chExt cx="0" cy="0"/>
        </a:xfrm>
      </p:grpSpPr>
      <p:pic>
        <p:nvPicPr>
          <p:cNvPr id="20" name="Google Shape;20;p14" descr="Background pattern&#10;&#10;Description automatically generated"/>
          <p:cNvPicPr preferRelativeResize="0"/>
          <p:nvPr/>
        </p:nvPicPr>
        <p:blipFill rotWithShape="1">
          <a:blip r:embed="rId2">
            <a:alphaModFix amt="63000"/>
          </a:blip>
          <a:srcRect/>
          <a:stretch/>
        </p:blipFill>
        <p:spPr>
          <a:xfrm rot="10800000" flipH="1">
            <a:off x="1390488" y="0"/>
            <a:ext cx="10801512" cy="6858000"/>
          </a:xfrm>
          <a:prstGeom prst="rect">
            <a:avLst/>
          </a:prstGeom>
          <a:noFill/>
          <a:ln>
            <a:noFill/>
          </a:ln>
        </p:spPr>
      </p:pic>
      <p:sp>
        <p:nvSpPr>
          <p:cNvPr id="21" name="Google Shape;21;p14"/>
          <p:cNvSpPr/>
          <p:nvPr/>
        </p:nvSpPr>
        <p:spPr>
          <a:xfrm>
            <a:off x="130676" y="0"/>
            <a:ext cx="4712547" cy="6880888"/>
          </a:xfrm>
          <a:prstGeom prst="rect">
            <a:avLst/>
          </a:prstGeom>
          <a:gradFill>
            <a:gsLst>
              <a:gs pos="0">
                <a:srgbClr val="444038"/>
              </a:gs>
              <a:gs pos="100000">
                <a:srgbClr val="102C30"/>
              </a:gs>
            </a:gsLst>
            <a:lin ang="19199999"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2" name="Google Shape;22;p14"/>
          <p:cNvSpPr/>
          <p:nvPr/>
        </p:nvSpPr>
        <p:spPr>
          <a:xfrm rot="10800000" flipH="1">
            <a:off x="2395148" y="-4501"/>
            <a:ext cx="4843223" cy="6862501"/>
          </a:xfrm>
          <a:custGeom>
            <a:avLst/>
            <a:gdLst/>
            <a:ahLst/>
            <a:cxnLst/>
            <a:rect l="l" t="t" r="r" b="b"/>
            <a:pathLst>
              <a:path w="3347129" h="6834887" extrusionOk="0">
                <a:moveTo>
                  <a:pt x="0" y="2327"/>
                </a:moveTo>
                <a:lnTo>
                  <a:pt x="1698434" y="0"/>
                </a:lnTo>
                <a:lnTo>
                  <a:pt x="3347129" y="3429000"/>
                </a:lnTo>
                <a:lnTo>
                  <a:pt x="1712024" y="6828623"/>
                </a:lnTo>
                <a:lnTo>
                  <a:pt x="107546" y="6834887"/>
                </a:lnTo>
                <a:lnTo>
                  <a:pt x="1690835" y="3472890"/>
                </a:lnTo>
                <a:lnTo>
                  <a:pt x="0" y="2327"/>
                </a:lnTo>
                <a:close/>
              </a:path>
            </a:pathLst>
          </a:custGeom>
          <a:gradFill>
            <a:gsLst>
              <a:gs pos="0">
                <a:srgbClr val="83233E"/>
              </a:gs>
              <a:gs pos="100000">
                <a:srgbClr val="6C1D35"/>
              </a:gs>
            </a:gsLst>
            <a:lin ang="66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3" name="Google Shape;23;p14"/>
          <p:cNvSpPr txBox="1">
            <a:spLocks noGrp="1"/>
          </p:cNvSpPr>
          <p:nvPr>
            <p:ph type="title"/>
          </p:nvPr>
        </p:nvSpPr>
        <p:spPr>
          <a:xfrm>
            <a:off x="584603" y="2120702"/>
            <a:ext cx="4120911" cy="2644293"/>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4800">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4" name="Google Shape;24;p14"/>
          <p:cNvSpPr/>
          <p:nvPr/>
        </p:nvSpPr>
        <p:spPr>
          <a:xfrm rot="5400000">
            <a:off x="-765719" y="3361414"/>
            <a:ext cx="1662113" cy="130676"/>
          </a:xfrm>
          <a:prstGeom prst="rect">
            <a:avLst/>
          </a:prstGeom>
          <a:solidFill>
            <a:srgbClr val="83233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5" name="Google Shape;25;p14" descr="Logo&#10;&#10;Description automatically generated"/>
          <p:cNvPicPr preferRelativeResize="0"/>
          <p:nvPr/>
        </p:nvPicPr>
        <p:blipFill rotWithShape="1">
          <a:blip r:embed="rId3">
            <a:alphaModFix/>
          </a:blip>
          <a:srcRect/>
          <a:stretch/>
        </p:blipFill>
        <p:spPr>
          <a:xfrm>
            <a:off x="9371467" y="404628"/>
            <a:ext cx="2133841" cy="720849"/>
          </a:xfrm>
          <a:prstGeom prst="rect">
            <a:avLst/>
          </a:prstGeom>
          <a:noFill/>
          <a:ln>
            <a:noFill/>
          </a:ln>
        </p:spPr>
      </p:pic>
      <p:pic>
        <p:nvPicPr>
          <p:cNvPr id="26" name="Google Shape;26;p14"/>
          <p:cNvPicPr preferRelativeResize="0"/>
          <p:nvPr/>
        </p:nvPicPr>
        <p:blipFill rotWithShape="1">
          <a:blip r:embed="rId4">
            <a:alphaModFix/>
          </a:blip>
          <a:srcRect/>
          <a:stretch/>
        </p:blipFill>
        <p:spPr>
          <a:xfrm>
            <a:off x="8044256" y="6511235"/>
            <a:ext cx="3922822" cy="21981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Layout06">
  <p:cSld name="Layout06">
    <p:spTree>
      <p:nvGrpSpPr>
        <p:cNvPr id="1" name="Shape 27"/>
        <p:cNvGrpSpPr/>
        <p:nvPr/>
      </p:nvGrpSpPr>
      <p:grpSpPr>
        <a:xfrm>
          <a:off x="0" y="0"/>
          <a:ext cx="0" cy="0"/>
          <a:chOff x="0" y="0"/>
          <a:chExt cx="0" cy="0"/>
        </a:xfrm>
      </p:grpSpPr>
      <p:cxnSp>
        <p:nvCxnSpPr>
          <p:cNvPr id="28" name="Google Shape;28;p15"/>
          <p:cNvCxnSpPr/>
          <p:nvPr/>
        </p:nvCxnSpPr>
        <p:spPr>
          <a:xfrm>
            <a:off x="480645" y="1465384"/>
            <a:ext cx="11711354" cy="0"/>
          </a:xfrm>
          <a:prstGeom prst="straightConnector1">
            <a:avLst/>
          </a:prstGeom>
          <a:noFill/>
          <a:ln w="9525" cap="flat" cmpd="sng">
            <a:solidFill>
              <a:schemeClr val="accent1"/>
            </a:solidFill>
            <a:prstDash val="solid"/>
            <a:miter lim="800000"/>
            <a:headEnd type="none" w="sm" len="sm"/>
            <a:tailEnd type="none" w="sm" len="sm"/>
          </a:ln>
        </p:spPr>
      </p:cxnSp>
      <p:sp>
        <p:nvSpPr>
          <p:cNvPr id="29" name="Google Shape;29;p15"/>
          <p:cNvSpPr txBox="1">
            <a:spLocks noGrp="1"/>
          </p:cNvSpPr>
          <p:nvPr>
            <p:ph type="title"/>
          </p:nvPr>
        </p:nvSpPr>
        <p:spPr>
          <a:xfrm>
            <a:off x="712787" y="38556"/>
            <a:ext cx="10515600" cy="13255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b="1" i="0">
                <a:solidFill>
                  <a:srgbClr val="3F3F3F"/>
                </a:solidFill>
                <a:latin typeface="Lato"/>
                <a:ea typeface="Lato"/>
                <a:cs typeface="Lato"/>
                <a:sym typeface="Lato"/>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0" name="Google Shape;30;p15"/>
          <p:cNvSpPr txBox="1">
            <a:spLocks noGrp="1"/>
          </p:cNvSpPr>
          <p:nvPr>
            <p:ph type="body" idx="1"/>
          </p:nvPr>
        </p:nvSpPr>
        <p:spPr>
          <a:xfrm>
            <a:off x="839788" y="1828799"/>
            <a:ext cx="10261599" cy="676275"/>
          </a:xfrm>
          <a:prstGeom prst="rect">
            <a:avLst/>
          </a:prstGeom>
          <a:noFill/>
          <a:ln>
            <a:noFill/>
          </a:ln>
        </p:spPr>
        <p:txBody>
          <a:bodyPr spcFirstLastPara="1" wrap="square" lIns="91425" tIns="45700" rIns="91425" bIns="45700" anchor="ctr" anchorCtr="0">
            <a:normAutofit/>
          </a:bodyPr>
          <a:lstStyle>
            <a:lvl1pPr marL="457200" lvl="0" indent="-228600" algn="ctr">
              <a:lnSpc>
                <a:spcPct val="90000"/>
              </a:lnSpc>
              <a:spcBef>
                <a:spcPts val="1000"/>
              </a:spcBef>
              <a:spcAft>
                <a:spcPts val="0"/>
              </a:spcAft>
              <a:buClr>
                <a:srgbClr val="595959"/>
              </a:buClr>
              <a:buSzPts val="1600"/>
              <a:buNone/>
              <a:defRPr sz="1600" b="0" i="0">
                <a:latin typeface="Lato"/>
                <a:ea typeface="Lato"/>
                <a:cs typeface="Lato"/>
                <a:sym typeface="Lato"/>
              </a:defRPr>
            </a:lvl1pPr>
            <a:lvl2pPr marL="914400" lvl="1" indent="-228600" algn="l">
              <a:lnSpc>
                <a:spcPct val="90000"/>
              </a:lnSpc>
              <a:spcBef>
                <a:spcPts val="500"/>
              </a:spcBef>
              <a:spcAft>
                <a:spcPts val="0"/>
              </a:spcAft>
              <a:buClr>
                <a:srgbClr val="595959"/>
              </a:buClr>
              <a:buSzPts val="2000"/>
              <a:buNone/>
              <a:defRPr sz="2000" b="1"/>
            </a:lvl2pPr>
            <a:lvl3pPr marL="1371600" lvl="2" indent="-228600" algn="l">
              <a:lnSpc>
                <a:spcPct val="90000"/>
              </a:lnSpc>
              <a:spcBef>
                <a:spcPts val="500"/>
              </a:spcBef>
              <a:spcAft>
                <a:spcPts val="0"/>
              </a:spcAft>
              <a:buClr>
                <a:srgbClr val="595959"/>
              </a:buClr>
              <a:buSzPts val="1800"/>
              <a:buNone/>
              <a:defRPr sz="1800" b="1"/>
            </a:lvl3pPr>
            <a:lvl4pPr marL="1828800" lvl="3" indent="-228600" algn="l">
              <a:lnSpc>
                <a:spcPct val="90000"/>
              </a:lnSpc>
              <a:spcBef>
                <a:spcPts val="500"/>
              </a:spcBef>
              <a:spcAft>
                <a:spcPts val="0"/>
              </a:spcAft>
              <a:buClr>
                <a:srgbClr val="595959"/>
              </a:buClr>
              <a:buSzPts val="1600"/>
              <a:buNone/>
              <a:defRPr sz="1600" b="1"/>
            </a:lvl4pPr>
            <a:lvl5pPr marL="2286000" lvl="4" indent="-228600" algn="l">
              <a:lnSpc>
                <a:spcPct val="90000"/>
              </a:lnSpc>
              <a:spcBef>
                <a:spcPts val="500"/>
              </a:spcBef>
              <a:spcAft>
                <a:spcPts val="0"/>
              </a:spcAft>
              <a:buClr>
                <a:srgbClr val="595959"/>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1" name="Google Shape;31;p15"/>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9pPr>
          </a:lstStyle>
          <a:p>
            <a:pPr marL="0" lvl="0" indent="0" algn="ctr" rtl="0">
              <a:spcBef>
                <a:spcPts val="0"/>
              </a:spcBef>
              <a:spcAft>
                <a:spcPts val="0"/>
              </a:spcAft>
              <a:buNone/>
            </a:pPr>
            <a:fld id="{00000000-1234-1234-1234-123412341234}" type="slidenum">
              <a:rPr lang="en-MY"/>
              <a:t>‹#›</a:t>
            </a:fld>
            <a:endParaRPr/>
          </a:p>
        </p:txBody>
      </p:sp>
      <p:sp>
        <p:nvSpPr>
          <p:cNvPr id="32" name="Google Shape;32;p15"/>
          <p:cNvSpPr/>
          <p:nvPr/>
        </p:nvSpPr>
        <p:spPr>
          <a:xfrm>
            <a:off x="0" y="1383280"/>
            <a:ext cx="2128058" cy="166255"/>
          </a:xfrm>
          <a:prstGeom prst="rect">
            <a:avLst/>
          </a:prstGeom>
          <a:solidFill>
            <a:srgbClr val="6C1D3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Layout26">
  <p:cSld name="Layout26">
    <p:bg>
      <p:bgPr>
        <a:solidFill>
          <a:srgbClr val="F2F2F2"/>
        </a:solidFill>
        <a:effectLst/>
      </p:bgPr>
    </p:bg>
    <p:spTree>
      <p:nvGrpSpPr>
        <p:cNvPr id="1" name="Shape 33"/>
        <p:cNvGrpSpPr/>
        <p:nvPr/>
      </p:nvGrpSpPr>
      <p:grpSpPr>
        <a:xfrm>
          <a:off x="0" y="0"/>
          <a:ext cx="0" cy="0"/>
          <a:chOff x="0" y="0"/>
          <a:chExt cx="0" cy="0"/>
        </a:xfrm>
      </p:grpSpPr>
      <p:sp>
        <p:nvSpPr>
          <p:cNvPr id="34" name="Google Shape;34;p18"/>
          <p:cNvSpPr/>
          <p:nvPr/>
        </p:nvSpPr>
        <p:spPr>
          <a:xfrm rot="10800000">
            <a:off x="6096000" y="0"/>
            <a:ext cx="6096000" cy="6871855"/>
          </a:xfrm>
          <a:custGeom>
            <a:avLst/>
            <a:gdLst/>
            <a:ahLst/>
            <a:cxnLst/>
            <a:rect l="l" t="t" r="r" b="b"/>
            <a:pathLst>
              <a:path w="6096000" h="6871855" extrusionOk="0">
                <a:moveTo>
                  <a:pt x="0" y="13855"/>
                </a:moveTo>
                <a:lnTo>
                  <a:pt x="4544292" y="0"/>
                </a:lnTo>
                <a:lnTo>
                  <a:pt x="6096000" y="6871855"/>
                </a:lnTo>
                <a:lnTo>
                  <a:pt x="0" y="6871855"/>
                </a:lnTo>
                <a:lnTo>
                  <a:pt x="0" y="13855"/>
                </a:lnTo>
                <a:close/>
              </a:path>
            </a:pathLst>
          </a:custGeom>
          <a:solidFill>
            <a:srgbClr val="6C1D3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35" name="Google Shape;35;p18"/>
          <p:cNvPicPr preferRelativeResize="0"/>
          <p:nvPr/>
        </p:nvPicPr>
        <p:blipFill rotWithShape="1">
          <a:blip r:embed="rId2">
            <a:alphaModFix amt="17000"/>
          </a:blip>
          <a:srcRect/>
          <a:stretch/>
        </p:blipFill>
        <p:spPr>
          <a:xfrm>
            <a:off x="6082780" y="9216"/>
            <a:ext cx="6109220" cy="6858000"/>
          </a:xfrm>
          <a:prstGeom prst="rect">
            <a:avLst/>
          </a:prstGeom>
          <a:noFill/>
          <a:ln>
            <a:noFill/>
          </a:ln>
        </p:spPr>
      </p:pic>
      <p:sp>
        <p:nvSpPr>
          <p:cNvPr id="36" name="Google Shape;36;p18"/>
          <p:cNvSpPr>
            <a:spLocks noGrp="1"/>
          </p:cNvSpPr>
          <p:nvPr>
            <p:ph type="pic" idx="2"/>
          </p:nvPr>
        </p:nvSpPr>
        <p:spPr>
          <a:xfrm>
            <a:off x="0" y="0"/>
            <a:ext cx="7645186" cy="6861429"/>
          </a:xfrm>
          <a:prstGeom prst="rect">
            <a:avLst/>
          </a:prstGeom>
          <a:noFill/>
          <a:ln>
            <a:no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Layout02">
  <p:cSld name="Layout02">
    <p:spTree>
      <p:nvGrpSpPr>
        <p:cNvPr id="1" name="Shape 37"/>
        <p:cNvGrpSpPr/>
        <p:nvPr/>
      </p:nvGrpSpPr>
      <p:grpSpPr>
        <a:xfrm>
          <a:off x="0" y="0"/>
          <a:ext cx="0" cy="0"/>
          <a:chOff x="0" y="0"/>
          <a:chExt cx="0" cy="0"/>
        </a:xfrm>
      </p:grpSpPr>
      <p:sp>
        <p:nvSpPr>
          <p:cNvPr id="38" name="Google Shape;38;p19"/>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9pPr>
          </a:lstStyle>
          <a:p>
            <a:pPr marL="0" lvl="0" indent="0" algn="ctr" rtl="0">
              <a:spcBef>
                <a:spcPts val="0"/>
              </a:spcBef>
              <a:spcAft>
                <a:spcPts val="0"/>
              </a:spcAft>
              <a:buNone/>
            </a:pPr>
            <a:fld id="{00000000-1234-1234-1234-123412341234}" type="slidenum">
              <a:rPr lang="en-MY"/>
              <a:t>‹#›</a:t>
            </a:fld>
            <a:endParaRPr/>
          </a:p>
        </p:txBody>
      </p:sp>
      <p:sp>
        <p:nvSpPr>
          <p:cNvPr id="39" name="Google Shape;39;p19"/>
          <p:cNvSpPr/>
          <p:nvPr/>
        </p:nvSpPr>
        <p:spPr>
          <a:xfrm>
            <a:off x="3400700" y="-8664"/>
            <a:ext cx="485299" cy="339068"/>
          </a:xfrm>
          <a:custGeom>
            <a:avLst/>
            <a:gdLst/>
            <a:ahLst/>
            <a:cxnLst/>
            <a:rect l="l" t="t" r="r" b="b"/>
            <a:pathLst>
              <a:path w="1132546" h="791286" extrusionOk="0">
                <a:moveTo>
                  <a:pt x="0" y="0"/>
                </a:moveTo>
                <a:lnTo>
                  <a:pt x="668996" y="0"/>
                </a:lnTo>
                <a:lnTo>
                  <a:pt x="1132546" y="791286"/>
                </a:lnTo>
                <a:lnTo>
                  <a:pt x="473075" y="791286"/>
                </a:lnTo>
                <a:lnTo>
                  <a:pt x="0" y="0"/>
                </a:lnTo>
                <a:close/>
              </a:path>
            </a:pathLst>
          </a:custGeom>
          <a:solidFill>
            <a:srgbClr val="7F7F7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 name="Google Shape;40;p19"/>
          <p:cNvSpPr/>
          <p:nvPr/>
        </p:nvSpPr>
        <p:spPr>
          <a:xfrm>
            <a:off x="-237846" y="-3393"/>
            <a:ext cx="3801533" cy="344098"/>
          </a:xfrm>
          <a:custGeom>
            <a:avLst/>
            <a:gdLst/>
            <a:ahLst/>
            <a:cxnLst/>
            <a:rect l="l" t="t" r="r" b="b"/>
            <a:pathLst>
              <a:path w="10556322" h="791286" extrusionOk="0">
                <a:moveTo>
                  <a:pt x="0" y="0"/>
                </a:moveTo>
                <a:lnTo>
                  <a:pt x="9998765" y="0"/>
                </a:lnTo>
                <a:lnTo>
                  <a:pt x="10556322" y="775895"/>
                </a:lnTo>
                <a:lnTo>
                  <a:pt x="567369" y="791286"/>
                </a:lnTo>
                <a:lnTo>
                  <a:pt x="0" y="0"/>
                </a:lnTo>
                <a:close/>
              </a:path>
            </a:pathLst>
          </a:custGeom>
          <a:solidFill>
            <a:srgbClr val="6C1D3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 name="Google Shape;41;p19"/>
          <p:cNvSpPr/>
          <p:nvPr/>
        </p:nvSpPr>
        <p:spPr>
          <a:xfrm>
            <a:off x="3724602" y="-8664"/>
            <a:ext cx="485299" cy="339068"/>
          </a:xfrm>
          <a:custGeom>
            <a:avLst/>
            <a:gdLst/>
            <a:ahLst/>
            <a:cxnLst/>
            <a:rect l="l" t="t" r="r" b="b"/>
            <a:pathLst>
              <a:path w="1132546" h="791286" extrusionOk="0">
                <a:moveTo>
                  <a:pt x="0" y="0"/>
                </a:moveTo>
                <a:lnTo>
                  <a:pt x="668996" y="0"/>
                </a:lnTo>
                <a:lnTo>
                  <a:pt x="1132546" y="791286"/>
                </a:lnTo>
                <a:lnTo>
                  <a:pt x="473075" y="791286"/>
                </a:lnTo>
                <a:lnTo>
                  <a:pt x="0" y="0"/>
                </a:lnTo>
                <a:close/>
              </a:path>
            </a:pathLst>
          </a:custGeom>
          <a:solidFill>
            <a:srgbClr val="7F7F7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 name="Google Shape;42;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Layout03">
  <p:cSld name="Layout03">
    <p:spTree>
      <p:nvGrpSpPr>
        <p:cNvPr id="1" name="Shape 43"/>
        <p:cNvGrpSpPr/>
        <p:nvPr/>
      </p:nvGrpSpPr>
      <p:grpSpPr>
        <a:xfrm>
          <a:off x="0" y="0"/>
          <a:ext cx="0" cy="0"/>
          <a:chOff x="0" y="0"/>
          <a:chExt cx="0" cy="0"/>
        </a:xfrm>
      </p:grpSpPr>
      <p:sp>
        <p:nvSpPr>
          <p:cNvPr id="44" name="Google Shape;44;p20"/>
          <p:cNvSpPr/>
          <p:nvPr/>
        </p:nvSpPr>
        <p:spPr>
          <a:xfrm>
            <a:off x="64158" y="507763"/>
            <a:ext cx="325728" cy="327043"/>
          </a:xfrm>
          <a:custGeom>
            <a:avLst/>
            <a:gdLst/>
            <a:ahLst/>
            <a:cxnLst/>
            <a:rect l="l" t="t" r="r" b="b"/>
            <a:pathLst>
              <a:path w="4503556" h="6858000" extrusionOk="0">
                <a:moveTo>
                  <a:pt x="28538" y="13855"/>
                </a:moveTo>
                <a:lnTo>
                  <a:pt x="2854861" y="0"/>
                </a:lnTo>
                <a:lnTo>
                  <a:pt x="4503556" y="3429000"/>
                </a:lnTo>
                <a:lnTo>
                  <a:pt x="2854861" y="6858000"/>
                </a:lnTo>
                <a:lnTo>
                  <a:pt x="0" y="6857944"/>
                </a:lnTo>
                <a:lnTo>
                  <a:pt x="1663379" y="3484417"/>
                </a:lnTo>
                <a:lnTo>
                  <a:pt x="28538" y="13855"/>
                </a:lnTo>
                <a:close/>
              </a:path>
            </a:pathLst>
          </a:custGeom>
          <a:solidFill>
            <a:srgbClr val="7F255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5" name="Google Shape;45;p20"/>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9pPr>
          </a:lstStyle>
          <a:p>
            <a:pPr marL="0" lvl="0" indent="0" algn="ctr" rtl="0">
              <a:spcBef>
                <a:spcPts val="0"/>
              </a:spcBef>
              <a:spcAft>
                <a:spcPts val="0"/>
              </a:spcAft>
              <a:buNone/>
            </a:pPr>
            <a:fld id="{00000000-1234-1234-1234-123412341234}" type="slidenum">
              <a:rPr lang="en-MY"/>
              <a:t>‹#›</a:t>
            </a:fld>
            <a:endParaRPr/>
          </a:p>
        </p:txBody>
      </p:sp>
      <p:sp>
        <p:nvSpPr>
          <p:cNvPr id="46" name="Google Shape;46;p20"/>
          <p:cNvSpPr/>
          <p:nvPr/>
        </p:nvSpPr>
        <p:spPr>
          <a:xfrm>
            <a:off x="201412" y="344385"/>
            <a:ext cx="638687" cy="641267"/>
          </a:xfrm>
          <a:custGeom>
            <a:avLst/>
            <a:gdLst/>
            <a:ahLst/>
            <a:cxnLst/>
            <a:rect l="l" t="t" r="r" b="b"/>
            <a:pathLst>
              <a:path w="4503556" h="6858000" extrusionOk="0">
                <a:moveTo>
                  <a:pt x="28538" y="13855"/>
                </a:moveTo>
                <a:lnTo>
                  <a:pt x="2854861" y="0"/>
                </a:lnTo>
                <a:lnTo>
                  <a:pt x="4503556" y="3429000"/>
                </a:lnTo>
                <a:lnTo>
                  <a:pt x="2854861" y="6858000"/>
                </a:lnTo>
                <a:lnTo>
                  <a:pt x="0" y="6857944"/>
                </a:lnTo>
                <a:lnTo>
                  <a:pt x="1663379" y="3484417"/>
                </a:lnTo>
                <a:lnTo>
                  <a:pt x="28538" y="13855"/>
                </a:lnTo>
                <a:close/>
              </a:path>
            </a:pathLst>
          </a:custGeom>
          <a:solidFill>
            <a:srgbClr val="E8B88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7" name="Google Shape;47;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Layout04">
  <p:cSld name="Layout04">
    <p:spTree>
      <p:nvGrpSpPr>
        <p:cNvPr id="1" name="Shape 48"/>
        <p:cNvGrpSpPr/>
        <p:nvPr/>
      </p:nvGrpSpPr>
      <p:grpSpPr>
        <a:xfrm>
          <a:off x="0" y="0"/>
          <a:ext cx="0" cy="0"/>
          <a:chOff x="0" y="0"/>
          <a:chExt cx="0" cy="0"/>
        </a:xfrm>
      </p:grpSpPr>
      <p:sp>
        <p:nvSpPr>
          <p:cNvPr id="49" name="Google Shape;49;p21"/>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9pPr>
          </a:lstStyle>
          <a:p>
            <a:pPr marL="0" lvl="0" indent="0" algn="ctr" rtl="0">
              <a:spcBef>
                <a:spcPts val="0"/>
              </a:spcBef>
              <a:spcAft>
                <a:spcPts val="0"/>
              </a:spcAft>
              <a:buNone/>
            </a:pPr>
            <a:fld id="{00000000-1234-1234-1234-123412341234}" type="slidenum">
              <a:rPr lang="en-MY"/>
              <a:t>‹#›</a:t>
            </a:fld>
            <a:endParaRPr/>
          </a:p>
        </p:txBody>
      </p:sp>
      <p:sp>
        <p:nvSpPr>
          <p:cNvPr id="50" name="Google Shape;50;p21"/>
          <p:cNvSpPr/>
          <p:nvPr/>
        </p:nvSpPr>
        <p:spPr>
          <a:xfrm>
            <a:off x="-607982" y="448235"/>
            <a:ext cx="1000815" cy="1004858"/>
          </a:xfrm>
          <a:custGeom>
            <a:avLst/>
            <a:gdLst/>
            <a:ahLst/>
            <a:cxnLst/>
            <a:rect l="l" t="t" r="r" b="b"/>
            <a:pathLst>
              <a:path w="4503556" h="6858000" extrusionOk="0">
                <a:moveTo>
                  <a:pt x="28538" y="13855"/>
                </a:moveTo>
                <a:lnTo>
                  <a:pt x="2854861" y="0"/>
                </a:lnTo>
                <a:lnTo>
                  <a:pt x="4503556" y="3429000"/>
                </a:lnTo>
                <a:lnTo>
                  <a:pt x="2854861" y="6858000"/>
                </a:lnTo>
                <a:lnTo>
                  <a:pt x="0" y="6857944"/>
                </a:lnTo>
                <a:lnTo>
                  <a:pt x="1663379" y="3484417"/>
                </a:lnTo>
                <a:lnTo>
                  <a:pt x="28538" y="13855"/>
                </a:lnTo>
                <a:close/>
              </a:path>
            </a:pathLst>
          </a:custGeom>
          <a:gradFill>
            <a:gsLst>
              <a:gs pos="0">
                <a:srgbClr val="83233E"/>
              </a:gs>
              <a:gs pos="100000">
                <a:srgbClr val="6C1D35"/>
              </a:gs>
            </a:gsLst>
            <a:lin ang="66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1" name="Google Shape;51;p21"/>
          <p:cNvSpPr txBox="1">
            <a:spLocks noGrp="1"/>
          </p:cNvSpPr>
          <p:nvPr>
            <p:ph type="title"/>
          </p:nvPr>
        </p:nvSpPr>
        <p:spPr>
          <a:xfrm>
            <a:off x="497541" y="311336"/>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Layout05">
  <p:cSld name="Layout05">
    <p:bg>
      <p:bgPr>
        <a:solidFill>
          <a:srgbClr val="6C1D35"/>
        </a:solidFill>
        <a:effectLst/>
      </p:bgPr>
    </p:bg>
    <p:spTree>
      <p:nvGrpSpPr>
        <p:cNvPr id="1" name="Shape 52"/>
        <p:cNvGrpSpPr/>
        <p:nvPr/>
      </p:nvGrpSpPr>
      <p:grpSpPr>
        <a:xfrm>
          <a:off x="0" y="0"/>
          <a:ext cx="0" cy="0"/>
          <a:chOff x="0" y="0"/>
          <a:chExt cx="0" cy="0"/>
        </a:xfrm>
      </p:grpSpPr>
      <p:cxnSp>
        <p:nvCxnSpPr>
          <p:cNvPr id="53" name="Google Shape;53;p22"/>
          <p:cNvCxnSpPr/>
          <p:nvPr/>
        </p:nvCxnSpPr>
        <p:spPr>
          <a:xfrm>
            <a:off x="480645" y="1172309"/>
            <a:ext cx="11711354" cy="0"/>
          </a:xfrm>
          <a:prstGeom prst="straightConnector1">
            <a:avLst/>
          </a:prstGeom>
          <a:noFill/>
          <a:ln w="9525" cap="flat" cmpd="sng">
            <a:solidFill>
              <a:srgbClr val="F2F2F2"/>
            </a:solidFill>
            <a:prstDash val="solid"/>
            <a:miter lim="800000"/>
            <a:headEnd type="none" w="sm" len="sm"/>
            <a:tailEnd type="none" w="sm" len="sm"/>
          </a:ln>
        </p:spPr>
      </p:cxnSp>
      <p:sp>
        <p:nvSpPr>
          <p:cNvPr id="54" name="Google Shape;54;p22"/>
          <p:cNvSpPr/>
          <p:nvPr/>
        </p:nvSpPr>
        <p:spPr>
          <a:xfrm>
            <a:off x="0" y="1101927"/>
            <a:ext cx="2128058" cy="166255"/>
          </a:xfrm>
          <a:prstGeom prst="rect">
            <a:avLst/>
          </a:prstGeom>
          <a:solidFill>
            <a:srgbClr val="D0CEC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5" name="Google Shape;55;p22"/>
          <p:cNvSpPr txBox="1">
            <a:spLocks noGrp="1"/>
          </p:cNvSpPr>
          <p:nvPr>
            <p:ph type="body" idx="1"/>
          </p:nvPr>
        </p:nvSpPr>
        <p:spPr>
          <a:xfrm>
            <a:off x="814385" y="1794336"/>
            <a:ext cx="3313921" cy="438747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1400"/>
              <a:buNone/>
              <a:defRPr sz="1400">
                <a:solidFill>
                  <a:schemeClr val="lt1"/>
                </a:solidFill>
              </a:defRPr>
            </a:lvl1pPr>
            <a:lvl2pPr marL="914400" lvl="1" indent="-342900" algn="l">
              <a:lnSpc>
                <a:spcPct val="90000"/>
              </a:lnSpc>
              <a:spcBef>
                <a:spcPts val="500"/>
              </a:spcBef>
              <a:spcAft>
                <a:spcPts val="0"/>
              </a:spcAft>
              <a:buClr>
                <a:srgbClr val="595959"/>
              </a:buClr>
              <a:buSzPts val="1800"/>
              <a:buChar char="•"/>
              <a:defRPr/>
            </a:lvl2pPr>
            <a:lvl3pPr marL="1371600" lvl="2" indent="-342900" algn="l">
              <a:lnSpc>
                <a:spcPct val="90000"/>
              </a:lnSpc>
              <a:spcBef>
                <a:spcPts val="500"/>
              </a:spcBef>
              <a:spcAft>
                <a:spcPts val="0"/>
              </a:spcAft>
              <a:buClr>
                <a:srgbClr val="595959"/>
              </a:buClr>
              <a:buSzPts val="1800"/>
              <a:buChar char="•"/>
              <a:defRPr/>
            </a:lvl3pPr>
            <a:lvl4pPr marL="1828800" lvl="3" indent="-342900" algn="l">
              <a:lnSpc>
                <a:spcPct val="90000"/>
              </a:lnSpc>
              <a:spcBef>
                <a:spcPts val="500"/>
              </a:spcBef>
              <a:spcAft>
                <a:spcPts val="0"/>
              </a:spcAft>
              <a:buClr>
                <a:srgbClr val="595959"/>
              </a:buClr>
              <a:buSzPts val="1800"/>
              <a:buChar char="•"/>
              <a:defRPr/>
            </a:lvl4pPr>
            <a:lvl5pPr marL="2286000" lvl="4" indent="-342900" algn="l">
              <a:lnSpc>
                <a:spcPct val="90000"/>
              </a:lnSpc>
              <a:spcBef>
                <a:spcPts val="500"/>
              </a:spcBef>
              <a:spcAft>
                <a:spcPts val="0"/>
              </a:spcAft>
              <a:buClr>
                <a:srgbClr val="59595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6" name="Google Shape;56;p22"/>
          <p:cNvSpPr txBox="1">
            <a:spLocks noGrp="1"/>
          </p:cNvSpPr>
          <p:nvPr>
            <p:ph type="title"/>
          </p:nvPr>
        </p:nvSpPr>
        <p:spPr>
          <a:xfrm>
            <a:off x="2057393" y="188182"/>
            <a:ext cx="7883842" cy="903788"/>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57" name="Google Shape;57;p22"/>
          <p:cNvSpPr txBox="1">
            <a:spLocks noGrp="1"/>
          </p:cNvSpPr>
          <p:nvPr>
            <p:ph type="body" idx="2"/>
          </p:nvPr>
        </p:nvSpPr>
        <p:spPr>
          <a:xfrm>
            <a:off x="4386254" y="1794336"/>
            <a:ext cx="3313921" cy="438747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1400"/>
              <a:buNone/>
              <a:defRPr sz="1400">
                <a:solidFill>
                  <a:schemeClr val="lt1"/>
                </a:solidFill>
              </a:defRPr>
            </a:lvl1pPr>
            <a:lvl2pPr marL="914400" lvl="1" indent="-342900" algn="l">
              <a:lnSpc>
                <a:spcPct val="90000"/>
              </a:lnSpc>
              <a:spcBef>
                <a:spcPts val="500"/>
              </a:spcBef>
              <a:spcAft>
                <a:spcPts val="0"/>
              </a:spcAft>
              <a:buClr>
                <a:srgbClr val="595959"/>
              </a:buClr>
              <a:buSzPts val="1800"/>
              <a:buChar char="•"/>
              <a:defRPr/>
            </a:lvl2pPr>
            <a:lvl3pPr marL="1371600" lvl="2" indent="-342900" algn="l">
              <a:lnSpc>
                <a:spcPct val="90000"/>
              </a:lnSpc>
              <a:spcBef>
                <a:spcPts val="500"/>
              </a:spcBef>
              <a:spcAft>
                <a:spcPts val="0"/>
              </a:spcAft>
              <a:buClr>
                <a:srgbClr val="595959"/>
              </a:buClr>
              <a:buSzPts val="1800"/>
              <a:buChar char="•"/>
              <a:defRPr/>
            </a:lvl3pPr>
            <a:lvl4pPr marL="1828800" lvl="3" indent="-342900" algn="l">
              <a:lnSpc>
                <a:spcPct val="90000"/>
              </a:lnSpc>
              <a:spcBef>
                <a:spcPts val="500"/>
              </a:spcBef>
              <a:spcAft>
                <a:spcPts val="0"/>
              </a:spcAft>
              <a:buClr>
                <a:srgbClr val="595959"/>
              </a:buClr>
              <a:buSzPts val="1800"/>
              <a:buChar char="•"/>
              <a:defRPr/>
            </a:lvl4pPr>
            <a:lvl5pPr marL="2286000" lvl="4" indent="-342900" algn="l">
              <a:lnSpc>
                <a:spcPct val="90000"/>
              </a:lnSpc>
              <a:spcBef>
                <a:spcPts val="500"/>
              </a:spcBef>
              <a:spcAft>
                <a:spcPts val="0"/>
              </a:spcAft>
              <a:buClr>
                <a:srgbClr val="59595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22"/>
          <p:cNvSpPr txBox="1">
            <a:spLocks noGrp="1"/>
          </p:cNvSpPr>
          <p:nvPr>
            <p:ph type="body" idx="3"/>
          </p:nvPr>
        </p:nvSpPr>
        <p:spPr>
          <a:xfrm>
            <a:off x="7929556" y="1794336"/>
            <a:ext cx="3313921" cy="438747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1400"/>
              <a:buNone/>
              <a:defRPr sz="1400">
                <a:solidFill>
                  <a:schemeClr val="lt1"/>
                </a:solidFill>
              </a:defRPr>
            </a:lvl1pPr>
            <a:lvl2pPr marL="914400" lvl="1" indent="-342900" algn="l">
              <a:lnSpc>
                <a:spcPct val="90000"/>
              </a:lnSpc>
              <a:spcBef>
                <a:spcPts val="500"/>
              </a:spcBef>
              <a:spcAft>
                <a:spcPts val="0"/>
              </a:spcAft>
              <a:buClr>
                <a:srgbClr val="595959"/>
              </a:buClr>
              <a:buSzPts val="1800"/>
              <a:buChar char="•"/>
              <a:defRPr/>
            </a:lvl2pPr>
            <a:lvl3pPr marL="1371600" lvl="2" indent="-342900" algn="l">
              <a:lnSpc>
                <a:spcPct val="90000"/>
              </a:lnSpc>
              <a:spcBef>
                <a:spcPts val="500"/>
              </a:spcBef>
              <a:spcAft>
                <a:spcPts val="0"/>
              </a:spcAft>
              <a:buClr>
                <a:srgbClr val="595959"/>
              </a:buClr>
              <a:buSzPts val="1800"/>
              <a:buChar char="•"/>
              <a:defRPr/>
            </a:lvl3pPr>
            <a:lvl4pPr marL="1828800" lvl="3" indent="-342900" algn="l">
              <a:lnSpc>
                <a:spcPct val="90000"/>
              </a:lnSpc>
              <a:spcBef>
                <a:spcPts val="500"/>
              </a:spcBef>
              <a:spcAft>
                <a:spcPts val="0"/>
              </a:spcAft>
              <a:buClr>
                <a:srgbClr val="595959"/>
              </a:buClr>
              <a:buSzPts val="1800"/>
              <a:buChar char="•"/>
              <a:defRPr/>
            </a:lvl4pPr>
            <a:lvl5pPr marL="2286000" lvl="4" indent="-342900" algn="l">
              <a:lnSpc>
                <a:spcPct val="90000"/>
              </a:lnSpc>
              <a:spcBef>
                <a:spcPts val="500"/>
              </a:spcBef>
              <a:spcAft>
                <a:spcPts val="0"/>
              </a:spcAft>
              <a:buClr>
                <a:srgbClr val="59595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22"/>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9pPr>
          </a:lstStyle>
          <a:p>
            <a:pPr marL="0" lvl="0" indent="0" algn="ctr" rtl="0">
              <a:spcBef>
                <a:spcPts val="0"/>
              </a:spcBef>
              <a:spcAft>
                <a:spcPts val="0"/>
              </a:spcAft>
              <a:buNone/>
            </a:pPr>
            <a:fld id="{00000000-1234-1234-1234-123412341234}" type="slidenum">
              <a:rPr lang="en-MY"/>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Layout07">
  <p:cSld name="Layout07">
    <p:spTree>
      <p:nvGrpSpPr>
        <p:cNvPr id="1" name="Shape 60"/>
        <p:cNvGrpSpPr/>
        <p:nvPr/>
      </p:nvGrpSpPr>
      <p:grpSpPr>
        <a:xfrm>
          <a:off x="0" y="0"/>
          <a:ext cx="0" cy="0"/>
          <a:chOff x="0" y="0"/>
          <a:chExt cx="0" cy="0"/>
        </a:xfrm>
      </p:grpSpPr>
      <p:sp>
        <p:nvSpPr>
          <p:cNvPr id="61" name="Google Shape;61;p23"/>
          <p:cNvSpPr/>
          <p:nvPr/>
        </p:nvSpPr>
        <p:spPr>
          <a:xfrm>
            <a:off x="0" y="668539"/>
            <a:ext cx="574431" cy="593725"/>
          </a:xfrm>
          <a:prstGeom prst="rect">
            <a:avLst/>
          </a:prstGeom>
          <a:solidFill>
            <a:srgbClr val="6C1D3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 name="Google Shape;62;p23"/>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9pPr>
          </a:lstStyle>
          <a:p>
            <a:pPr marL="0" lvl="0" indent="0" algn="ctr" rtl="0">
              <a:spcBef>
                <a:spcPts val="0"/>
              </a:spcBef>
              <a:spcAft>
                <a:spcPts val="0"/>
              </a:spcAft>
              <a:buNone/>
            </a:pPr>
            <a:fld id="{00000000-1234-1234-1234-123412341234}" type="slidenum">
              <a:rPr lang="en-MY"/>
              <a:t>‹#›</a:t>
            </a:fld>
            <a:endParaRPr/>
          </a:p>
        </p:txBody>
      </p:sp>
      <p:sp>
        <p:nvSpPr>
          <p:cNvPr id="63" name="Google Shape;63;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64" name="Google Shape;64;p23"/>
          <p:cNvSpPr>
            <a:spLocks noGrp="1"/>
          </p:cNvSpPr>
          <p:nvPr>
            <p:ph type="pic" idx="2"/>
          </p:nvPr>
        </p:nvSpPr>
        <p:spPr>
          <a:xfrm>
            <a:off x="738551" y="2110157"/>
            <a:ext cx="3681046" cy="3910612"/>
          </a:xfrm>
          <a:prstGeom prst="flowChartInputOutput">
            <a:avLst/>
          </a:prstGeom>
          <a:noFill/>
          <a:ln>
            <a:noFill/>
          </a:ln>
        </p:spPr>
      </p:sp>
      <p:sp>
        <p:nvSpPr>
          <p:cNvPr id="65" name="Google Shape;65;p23"/>
          <p:cNvSpPr>
            <a:spLocks noGrp="1"/>
          </p:cNvSpPr>
          <p:nvPr>
            <p:ph type="pic" idx="3"/>
          </p:nvPr>
        </p:nvSpPr>
        <p:spPr>
          <a:xfrm>
            <a:off x="4112204" y="2110157"/>
            <a:ext cx="3681046" cy="3910612"/>
          </a:xfrm>
          <a:prstGeom prst="flowChartInputOutput">
            <a:avLst/>
          </a:prstGeom>
          <a:noFill/>
          <a:ln>
            <a:noFill/>
          </a:ln>
        </p:spPr>
      </p:sp>
      <p:sp>
        <p:nvSpPr>
          <p:cNvPr id="66" name="Google Shape;66;p23"/>
          <p:cNvSpPr>
            <a:spLocks noGrp="1"/>
          </p:cNvSpPr>
          <p:nvPr>
            <p:ph type="pic" idx="4"/>
          </p:nvPr>
        </p:nvSpPr>
        <p:spPr>
          <a:xfrm>
            <a:off x="7504930" y="2110157"/>
            <a:ext cx="3681046" cy="3910612"/>
          </a:xfrm>
          <a:prstGeom prst="flowChartInputOutput">
            <a:avLst/>
          </a:prstGeom>
          <a:no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Layout08">
  <p:cSld name="Layout08">
    <p:spTree>
      <p:nvGrpSpPr>
        <p:cNvPr id="1" name="Shape 67"/>
        <p:cNvGrpSpPr/>
        <p:nvPr/>
      </p:nvGrpSpPr>
      <p:grpSpPr>
        <a:xfrm>
          <a:off x="0" y="0"/>
          <a:ext cx="0" cy="0"/>
          <a:chOff x="0" y="0"/>
          <a:chExt cx="0" cy="0"/>
        </a:xfrm>
      </p:grpSpPr>
      <p:sp>
        <p:nvSpPr>
          <p:cNvPr id="68" name="Google Shape;68;p24"/>
          <p:cNvSpPr/>
          <p:nvPr/>
        </p:nvSpPr>
        <p:spPr>
          <a:xfrm>
            <a:off x="3708" y="-6351"/>
            <a:ext cx="1229395" cy="6458089"/>
          </a:xfrm>
          <a:custGeom>
            <a:avLst/>
            <a:gdLst/>
            <a:ahLst/>
            <a:cxnLst/>
            <a:rect l="l" t="t" r="r" b="b"/>
            <a:pathLst>
              <a:path w="1229395" h="6458089" extrusionOk="0">
                <a:moveTo>
                  <a:pt x="670" y="6458089"/>
                </a:moveTo>
                <a:cubicBezTo>
                  <a:pt x="-1538" y="4297984"/>
                  <a:pt x="2603" y="2160105"/>
                  <a:pt x="395" y="0"/>
                </a:cubicBezTo>
                <a:lnTo>
                  <a:pt x="1229395" y="1105"/>
                </a:lnTo>
                <a:lnTo>
                  <a:pt x="102546" y="6458089"/>
                </a:lnTo>
                <a:lnTo>
                  <a:pt x="670" y="6458089"/>
                </a:lnTo>
                <a:close/>
              </a:path>
            </a:pathLst>
          </a:custGeom>
          <a:solidFill>
            <a:srgbClr val="6C1D3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 name="Google Shape;69;p24"/>
          <p:cNvSpPr/>
          <p:nvPr/>
        </p:nvSpPr>
        <p:spPr>
          <a:xfrm rot="10800000">
            <a:off x="4596135" y="-6351"/>
            <a:ext cx="1229395" cy="6458089"/>
          </a:xfrm>
          <a:custGeom>
            <a:avLst/>
            <a:gdLst/>
            <a:ahLst/>
            <a:cxnLst/>
            <a:rect l="l" t="t" r="r" b="b"/>
            <a:pathLst>
              <a:path w="1229395" h="6458089" extrusionOk="0">
                <a:moveTo>
                  <a:pt x="670" y="6458089"/>
                </a:moveTo>
                <a:cubicBezTo>
                  <a:pt x="-1538" y="4297984"/>
                  <a:pt x="2603" y="2160105"/>
                  <a:pt x="395" y="0"/>
                </a:cubicBezTo>
                <a:lnTo>
                  <a:pt x="1229395" y="1105"/>
                </a:lnTo>
                <a:lnTo>
                  <a:pt x="102546" y="6458089"/>
                </a:lnTo>
                <a:lnTo>
                  <a:pt x="670" y="6458089"/>
                </a:lnTo>
                <a:close/>
              </a:path>
            </a:pathLst>
          </a:custGeom>
          <a:solidFill>
            <a:srgbClr val="6C1D3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cxnSp>
        <p:nvCxnSpPr>
          <p:cNvPr id="70" name="Google Shape;70;p24"/>
          <p:cNvCxnSpPr/>
          <p:nvPr/>
        </p:nvCxnSpPr>
        <p:spPr>
          <a:xfrm>
            <a:off x="0" y="6534150"/>
            <a:ext cx="0" cy="0"/>
          </a:xfrm>
          <a:prstGeom prst="straightConnector1">
            <a:avLst/>
          </a:prstGeom>
          <a:noFill/>
          <a:ln w="19050" cap="flat" cmpd="sng">
            <a:solidFill>
              <a:srgbClr val="D8D8D8"/>
            </a:solidFill>
            <a:prstDash val="solid"/>
            <a:miter lim="800000"/>
            <a:headEnd type="none" w="sm" len="sm"/>
            <a:tailEnd type="none" w="sm" len="sm"/>
          </a:ln>
        </p:spPr>
      </p:cxnSp>
      <p:sp>
        <p:nvSpPr>
          <p:cNvPr id="71" name="Google Shape;71;p24"/>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9pPr>
          </a:lstStyle>
          <a:p>
            <a:pPr marL="0" lvl="0" indent="0" algn="ctr" rtl="0">
              <a:spcBef>
                <a:spcPts val="0"/>
              </a:spcBef>
              <a:spcAft>
                <a:spcPts val="0"/>
              </a:spcAft>
              <a:buNone/>
            </a:pPr>
            <a:fld id="{00000000-1234-1234-1234-123412341234}" type="slidenum">
              <a:rPr lang="en-MY"/>
              <a:t>‹#›</a:t>
            </a:fld>
            <a:endParaRPr/>
          </a:p>
        </p:txBody>
      </p:sp>
      <p:sp>
        <p:nvSpPr>
          <p:cNvPr id="72" name="Google Shape;72;p24"/>
          <p:cNvSpPr>
            <a:spLocks noGrp="1"/>
          </p:cNvSpPr>
          <p:nvPr>
            <p:ph type="pic" idx="2"/>
          </p:nvPr>
        </p:nvSpPr>
        <p:spPr>
          <a:xfrm>
            <a:off x="103240" y="0"/>
            <a:ext cx="5615898" cy="6442797"/>
          </a:xfrm>
          <a:prstGeom prst="flowChartInputOutput">
            <a:avLst/>
          </a:prstGeom>
          <a:noFill/>
          <a:ln>
            <a:noFill/>
          </a:ln>
        </p:spPr>
      </p:sp>
      <p:sp>
        <p:nvSpPr>
          <p:cNvPr id="73" name="Google Shape;73;p24"/>
          <p:cNvSpPr txBox="1">
            <a:spLocks noGrp="1"/>
          </p:cNvSpPr>
          <p:nvPr>
            <p:ph type="title"/>
          </p:nvPr>
        </p:nvSpPr>
        <p:spPr>
          <a:xfrm>
            <a:off x="6201508" y="2686295"/>
            <a:ext cx="5562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0"/>
                                        </p:tgtEl>
                                        <p:attrNameLst>
                                          <p:attrName>style.visibility</p:attrName>
                                        </p:attrNameLst>
                                      </p:cBhvr>
                                      <p:to>
                                        <p:strVal val="visible"/>
                                      </p:to>
                                    </p:set>
                                    <p:animEffect transition="in" filter="fade">
                                      <p:cBhvr>
                                        <p:cTn id="7" dur="10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Layout09">
  <p:cSld name="Layout09">
    <p:spTree>
      <p:nvGrpSpPr>
        <p:cNvPr id="1" name="Shape 74"/>
        <p:cNvGrpSpPr/>
        <p:nvPr/>
      </p:nvGrpSpPr>
      <p:grpSpPr>
        <a:xfrm>
          <a:off x="0" y="0"/>
          <a:ext cx="0" cy="0"/>
          <a:chOff x="0" y="0"/>
          <a:chExt cx="0" cy="0"/>
        </a:xfrm>
      </p:grpSpPr>
      <p:sp>
        <p:nvSpPr>
          <p:cNvPr id="75" name="Google Shape;75;p25"/>
          <p:cNvSpPr/>
          <p:nvPr/>
        </p:nvSpPr>
        <p:spPr>
          <a:xfrm>
            <a:off x="4778476" y="819148"/>
            <a:ext cx="7413523" cy="4976967"/>
          </a:xfrm>
          <a:prstGeom prst="rect">
            <a:avLst/>
          </a:prstGeom>
          <a:solidFill>
            <a:srgbClr val="83233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6" name="Google Shape;76;p25"/>
          <p:cNvSpPr txBox="1">
            <a:spLocks noGrp="1"/>
          </p:cNvSpPr>
          <p:nvPr>
            <p:ph type="title"/>
          </p:nvPr>
        </p:nvSpPr>
        <p:spPr>
          <a:xfrm>
            <a:off x="5153891" y="1316968"/>
            <a:ext cx="6480896" cy="1131264"/>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b="1" i="0">
                <a:solidFill>
                  <a:srgbClr val="F2F2F2"/>
                </a:solidFill>
                <a:latin typeface="Lato"/>
                <a:ea typeface="Lato"/>
                <a:cs typeface="Lato"/>
                <a:sym typeface="Lato"/>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77" name="Google Shape;77;p25"/>
          <p:cNvSpPr>
            <a:spLocks noGrp="1"/>
          </p:cNvSpPr>
          <p:nvPr>
            <p:ph type="pic" idx="2"/>
          </p:nvPr>
        </p:nvSpPr>
        <p:spPr>
          <a:xfrm>
            <a:off x="0" y="0"/>
            <a:ext cx="4763924" cy="6356350"/>
          </a:xfrm>
          <a:prstGeom prst="rect">
            <a:avLst/>
          </a:prstGeom>
          <a:noFill/>
          <a:ln>
            <a:noFill/>
          </a:ln>
        </p:spPr>
      </p:sp>
      <p:sp>
        <p:nvSpPr>
          <p:cNvPr id="78" name="Google Shape;78;p25"/>
          <p:cNvSpPr txBox="1">
            <a:spLocks noGrp="1"/>
          </p:cNvSpPr>
          <p:nvPr>
            <p:ph type="body" idx="1"/>
          </p:nvPr>
        </p:nvSpPr>
        <p:spPr>
          <a:xfrm>
            <a:off x="5153890" y="2580967"/>
            <a:ext cx="6480897" cy="259571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b="0" i="0">
                <a:solidFill>
                  <a:schemeClr val="lt1"/>
                </a:solidFill>
                <a:latin typeface="Lato"/>
                <a:ea typeface="Lato"/>
                <a:cs typeface="Lato"/>
                <a:sym typeface="Lato"/>
              </a:defRPr>
            </a:lvl1pPr>
            <a:lvl2pPr marL="914400" lvl="1" indent="-342900" algn="l">
              <a:lnSpc>
                <a:spcPct val="90000"/>
              </a:lnSpc>
              <a:spcBef>
                <a:spcPts val="500"/>
              </a:spcBef>
              <a:spcAft>
                <a:spcPts val="0"/>
              </a:spcAft>
              <a:buClr>
                <a:srgbClr val="595959"/>
              </a:buClr>
              <a:buSzPts val="1800"/>
              <a:buChar char="•"/>
              <a:defRPr/>
            </a:lvl2pPr>
            <a:lvl3pPr marL="1371600" lvl="2" indent="-342900" algn="l">
              <a:lnSpc>
                <a:spcPct val="90000"/>
              </a:lnSpc>
              <a:spcBef>
                <a:spcPts val="500"/>
              </a:spcBef>
              <a:spcAft>
                <a:spcPts val="0"/>
              </a:spcAft>
              <a:buClr>
                <a:srgbClr val="595959"/>
              </a:buClr>
              <a:buSzPts val="1800"/>
              <a:buChar char="•"/>
              <a:defRPr/>
            </a:lvl3pPr>
            <a:lvl4pPr marL="1828800" lvl="3" indent="-342900" algn="l">
              <a:lnSpc>
                <a:spcPct val="90000"/>
              </a:lnSpc>
              <a:spcBef>
                <a:spcPts val="500"/>
              </a:spcBef>
              <a:spcAft>
                <a:spcPts val="0"/>
              </a:spcAft>
              <a:buClr>
                <a:srgbClr val="595959"/>
              </a:buClr>
              <a:buSzPts val="1800"/>
              <a:buChar char="•"/>
              <a:defRPr/>
            </a:lvl4pPr>
            <a:lvl5pPr marL="2286000" lvl="4" indent="-342900" algn="l">
              <a:lnSpc>
                <a:spcPct val="90000"/>
              </a:lnSpc>
              <a:spcBef>
                <a:spcPts val="500"/>
              </a:spcBef>
              <a:spcAft>
                <a:spcPts val="0"/>
              </a:spcAft>
              <a:buClr>
                <a:srgbClr val="59595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9" name="Google Shape;79;p25"/>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9pPr>
          </a:lstStyle>
          <a:p>
            <a:pPr marL="0" lvl="0" indent="0" algn="ctr" rtl="0">
              <a:spcBef>
                <a:spcPts val="0"/>
              </a:spcBef>
              <a:spcAft>
                <a:spcPts val="0"/>
              </a:spcAft>
              <a:buNone/>
            </a:pPr>
            <a:fld id="{00000000-1234-1234-1234-123412341234}" type="slidenum">
              <a:rPr lang="en-MY"/>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Layout10">
  <p:cSld name="Layout10">
    <p:spTree>
      <p:nvGrpSpPr>
        <p:cNvPr id="1" name="Shape 80"/>
        <p:cNvGrpSpPr/>
        <p:nvPr/>
      </p:nvGrpSpPr>
      <p:grpSpPr>
        <a:xfrm>
          <a:off x="0" y="0"/>
          <a:ext cx="0" cy="0"/>
          <a:chOff x="0" y="0"/>
          <a:chExt cx="0" cy="0"/>
        </a:xfrm>
      </p:grpSpPr>
      <p:sp>
        <p:nvSpPr>
          <p:cNvPr id="81" name="Google Shape;81;p26"/>
          <p:cNvSpPr/>
          <p:nvPr/>
        </p:nvSpPr>
        <p:spPr>
          <a:xfrm>
            <a:off x="0" y="-13856"/>
            <a:ext cx="8423564" cy="6871855"/>
          </a:xfrm>
          <a:custGeom>
            <a:avLst/>
            <a:gdLst/>
            <a:ahLst/>
            <a:cxnLst/>
            <a:rect l="l" t="t" r="r" b="b"/>
            <a:pathLst>
              <a:path w="8423564" h="6871855" extrusionOk="0">
                <a:moveTo>
                  <a:pt x="0" y="13855"/>
                </a:moveTo>
                <a:lnTo>
                  <a:pt x="8423564" y="0"/>
                </a:lnTo>
                <a:lnTo>
                  <a:pt x="6096000" y="6871855"/>
                </a:lnTo>
                <a:lnTo>
                  <a:pt x="0" y="6871855"/>
                </a:lnTo>
                <a:lnTo>
                  <a:pt x="0" y="13855"/>
                </a:lnTo>
                <a:close/>
              </a:path>
            </a:pathLst>
          </a:custGeom>
          <a:solidFill>
            <a:srgbClr val="6C1D3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2" name="Google Shape;82;p26"/>
          <p:cNvSpPr txBox="1">
            <a:spLocks noGrp="1"/>
          </p:cNvSpPr>
          <p:nvPr>
            <p:ph type="title"/>
          </p:nvPr>
        </p:nvSpPr>
        <p:spPr>
          <a:xfrm>
            <a:off x="7120335" y="4237932"/>
            <a:ext cx="4677218" cy="1878998"/>
          </a:xfrm>
          <a:prstGeom prst="rect">
            <a:avLst/>
          </a:prstGeom>
          <a:noFill/>
          <a:ln>
            <a:noFill/>
          </a:ln>
        </p:spPr>
        <p:txBody>
          <a:bodyPr spcFirstLastPara="1" wrap="square" lIns="91425" tIns="45700" rIns="91425" bIns="45700" anchor="ctr" anchorCtr="0">
            <a:noAutofit/>
          </a:bodyPr>
          <a:lstStyle>
            <a:lvl1pPr lvl="0" algn="r">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83" name="Google Shape;83;p26"/>
          <p:cNvSpPr>
            <a:spLocks noGrp="1"/>
          </p:cNvSpPr>
          <p:nvPr>
            <p:ph type="pic" idx="2"/>
          </p:nvPr>
        </p:nvSpPr>
        <p:spPr>
          <a:xfrm>
            <a:off x="0" y="-13856"/>
            <a:ext cx="7647882" cy="6871856"/>
          </a:xfrm>
          <a:prstGeom prst="parallelogram">
            <a:avLst>
              <a:gd name="adj" fmla="val 33669"/>
            </a:avLst>
          </a:prstGeom>
          <a:noFill/>
          <a:ln>
            <a:noFill/>
          </a:ln>
        </p:spPr>
      </p:sp>
      <p:sp>
        <p:nvSpPr>
          <p:cNvPr id="84" name="Google Shape;84;p26"/>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9pPr>
          </a:lstStyle>
          <a:p>
            <a:pPr marL="0" lvl="0" indent="0" algn="ctr" rtl="0">
              <a:spcBef>
                <a:spcPts val="0"/>
              </a:spcBef>
              <a:spcAft>
                <a:spcPts val="0"/>
              </a:spcAft>
              <a:buNone/>
            </a:pPr>
            <a:fld id="{00000000-1234-1234-1234-123412341234}" type="slidenum">
              <a:rPr lang="en-MY"/>
              <a:t>‹#›</a:t>
            </a:fld>
            <a:endParaRPr/>
          </a:p>
        </p:txBody>
      </p:sp>
      <p:pic>
        <p:nvPicPr>
          <p:cNvPr id="85" name="Google Shape;85;p26"/>
          <p:cNvPicPr preferRelativeResize="0"/>
          <p:nvPr/>
        </p:nvPicPr>
        <p:blipFill rotWithShape="1">
          <a:blip r:embed="rId2">
            <a:alphaModFix/>
          </a:blip>
          <a:srcRect/>
          <a:stretch/>
        </p:blipFill>
        <p:spPr>
          <a:xfrm>
            <a:off x="838200" y="6513174"/>
            <a:ext cx="2824372" cy="158262"/>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Layout11">
  <p:cSld name="Layout11">
    <p:bg>
      <p:bgPr>
        <a:solidFill>
          <a:srgbClr val="6C1D35"/>
        </a:solidFill>
        <a:effectLst/>
      </p:bgPr>
    </p:bg>
    <p:spTree>
      <p:nvGrpSpPr>
        <p:cNvPr id="1" name="Shape 86"/>
        <p:cNvGrpSpPr/>
        <p:nvPr/>
      </p:nvGrpSpPr>
      <p:grpSpPr>
        <a:xfrm>
          <a:off x="0" y="0"/>
          <a:ext cx="0" cy="0"/>
          <a:chOff x="0" y="0"/>
          <a:chExt cx="0" cy="0"/>
        </a:xfrm>
      </p:grpSpPr>
      <p:sp>
        <p:nvSpPr>
          <p:cNvPr id="87" name="Google Shape;87;p27"/>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9pPr>
          </a:lstStyle>
          <a:p>
            <a:pPr marL="0" lvl="0" indent="0" algn="ctr" rtl="0">
              <a:spcBef>
                <a:spcPts val="0"/>
              </a:spcBef>
              <a:spcAft>
                <a:spcPts val="0"/>
              </a:spcAft>
              <a:buNone/>
            </a:pPr>
            <a:fld id="{00000000-1234-1234-1234-123412341234}" type="slidenum">
              <a:rPr lang="en-MY"/>
              <a:t>‹#›</a:t>
            </a:fld>
            <a:endParaRPr/>
          </a:p>
        </p:txBody>
      </p:sp>
      <p:sp>
        <p:nvSpPr>
          <p:cNvPr id="88" name="Google Shape;88;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sz="3600" b="1">
                <a:solidFill>
                  <a:schemeClr val="lt1"/>
                </a:solidFill>
                <a:latin typeface="Lato"/>
                <a:ea typeface="Lato"/>
                <a:cs typeface="Lato"/>
                <a:sym typeface="Lato"/>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Layout12">
  <p:cSld name="Layout12">
    <p:spTree>
      <p:nvGrpSpPr>
        <p:cNvPr id="1" name="Shape 89"/>
        <p:cNvGrpSpPr/>
        <p:nvPr/>
      </p:nvGrpSpPr>
      <p:grpSpPr>
        <a:xfrm>
          <a:off x="0" y="0"/>
          <a:ext cx="0" cy="0"/>
          <a:chOff x="0" y="0"/>
          <a:chExt cx="0" cy="0"/>
        </a:xfrm>
      </p:grpSpPr>
      <p:sp>
        <p:nvSpPr>
          <p:cNvPr id="90" name="Google Shape;90;p28"/>
          <p:cNvSpPr>
            <a:spLocks noGrp="1"/>
          </p:cNvSpPr>
          <p:nvPr>
            <p:ph type="pic" idx="2"/>
          </p:nvPr>
        </p:nvSpPr>
        <p:spPr>
          <a:xfrm>
            <a:off x="-1" y="-2358"/>
            <a:ext cx="7753847" cy="6863012"/>
          </a:xfrm>
          <a:prstGeom prst="rect">
            <a:avLst/>
          </a:prstGeom>
          <a:noFill/>
          <a:ln>
            <a:noFill/>
          </a:ln>
        </p:spPr>
      </p:sp>
      <p:sp>
        <p:nvSpPr>
          <p:cNvPr id="91" name="Google Shape;91;p28"/>
          <p:cNvSpPr/>
          <p:nvPr/>
        </p:nvSpPr>
        <p:spPr>
          <a:xfrm>
            <a:off x="9476509" y="1"/>
            <a:ext cx="2715490" cy="6880888"/>
          </a:xfrm>
          <a:prstGeom prst="rect">
            <a:avLst/>
          </a:prstGeom>
          <a:solidFill>
            <a:srgbClr val="4B473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2" name="Google Shape;92;p28"/>
          <p:cNvSpPr/>
          <p:nvPr/>
        </p:nvSpPr>
        <p:spPr>
          <a:xfrm rot="10800000">
            <a:off x="5250869" y="-1"/>
            <a:ext cx="6858001" cy="6885707"/>
          </a:xfrm>
          <a:custGeom>
            <a:avLst/>
            <a:gdLst/>
            <a:ahLst/>
            <a:cxnLst/>
            <a:rect l="l" t="t" r="r" b="b"/>
            <a:pathLst>
              <a:path w="4503556" h="6858000" extrusionOk="0">
                <a:moveTo>
                  <a:pt x="28538" y="13855"/>
                </a:moveTo>
                <a:lnTo>
                  <a:pt x="2854861" y="0"/>
                </a:lnTo>
                <a:lnTo>
                  <a:pt x="4503556" y="3429000"/>
                </a:lnTo>
                <a:lnTo>
                  <a:pt x="2854861" y="6858000"/>
                </a:lnTo>
                <a:lnTo>
                  <a:pt x="0" y="6857944"/>
                </a:lnTo>
                <a:lnTo>
                  <a:pt x="1663379" y="3484417"/>
                </a:lnTo>
                <a:lnTo>
                  <a:pt x="28538" y="13855"/>
                </a:lnTo>
                <a:close/>
              </a:path>
            </a:pathLst>
          </a:custGeom>
          <a:gradFill>
            <a:gsLst>
              <a:gs pos="0">
                <a:srgbClr val="83233E"/>
              </a:gs>
              <a:gs pos="100000">
                <a:srgbClr val="6C1D35"/>
              </a:gs>
            </a:gsLst>
            <a:lin ang="66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93" name="Google Shape;93;p28"/>
          <p:cNvSpPr txBox="1">
            <a:spLocks noGrp="1"/>
          </p:cNvSpPr>
          <p:nvPr>
            <p:ph type="title"/>
          </p:nvPr>
        </p:nvSpPr>
        <p:spPr>
          <a:xfrm>
            <a:off x="5832762" y="1995054"/>
            <a:ext cx="3768438" cy="3089564"/>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sz="3600" b="1">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94" name="Google Shape;94;p28"/>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a:ea typeface="Roboto"/>
                <a:cs typeface="Roboto"/>
                <a:sym typeface="Roboto"/>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a:ea typeface="Roboto"/>
                <a:cs typeface="Roboto"/>
                <a:sym typeface="Roboto"/>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a:ea typeface="Roboto"/>
                <a:cs typeface="Roboto"/>
                <a:sym typeface="Roboto"/>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a:ea typeface="Roboto"/>
                <a:cs typeface="Roboto"/>
                <a:sym typeface="Roboto"/>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a:ea typeface="Roboto"/>
                <a:cs typeface="Roboto"/>
                <a:sym typeface="Roboto"/>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a:ea typeface="Roboto"/>
                <a:cs typeface="Roboto"/>
                <a:sym typeface="Roboto"/>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a:ea typeface="Roboto"/>
                <a:cs typeface="Roboto"/>
                <a:sym typeface="Roboto"/>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a:ea typeface="Roboto"/>
                <a:cs typeface="Roboto"/>
                <a:sym typeface="Roboto"/>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a:ea typeface="Roboto"/>
                <a:cs typeface="Roboto"/>
                <a:sym typeface="Roboto"/>
              </a:defRPr>
            </a:lvl9pPr>
          </a:lstStyle>
          <a:p>
            <a:pPr marL="0" lvl="0" indent="0" algn="ctr" rtl="0">
              <a:spcBef>
                <a:spcPts val="0"/>
              </a:spcBef>
              <a:spcAft>
                <a:spcPts val="0"/>
              </a:spcAft>
              <a:buNone/>
            </a:pPr>
            <a:fld id="{00000000-1234-1234-1234-123412341234}" type="slidenum">
              <a:rPr lang="en-MY"/>
              <a:t>‹#›</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1"/>
                                        </p:tgtEl>
                                        <p:attrNameLst>
                                          <p:attrName>style.visibility</p:attrName>
                                        </p:attrNameLst>
                                      </p:cBhvr>
                                      <p:to>
                                        <p:strVal val="visible"/>
                                      </p:to>
                                    </p:set>
                                    <p:animEffect transition="in" filter="fade">
                                      <p:cBhvr>
                                        <p:cTn id="7" dur="500"/>
                                        <p:tgtEl>
                                          <p:spTgt spid="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Layout13">
  <p:cSld name="Layout13">
    <p:spTree>
      <p:nvGrpSpPr>
        <p:cNvPr id="1" name="Shape 95"/>
        <p:cNvGrpSpPr/>
        <p:nvPr/>
      </p:nvGrpSpPr>
      <p:grpSpPr>
        <a:xfrm>
          <a:off x="0" y="0"/>
          <a:ext cx="0" cy="0"/>
          <a:chOff x="0" y="0"/>
          <a:chExt cx="0" cy="0"/>
        </a:xfrm>
      </p:grpSpPr>
      <p:sp>
        <p:nvSpPr>
          <p:cNvPr id="96" name="Google Shape;96;p29"/>
          <p:cNvSpPr/>
          <p:nvPr/>
        </p:nvSpPr>
        <p:spPr>
          <a:xfrm>
            <a:off x="6350" y="1"/>
            <a:ext cx="4329113" cy="6880888"/>
          </a:xfrm>
          <a:prstGeom prst="rect">
            <a:avLst/>
          </a:prstGeom>
          <a:solidFill>
            <a:srgbClr val="6C1D3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97" name="Google Shape;97;p29"/>
          <p:cNvPicPr preferRelativeResize="0"/>
          <p:nvPr/>
        </p:nvPicPr>
        <p:blipFill rotWithShape="1">
          <a:blip r:embed="rId2">
            <a:alphaModFix amt="11000"/>
          </a:blip>
          <a:srcRect/>
          <a:stretch/>
        </p:blipFill>
        <p:spPr>
          <a:xfrm>
            <a:off x="0" y="-1"/>
            <a:ext cx="4336976" cy="6858000"/>
          </a:xfrm>
          <a:prstGeom prst="rect">
            <a:avLst/>
          </a:prstGeom>
          <a:noFill/>
          <a:ln>
            <a:noFill/>
          </a:ln>
        </p:spPr>
      </p:pic>
      <p:sp>
        <p:nvSpPr>
          <p:cNvPr id="98" name="Google Shape;98;p29"/>
          <p:cNvSpPr/>
          <p:nvPr/>
        </p:nvSpPr>
        <p:spPr>
          <a:xfrm>
            <a:off x="1431389" y="0"/>
            <a:ext cx="1662113" cy="68262"/>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9" name="Google Shape;99;p29"/>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9pPr>
          </a:lstStyle>
          <a:p>
            <a:pPr marL="0" lvl="0" indent="0" algn="ctr" rtl="0">
              <a:spcBef>
                <a:spcPts val="0"/>
              </a:spcBef>
              <a:spcAft>
                <a:spcPts val="0"/>
              </a:spcAft>
              <a:buNone/>
            </a:pPr>
            <a:fld id="{00000000-1234-1234-1234-123412341234}" type="slidenum">
              <a:rPr lang="en-MY"/>
              <a:t>‹#›</a:t>
            </a:fld>
            <a:endParaRPr/>
          </a:p>
        </p:txBody>
      </p:sp>
      <p:sp>
        <p:nvSpPr>
          <p:cNvPr id="100" name="Google Shape;100;p29"/>
          <p:cNvSpPr txBox="1">
            <a:spLocks noGrp="1"/>
          </p:cNvSpPr>
          <p:nvPr>
            <p:ph type="title"/>
          </p:nvPr>
        </p:nvSpPr>
        <p:spPr>
          <a:xfrm>
            <a:off x="352821" y="2616709"/>
            <a:ext cx="3523452" cy="1052768"/>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sz="3600" b="0" i="0">
                <a:solidFill>
                  <a:srgbClr val="F2F2F2"/>
                </a:solidFill>
                <a:latin typeface="Lato"/>
                <a:ea typeface="Lato"/>
                <a:cs typeface="Lato"/>
                <a:sym typeface="Lato"/>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01" name="Google Shape;101;p29"/>
          <p:cNvSpPr txBox="1">
            <a:spLocks noGrp="1"/>
          </p:cNvSpPr>
          <p:nvPr>
            <p:ph type="body" idx="1"/>
          </p:nvPr>
        </p:nvSpPr>
        <p:spPr>
          <a:xfrm>
            <a:off x="352821" y="3880241"/>
            <a:ext cx="3523452" cy="1166771"/>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rgbClr val="F2F2F2"/>
              </a:buClr>
              <a:buSzPts val="1600"/>
              <a:buNone/>
              <a:defRPr sz="1600" b="0" i="0">
                <a:solidFill>
                  <a:srgbClr val="F2F2F2"/>
                </a:solidFill>
                <a:latin typeface="Lato"/>
                <a:ea typeface="Lato"/>
                <a:cs typeface="Lato"/>
                <a:sym typeface="Lato"/>
              </a:defRPr>
            </a:lvl1pPr>
            <a:lvl2pPr marL="914400" lvl="1" indent="-228600" algn="l">
              <a:lnSpc>
                <a:spcPct val="90000"/>
              </a:lnSpc>
              <a:spcBef>
                <a:spcPts val="500"/>
              </a:spcBef>
              <a:spcAft>
                <a:spcPts val="0"/>
              </a:spcAft>
              <a:buClr>
                <a:srgbClr val="595959"/>
              </a:buClr>
              <a:buSzPts val="1400"/>
              <a:buNone/>
              <a:defRPr sz="1400"/>
            </a:lvl2pPr>
            <a:lvl3pPr marL="1371600" lvl="2" indent="-228600" algn="l">
              <a:lnSpc>
                <a:spcPct val="90000"/>
              </a:lnSpc>
              <a:spcBef>
                <a:spcPts val="500"/>
              </a:spcBef>
              <a:spcAft>
                <a:spcPts val="0"/>
              </a:spcAft>
              <a:buClr>
                <a:srgbClr val="595959"/>
              </a:buClr>
              <a:buSzPts val="1200"/>
              <a:buNone/>
              <a:defRPr sz="1200"/>
            </a:lvl3pPr>
            <a:lvl4pPr marL="1828800" lvl="3" indent="-228600" algn="l">
              <a:lnSpc>
                <a:spcPct val="90000"/>
              </a:lnSpc>
              <a:spcBef>
                <a:spcPts val="500"/>
              </a:spcBef>
              <a:spcAft>
                <a:spcPts val="0"/>
              </a:spcAft>
              <a:buClr>
                <a:srgbClr val="595959"/>
              </a:buClr>
              <a:buSzPts val="1000"/>
              <a:buNone/>
              <a:defRPr sz="1000"/>
            </a:lvl4pPr>
            <a:lvl5pPr marL="2286000" lvl="4" indent="-228600" algn="l">
              <a:lnSpc>
                <a:spcPct val="90000"/>
              </a:lnSpc>
              <a:spcBef>
                <a:spcPts val="500"/>
              </a:spcBef>
              <a:spcAft>
                <a:spcPts val="0"/>
              </a:spcAft>
              <a:buClr>
                <a:srgbClr val="595959"/>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02" name="Google Shape;102;p29"/>
          <p:cNvSpPr>
            <a:spLocks noGrp="1"/>
          </p:cNvSpPr>
          <p:nvPr>
            <p:ph type="pic" idx="2"/>
          </p:nvPr>
        </p:nvSpPr>
        <p:spPr>
          <a:xfrm>
            <a:off x="4322618" y="0"/>
            <a:ext cx="7552707" cy="6858000"/>
          </a:xfrm>
          <a:prstGeom prst="rect">
            <a:avLst/>
          </a:prstGeom>
          <a:noFill/>
          <a:ln>
            <a:noFill/>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6"/>
                                        </p:tgtEl>
                                        <p:attrNameLst>
                                          <p:attrName>style.visibility</p:attrName>
                                        </p:attrNameLst>
                                      </p:cBhvr>
                                      <p:to>
                                        <p:strVal val="visible"/>
                                      </p:to>
                                    </p:set>
                                    <p:animEffect transition="in" filter="fade">
                                      <p:cBhvr>
                                        <p:cTn id="7" dur="500"/>
                                        <p:tgtEl>
                                          <p:spTgt spid="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Layout14">
  <p:cSld name="Layout14">
    <p:spTree>
      <p:nvGrpSpPr>
        <p:cNvPr id="1" name="Shape 103"/>
        <p:cNvGrpSpPr/>
        <p:nvPr/>
      </p:nvGrpSpPr>
      <p:grpSpPr>
        <a:xfrm>
          <a:off x="0" y="0"/>
          <a:ext cx="0" cy="0"/>
          <a:chOff x="0" y="0"/>
          <a:chExt cx="0" cy="0"/>
        </a:xfrm>
      </p:grpSpPr>
      <p:sp>
        <p:nvSpPr>
          <p:cNvPr id="104" name="Google Shape;104;p30"/>
          <p:cNvSpPr/>
          <p:nvPr/>
        </p:nvSpPr>
        <p:spPr>
          <a:xfrm>
            <a:off x="-324" y="-2845"/>
            <a:ext cx="2589145" cy="6130513"/>
          </a:xfrm>
          <a:custGeom>
            <a:avLst/>
            <a:gdLst/>
            <a:ahLst/>
            <a:cxnLst/>
            <a:rect l="l" t="t" r="r" b="b"/>
            <a:pathLst>
              <a:path w="3323801" h="6130513" extrusionOk="0">
                <a:moveTo>
                  <a:pt x="324" y="6396"/>
                </a:moveTo>
                <a:lnTo>
                  <a:pt x="3323801" y="0"/>
                </a:lnTo>
                <a:lnTo>
                  <a:pt x="952390" y="6130513"/>
                </a:lnTo>
                <a:lnTo>
                  <a:pt x="323" y="6130513"/>
                </a:lnTo>
                <a:cubicBezTo>
                  <a:pt x="-793" y="4091373"/>
                  <a:pt x="1440" y="2045536"/>
                  <a:pt x="324" y="6396"/>
                </a:cubicBezTo>
                <a:close/>
              </a:path>
            </a:pathLst>
          </a:custGeom>
          <a:solidFill>
            <a:schemeClr val="lt1">
              <a:alpha val="76078"/>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5" name="Google Shape;105;p30"/>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9pPr>
          </a:lstStyle>
          <a:p>
            <a:pPr marL="0" lvl="0" indent="0" algn="ctr" rtl="0">
              <a:spcBef>
                <a:spcPts val="0"/>
              </a:spcBef>
              <a:spcAft>
                <a:spcPts val="0"/>
              </a:spcAft>
              <a:buNone/>
            </a:pPr>
            <a:fld id="{00000000-1234-1234-1234-123412341234}" type="slidenum">
              <a:rPr lang="en-MY"/>
              <a:t>‹#›</a:t>
            </a:fld>
            <a:endParaRPr/>
          </a:p>
        </p:txBody>
      </p:sp>
      <p:sp>
        <p:nvSpPr>
          <p:cNvPr id="106" name="Google Shape;106;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Layout15">
  <p:cSld name="Layout15">
    <p:bg>
      <p:bgPr>
        <a:solidFill>
          <a:srgbClr val="6C1D35"/>
        </a:solidFill>
        <a:effectLst/>
      </p:bgPr>
    </p:bg>
    <p:spTree>
      <p:nvGrpSpPr>
        <p:cNvPr id="1" name="Shape 107"/>
        <p:cNvGrpSpPr/>
        <p:nvPr/>
      </p:nvGrpSpPr>
      <p:grpSpPr>
        <a:xfrm>
          <a:off x="0" y="0"/>
          <a:ext cx="0" cy="0"/>
          <a:chOff x="0" y="0"/>
          <a:chExt cx="0" cy="0"/>
        </a:xfrm>
      </p:grpSpPr>
      <p:sp>
        <p:nvSpPr>
          <p:cNvPr id="108" name="Google Shape;108;p31"/>
          <p:cNvSpPr/>
          <p:nvPr/>
        </p:nvSpPr>
        <p:spPr>
          <a:xfrm rot="5400000">
            <a:off x="5964357" y="-1538287"/>
            <a:ext cx="134938" cy="3211512"/>
          </a:xfrm>
          <a:prstGeom prst="rect">
            <a:avLst/>
          </a:prstGeom>
          <a:solidFill>
            <a:srgbClr val="E8B88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9" name="Google Shape;10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10" name="Google Shape;110;p31"/>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9pPr>
          </a:lstStyle>
          <a:p>
            <a:pPr marL="0" lvl="0" indent="0" algn="ctr" rtl="0">
              <a:spcBef>
                <a:spcPts val="0"/>
              </a:spcBef>
              <a:spcAft>
                <a:spcPts val="0"/>
              </a:spcAft>
              <a:buNone/>
            </a:pPr>
            <a:fld id="{00000000-1234-1234-1234-123412341234}" type="slidenum">
              <a:rPr lang="en-MY"/>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Layout16">
  <p:cSld name="Layout16">
    <p:bg>
      <p:bgPr>
        <a:solidFill>
          <a:srgbClr val="F2F2F2">
            <a:alpha val="32941"/>
          </a:srgbClr>
        </a:solidFill>
        <a:effectLst/>
      </p:bgPr>
    </p:bg>
    <p:spTree>
      <p:nvGrpSpPr>
        <p:cNvPr id="1" name="Shape 111"/>
        <p:cNvGrpSpPr/>
        <p:nvPr/>
      </p:nvGrpSpPr>
      <p:grpSpPr>
        <a:xfrm>
          <a:off x="0" y="0"/>
          <a:ext cx="0" cy="0"/>
          <a:chOff x="0" y="0"/>
          <a:chExt cx="0" cy="0"/>
        </a:xfrm>
      </p:grpSpPr>
      <p:sp>
        <p:nvSpPr>
          <p:cNvPr id="112" name="Google Shape;112;p32"/>
          <p:cNvSpPr/>
          <p:nvPr/>
        </p:nvSpPr>
        <p:spPr>
          <a:xfrm>
            <a:off x="139272" y="0"/>
            <a:ext cx="1132546" cy="791286"/>
          </a:xfrm>
          <a:custGeom>
            <a:avLst/>
            <a:gdLst/>
            <a:ahLst/>
            <a:cxnLst/>
            <a:rect l="l" t="t" r="r" b="b"/>
            <a:pathLst>
              <a:path w="1132546" h="791286" extrusionOk="0">
                <a:moveTo>
                  <a:pt x="0" y="0"/>
                </a:moveTo>
                <a:lnTo>
                  <a:pt x="668996" y="0"/>
                </a:lnTo>
                <a:lnTo>
                  <a:pt x="1132546" y="791286"/>
                </a:lnTo>
                <a:lnTo>
                  <a:pt x="473075" y="791286"/>
                </a:lnTo>
                <a:lnTo>
                  <a:pt x="0" y="0"/>
                </a:lnTo>
                <a:close/>
              </a:path>
            </a:pathLst>
          </a:custGeom>
          <a:solidFill>
            <a:srgbClr val="7F7F7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3" name="Google Shape;113;p32"/>
          <p:cNvSpPr/>
          <p:nvPr/>
        </p:nvSpPr>
        <p:spPr>
          <a:xfrm>
            <a:off x="948611" y="256369"/>
            <a:ext cx="8704157" cy="791286"/>
          </a:xfrm>
          <a:custGeom>
            <a:avLst/>
            <a:gdLst/>
            <a:ahLst/>
            <a:cxnLst/>
            <a:rect l="l" t="t" r="r" b="b"/>
            <a:pathLst>
              <a:path w="10510654" h="791286" extrusionOk="0">
                <a:moveTo>
                  <a:pt x="0" y="0"/>
                </a:moveTo>
                <a:lnTo>
                  <a:pt x="9998765" y="0"/>
                </a:lnTo>
                <a:lnTo>
                  <a:pt x="10510654" y="775895"/>
                </a:lnTo>
                <a:lnTo>
                  <a:pt x="567369" y="791286"/>
                </a:lnTo>
                <a:lnTo>
                  <a:pt x="0" y="0"/>
                </a:lnTo>
                <a:close/>
              </a:path>
            </a:pathLst>
          </a:custGeom>
          <a:solidFill>
            <a:srgbClr val="6C1D3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4" name="Google Shape;114;p32"/>
          <p:cNvSpPr/>
          <p:nvPr/>
        </p:nvSpPr>
        <p:spPr>
          <a:xfrm>
            <a:off x="0" y="0"/>
            <a:ext cx="1132546" cy="791286"/>
          </a:xfrm>
          <a:custGeom>
            <a:avLst/>
            <a:gdLst/>
            <a:ahLst/>
            <a:cxnLst/>
            <a:rect l="l" t="t" r="r" b="b"/>
            <a:pathLst>
              <a:path w="1132546" h="791286" extrusionOk="0">
                <a:moveTo>
                  <a:pt x="0" y="0"/>
                </a:moveTo>
                <a:lnTo>
                  <a:pt x="668996" y="0"/>
                </a:lnTo>
                <a:lnTo>
                  <a:pt x="1132546" y="791286"/>
                </a:lnTo>
                <a:lnTo>
                  <a:pt x="0" y="791286"/>
                </a:lnTo>
                <a:lnTo>
                  <a:pt x="0" y="0"/>
                </a:lnTo>
                <a:close/>
              </a:path>
            </a:pathLst>
          </a:custGeom>
          <a:solidFill>
            <a:srgbClr val="6C1D3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5" name="Google Shape;115;p32"/>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9pPr>
          </a:lstStyle>
          <a:p>
            <a:pPr marL="0" lvl="0" indent="0" algn="ctr" rtl="0">
              <a:spcBef>
                <a:spcPts val="0"/>
              </a:spcBef>
              <a:spcAft>
                <a:spcPts val="0"/>
              </a:spcAft>
              <a:buNone/>
            </a:pPr>
            <a:fld id="{00000000-1234-1234-1234-123412341234}" type="slidenum">
              <a:rPr lang="en-MY"/>
              <a:t>‹#›</a:t>
            </a:fld>
            <a:endParaRPr/>
          </a:p>
        </p:txBody>
      </p:sp>
      <p:sp>
        <p:nvSpPr>
          <p:cNvPr id="116" name="Google Shape;116;p32"/>
          <p:cNvSpPr txBox="1">
            <a:spLocks noGrp="1"/>
          </p:cNvSpPr>
          <p:nvPr>
            <p:ph type="title"/>
          </p:nvPr>
        </p:nvSpPr>
        <p:spPr>
          <a:xfrm>
            <a:off x="1389318" y="0"/>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Layout17">
  <p:cSld name="Layout17">
    <p:bg>
      <p:bgPr>
        <a:solidFill>
          <a:srgbClr val="F2F2F2">
            <a:alpha val="32941"/>
          </a:srgbClr>
        </a:solidFill>
        <a:effectLst/>
      </p:bgPr>
    </p:bg>
    <p:spTree>
      <p:nvGrpSpPr>
        <p:cNvPr id="1" name="Shape 117"/>
        <p:cNvGrpSpPr/>
        <p:nvPr/>
      </p:nvGrpSpPr>
      <p:grpSpPr>
        <a:xfrm>
          <a:off x="0" y="0"/>
          <a:ext cx="0" cy="0"/>
          <a:chOff x="0" y="0"/>
          <a:chExt cx="0" cy="0"/>
        </a:xfrm>
      </p:grpSpPr>
      <p:sp>
        <p:nvSpPr>
          <p:cNvPr id="118" name="Google Shape;118;p33"/>
          <p:cNvSpPr/>
          <p:nvPr/>
        </p:nvSpPr>
        <p:spPr>
          <a:xfrm>
            <a:off x="8688288" y="253363"/>
            <a:ext cx="1091121" cy="781258"/>
          </a:xfrm>
          <a:custGeom>
            <a:avLst/>
            <a:gdLst/>
            <a:ahLst/>
            <a:cxnLst/>
            <a:rect l="l" t="t" r="r" b="b"/>
            <a:pathLst>
              <a:path w="1110304" h="794993" extrusionOk="0">
                <a:moveTo>
                  <a:pt x="0" y="0"/>
                </a:moveTo>
                <a:lnTo>
                  <a:pt x="668996" y="0"/>
                </a:lnTo>
                <a:lnTo>
                  <a:pt x="1110304" y="794993"/>
                </a:lnTo>
                <a:lnTo>
                  <a:pt x="473075" y="791286"/>
                </a:lnTo>
                <a:lnTo>
                  <a:pt x="0" y="0"/>
                </a:lnTo>
                <a:close/>
              </a:path>
            </a:pathLst>
          </a:custGeom>
          <a:solidFill>
            <a:srgbClr val="6C1D3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9" name="Google Shape;119;p33"/>
          <p:cNvSpPr/>
          <p:nvPr/>
        </p:nvSpPr>
        <p:spPr>
          <a:xfrm>
            <a:off x="139272" y="0"/>
            <a:ext cx="1132546" cy="791286"/>
          </a:xfrm>
          <a:custGeom>
            <a:avLst/>
            <a:gdLst/>
            <a:ahLst/>
            <a:cxnLst/>
            <a:rect l="l" t="t" r="r" b="b"/>
            <a:pathLst>
              <a:path w="1132546" h="791286" extrusionOk="0">
                <a:moveTo>
                  <a:pt x="0" y="0"/>
                </a:moveTo>
                <a:lnTo>
                  <a:pt x="668996" y="0"/>
                </a:lnTo>
                <a:lnTo>
                  <a:pt x="1132546" y="791286"/>
                </a:lnTo>
                <a:lnTo>
                  <a:pt x="473075" y="791286"/>
                </a:lnTo>
                <a:lnTo>
                  <a:pt x="0" y="0"/>
                </a:lnTo>
                <a:close/>
              </a:path>
            </a:pathLst>
          </a:custGeom>
          <a:solidFill>
            <a:srgbClr val="6C1D3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0" name="Google Shape;120;p33"/>
          <p:cNvSpPr/>
          <p:nvPr/>
        </p:nvSpPr>
        <p:spPr>
          <a:xfrm>
            <a:off x="948611" y="256369"/>
            <a:ext cx="8704157" cy="791286"/>
          </a:xfrm>
          <a:custGeom>
            <a:avLst/>
            <a:gdLst/>
            <a:ahLst/>
            <a:cxnLst/>
            <a:rect l="l" t="t" r="r" b="b"/>
            <a:pathLst>
              <a:path w="10510654" h="791286" extrusionOk="0">
                <a:moveTo>
                  <a:pt x="0" y="0"/>
                </a:moveTo>
                <a:lnTo>
                  <a:pt x="9998765" y="0"/>
                </a:lnTo>
                <a:lnTo>
                  <a:pt x="10510654" y="775895"/>
                </a:lnTo>
                <a:lnTo>
                  <a:pt x="567369" y="791286"/>
                </a:lnTo>
                <a:lnTo>
                  <a:pt x="0" y="0"/>
                </a:lnTo>
                <a:close/>
              </a:path>
            </a:pathLst>
          </a:custGeom>
          <a:solidFill>
            <a:srgbClr val="E8B88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1" name="Google Shape;121;p33"/>
          <p:cNvSpPr/>
          <p:nvPr/>
        </p:nvSpPr>
        <p:spPr>
          <a:xfrm>
            <a:off x="0" y="0"/>
            <a:ext cx="1132546" cy="791286"/>
          </a:xfrm>
          <a:custGeom>
            <a:avLst/>
            <a:gdLst/>
            <a:ahLst/>
            <a:cxnLst/>
            <a:rect l="l" t="t" r="r" b="b"/>
            <a:pathLst>
              <a:path w="1132546" h="791286" extrusionOk="0">
                <a:moveTo>
                  <a:pt x="0" y="0"/>
                </a:moveTo>
                <a:lnTo>
                  <a:pt x="668996" y="0"/>
                </a:lnTo>
                <a:lnTo>
                  <a:pt x="1132546" y="791286"/>
                </a:lnTo>
                <a:lnTo>
                  <a:pt x="0" y="791286"/>
                </a:lnTo>
                <a:lnTo>
                  <a:pt x="0" y="0"/>
                </a:lnTo>
                <a:close/>
              </a:path>
            </a:pathLst>
          </a:custGeom>
          <a:solidFill>
            <a:srgbClr val="E8B88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2" name="Google Shape;122;p33"/>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9pPr>
          </a:lstStyle>
          <a:p>
            <a:pPr marL="0" lvl="0" indent="0" algn="ctr" rtl="0">
              <a:spcBef>
                <a:spcPts val="0"/>
              </a:spcBef>
              <a:spcAft>
                <a:spcPts val="0"/>
              </a:spcAft>
              <a:buNone/>
            </a:pPr>
            <a:fld id="{00000000-1234-1234-1234-123412341234}" type="slidenum">
              <a:rPr lang="en-MY"/>
              <a:t>‹#›</a:t>
            </a:fld>
            <a:endParaRPr/>
          </a:p>
        </p:txBody>
      </p:sp>
      <p:sp>
        <p:nvSpPr>
          <p:cNvPr id="123" name="Google Shape;123;p33"/>
          <p:cNvSpPr txBox="1">
            <a:spLocks noGrp="1"/>
          </p:cNvSpPr>
          <p:nvPr>
            <p:ph type="title"/>
          </p:nvPr>
        </p:nvSpPr>
        <p:spPr>
          <a:xfrm>
            <a:off x="1391093" y="0"/>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Layout18">
  <p:cSld name="Layout18">
    <p:spTree>
      <p:nvGrpSpPr>
        <p:cNvPr id="1" name="Shape 124"/>
        <p:cNvGrpSpPr/>
        <p:nvPr/>
      </p:nvGrpSpPr>
      <p:grpSpPr>
        <a:xfrm>
          <a:off x="0" y="0"/>
          <a:ext cx="0" cy="0"/>
          <a:chOff x="0" y="0"/>
          <a:chExt cx="0" cy="0"/>
        </a:xfrm>
      </p:grpSpPr>
      <p:sp>
        <p:nvSpPr>
          <p:cNvPr id="125" name="Google Shape;125;p34"/>
          <p:cNvSpPr/>
          <p:nvPr/>
        </p:nvSpPr>
        <p:spPr>
          <a:xfrm flipH="1">
            <a:off x="0" y="0"/>
            <a:ext cx="12192000" cy="6329548"/>
          </a:xfrm>
          <a:custGeom>
            <a:avLst/>
            <a:gdLst/>
            <a:ahLst/>
            <a:cxnLst/>
            <a:rect l="l" t="t" r="r" b="b"/>
            <a:pathLst>
              <a:path w="10003" h="10000" extrusionOk="0">
                <a:moveTo>
                  <a:pt x="3" y="5641"/>
                </a:moveTo>
                <a:lnTo>
                  <a:pt x="2003" y="0"/>
                </a:lnTo>
                <a:lnTo>
                  <a:pt x="10003" y="0"/>
                </a:lnTo>
                <a:lnTo>
                  <a:pt x="10003" y="10000"/>
                </a:lnTo>
                <a:lnTo>
                  <a:pt x="3" y="10000"/>
                </a:lnTo>
                <a:cubicBezTo>
                  <a:pt x="-7" y="8290"/>
                  <a:pt x="13" y="7351"/>
                  <a:pt x="3" y="5641"/>
                </a:cubicBezTo>
                <a:close/>
              </a:path>
            </a:pathLst>
          </a:custGeom>
          <a:solidFill>
            <a:srgbClr val="6C1D35"/>
          </a:solidFill>
          <a:ln w="12700" cap="flat" cmpd="sng">
            <a:solidFill>
              <a:srgbClr val="5F192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6" name="Google Shape;126;p34"/>
          <p:cNvSpPr txBox="1">
            <a:spLocks noGrp="1"/>
          </p:cNvSpPr>
          <p:nvPr>
            <p:ph type="title"/>
          </p:nvPr>
        </p:nvSpPr>
        <p:spPr>
          <a:xfrm>
            <a:off x="1804589" y="430242"/>
            <a:ext cx="8686800" cy="966388"/>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27" name="Google Shape;127;p34"/>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9pPr>
          </a:lstStyle>
          <a:p>
            <a:pPr marL="0" lvl="0" indent="0" algn="ctr" rtl="0">
              <a:spcBef>
                <a:spcPts val="0"/>
              </a:spcBef>
              <a:spcAft>
                <a:spcPts val="0"/>
              </a:spcAft>
              <a:buNone/>
            </a:pPr>
            <a:fld id="{00000000-1234-1234-1234-123412341234}" type="slidenum">
              <a:rPr lang="en-MY"/>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Layout19">
  <p:cSld name="Layout19">
    <p:spTree>
      <p:nvGrpSpPr>
        <p:cNvPr id="1" name="Shape 128"/>
        <p:cNvGrpSpPr/>
        <p:nvPr/>
      </p:nvGrpSpPr>
      <p:grpSpPr>
        <a:xfrm>
          <a:off x="0" y="0"/>
          <a:ext cx="0" cy="0"/>
          <a:chOff x="0" y="0"/>
          <a:chExt cx="0" cy="0"/>
        </a:xfrm>
      </p:grpSpPr>
      <p:sp>
        <p:nvSpPr>
          <p:cNvPr id="129" name="Google Shape;129;p35"/>
          <p:cNvSpPr/>
          <p:nvPr/>
        </p:nvSpPr>
        <p:spPr>
          <a:xfrm>
            <a:off x="0" y="3049589"/>
            <a:ext cx="12192000" cy="3808412"/>
          </a:xfrm>
          <a:prstGeom prst="rect">
            <a:avLst/>
          </a:prstGeom>
          <a:solidFill>
            <a:schemeClr val="lt1">
              <a:alpha val="67843"/>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0" name="Google Shape;130;p35"/>
          <p:cNvSpPr>
            <a:spLocks noGrp="1"/>
          </p:cNvSpPr>
          <p:nvPr>
            <p:ph type="pic" idx="2"/>
          </p:nvPr>
        </p:nvSpPr>
        <p:spPr>
          <a:xfrm>
            <a:off x="0" y="-11393"/>
            <a:ext cx="12192000" cy="3060981"/>
          </a:xfrm>
          <a:prstGeom prst="rect">
            <a:avLst/>
          </a:prstGeom>
          <a:noFill/>
          <a:ln>
            <a:noFill/>
          </a:ln>
        </p:spPr>
      </p:sp>
      <p:sp>
        <p:nvSpPr>
          <p:cNvPr id="131" name="Google Shape;131;p35"/>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9pPr>
          </a:lstStyle>
          <a:p>
            <a:pPr marL="0" lvl="0" indent="0" algn="ctr" rtl="0">
              <a:spcBef>
                <a:spcPts val="0"/>
              </a:spcBef>
              <a:spcAft>
                <a:spcPts val="0"/>
              </a:spcAft>
              <a:buNone/>
            </a:pPr>
            <a:fld id="{00000000-1234-1234-1234-123412341234}" type="slidenum">
              <a:rPr lang="en-MY"/>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Layout20">
  <p:cSld name="Layout20">
    <p:bg>
      <p:bgPr>
        <a:solidFill>
          <a:srgbClr val="4B473E"/>
        </a:solidFill>
        <a:effectLst/>
      </p:bgPr>
    </p:bg>
    <p:spTree>
      <p:nvGrpSpPr>
        <p:cNvPr id="1" name="Shape 132"/>
        <p:cNvGrpSpPr/>
        <p:nvPr/>
      </p:nvGrpSpPr>
      <p:grpSpPr>
        <a:xfrm>
          <a:off x="0" y="0"/>
          <a:ext cx="0" cy="0"/>
          <a:chOff x="0" y="0"/>
          <a:chExt cx="0" cy="0"/>
        </a:xfrm>
      </p:grpSpPr>
      <p:sp>
        <p:nvSpPr>
          <p:cNvPr id="133" name="Google Shape;133;p3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34" name="Google Shape;134;p36"/>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9pPr>
          </a:lstStyle>
          <a:p>
            <a:pPr marL="0" lvl="0" indent="0" algn="ctr" rtl="0">
              <a:spcBef>
                <a:spcPts val="0"/>
              </a:spcBef>
              <a:spcAft>
                <a:spcPts val="0"/>
              </a:spcAft>
              <a:buNone/>
            </a:pPr>
            <a:fld id="{00000000-1234-1234-1234-123412341234}" type="slidenum">
              <a:rPr lang="en-MY"/>
              <a:t>‹#›</a:t>
            </a:fld>
            <a:endParaRPr/>
          </a:p>
        </p:txBody>
      </p:sp>
      <p:cxnSp>
        <p:nvCxnSpPr>
          <p:cNvPr id="135" name="Google Shape;135;p36"/>
          <p:cNvCxnSpPr/>
          <p:nvPr/>
        </p:nvCxnSpPr>
        <p:spPr>
          <a:xfrm>
            <a:off x="-12700" y="101600"/>
            <a:ext cx="12192000" cy="0"/>
          </a:xfrm>
          <a:prstGeom prst="straightConnector1">
            <a:avLst/>
          </a:prstGeom>
          <a:noFill/>
          <a:ln w="9525" cap="flat" cmpd="sng">
            <a:solidFill>
              <a:schemeClr val="lt1"/>
            </a:solidFill>
            <a:prstDash val="solid"/>
            <a:miter lim="800000"/>
            <a:headEnd type="none" w="sm" len="sm"/>
            <a:tailEnd type="none" w="sm" len="sm"/>
          </a:ln>
        </p:spPr>
      </p:cxn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Layout21">
  <p:cSld name="Layout21">
    <p:bg>
      <p:bgPr>
        <a:solidFill>
          <a:schemeClr val="lt1"/>
        </a:solidFill>
        <a:effectLst/>
      </p:bgPr>
    </p:bg>
    <p:spTree>
      <p:nvGrpSpPr>
        <p:cNvPr id="1" name="Shape 136"/>
        <p:cNvGrpSpPr/>
        <p:nvPr/>
      </p:nvGrpSpPr>
      <p:grpSpPr>
        <a:xfrm>
          <a:off x="0" y="0"/>
          <a:ext cx="0" cy="0"/>
          <a:chOff x="0" y="0"/>
          <a:chExt cx="0" cy="0"/>
        </a:xfrm>
      </p:grpSpPr>
      <p:sp>
        <p:nvSpPr>
          <p:cNvPr id="137" name="Google Shape;137;p37"/>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9pPr>
          </a:lstStyle>
          <a:p>
            <a:pPr marL="0" lvl="0" indent="0" algn="ctr" rtl="0">
              <a:spcBef>
                <a:spcPts val="0"/>
              </a:spcBef>
              <a:spcAft>
                <a:spcPts val="0"/>
              </a:spcAft>
              <a:buNone/>
            </a:pPr>
            <a:fld id="{00000000-1234-1234-1234-123412341234}" type="slidenum">
              <a:rPr lang="en-MY"/>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Layout22">
  <p:cSld name="Layout22">
    <p:spTree>
      <p:nvGrpSpPr>
        <p:cNvPr id="1" name="Shape 138"/>
        <p:cNvGrpSpPr/>
        <p:nvPr/>
      </p:nvGrpSpPr>
      <p:grpSpPr>
        <a:xfrm>
          <a:off x="0" y="0"/>
          <a:ext cx="0" cy="0"/>
          <a:chOff x="0" y="0"/>
          <a:chExt cx="0" cy="0"/>
        </a:xfrm>
      </p:grpSpPr>
      <p:sp>
        <p:nvSpPr>
          <p:cNvPr id="139" name="Google Shape;139;p3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40" name="Google Shape;140;p38"/>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9pPr>
          </a:lstStyle>
          <a:p>
            <a:pPr marL="0" lvl="0" indent="0" algn="ctr" rtl="0">
              <a:spcBef>
                <a:spcPts val="0"/>
              </a:spcBef>
              <a:spcAft>
                <a:spcPts val="0"/>
              </a:spcAft>
              <a:buNone/>
            </a:pPr>
            <a:fld id="{00000000-1234-1234-1234-123412341234}" type="slidenum">
              <a:rPr lang="en-MY"/>
              <a:t>‹#›</a:t>
            </a:fld>
            <a:endParaRPr/>
          </a:p>
        </p:txBody>
      </p:sp>
      <p:sp>
        <p:nvSpPr>
          <p:cNvPr id="141" name="Google Shape;141;p38"/>
          <p:cNvSpPr/>
          <p:nvPr/>
        </p:nvSpPr>
        <p:spPr>
          <a:xfrm rot="5400000">
            <a:off x="6013275" y="327219"/>
            <a:ext cx="214683" cy="11647470"/>
          </a:xfrm>
          <a:prstGeom prst="rect">
            <a:avLst/>
          </a:prstGeom>
          <a:solidFill>
            <a:srgbClr val="6C1D3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Layout23">
  <p:cSld name="Layout23">
    <p:bg>
      <p:bgPr>
        <a:solidFill>
          <a:schemeClr val="lt1"/>
        </a:solidFill>
        <a:effectLst/>
      </p:bgPr>
    </p:bg>
    <p:spTree>
      <p:nvGrpSpPr>
        <p:cNvPr id="1" name="Shape 142"/>
        <p:cNvGrpSpPr/>
        <p:nvPr/>
      </p:nvGrpSpPr>
      <p:grpSpPr>
        <a:xfrm>
          <a:off x="0" y="0"/>
          <a:ext cx="0" cy="0"/>
          <a:chOff x="0" y="0"/>
          <a:chExt cx="0" cy="0"/>
        </a:xfrm>
      </p:grpSpPr>
      <p:sp>
        <p:nvSpPr>
          <p:cNvPr id="143" name="Google Shape;143;p3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44" name="Google Shape;144;p39"/>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9pPr>
          </a:lstStyle>
          <a:p>
            <a:pPr marL="0" lvl="0" indent="0" algn="ctr" rtl="0">
              <a:spcBef>
                <a:spcPts val="0"/>
              </a:spcBef>
              <a:spcAft>
                <a:spcPts val="0"/>
              </a:spcAft>
              <a:buNone/>
            </a:pPr>
            <a:fld id="{00000000-1234-1234-1234-123412341234}" type="slidenum">
              <a:rPr lang="en-MY"/>
              <a:t>‹#›</a:t>
            </a:fld>
            <a:endParaRPr/>
          </a:p>
        </p:txBody>
      </p:sp>
      <p:sp>
        <p:nvSpPr>
          <p:cNvPr id="145" name="Google Shape;145;p39"/>
          <p:cNvSpPr/>
          <p:nvPr/>
        </p:nvSpPr>
        <p:spPr>
          <a:xfrm rot="5400000">
            <a:off x="6070760" y="476921"/>
            <a:ext cx="45719" cy="11701465"/>
          </a:xfrm>
          <a:prstGeom prst="rect">
            <a:avLst/>
          </a:prstGeom>
          <a:solidFill>
            <a:srgbClr val="7F7F7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Layout24">
  <p:cSld name="Layout24">
    <p:spTree>
      <p:nvGrpSpPr>
        <p:cNvPr id="1" name="Shape 146"/>
        <p:cNvGrpSpPr/>
        <p:nvPr/>
      </p:nvGrpSpPr>
      <p:grpSpPr>
        <a:xfrm>
          <a:off x="0" y="0"/>
          <a:ext cx="0" cy="0"/>
          <a:chOff x="0" y="0"/>
          <a:chExt cx="0" cy="0"/>
        </a:xfrm>
      </p:grpSpPr>
      <p:sp>
        <p:nvSpPr>
          <p:cNvPr id="147" name="Google Shape;147;p40"/>
          <p:cNvSpPr/>
          <p:nvPr/>
        </p:nvSpPr>
        <p:spPr>
          <a:xfrm>
            <a:off x="0" y="-2845"/>
            <a:ext cx="7528884" cy="6130513"/>
          </a:xfrm>
          <a:custGeom>
            <a:avLst/>
            <a:gdLst/>
            <a:ahLst/>
            <a:cxnLst/>
            <a:rect l="l" t="t" r="r" b="b"/>
            <a:pathLst>
              <a:path w="3323801" h="6130513" extrusionOk="0">
                <a:moveTo>
                  <a:pt x="324" y="6396"/>
                </a:moveTo>
                <a:lnTo>
                  <a:pt x="3323801" y="0"/>
                </a:lnTo>
                <a:lnTo>
                  <a:pt x="952390" y="6130513"/>
                </a:lnTo>
                <a:lnTo>
                  <a:pt x="323" y="6130513"/>
                </a:lnTo>
                <a:cubicBezTo>
                  <a:pt x="-793" y="4091373"/>
                  <a:pt x="1440" y="2045536"/>
                  <a:pt x="324" y="639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48" name="Google Shape;148;p40"/>
          <p:cNvPicPr preferRelativeResize="0"/>
          <p:nvPr/>
        </p:nvPicPr>
        <p:blipFill rotWithShape="1">
          <a:blip r:embed="rId2">
            <a:alphaModFix/>
          </a:blip>
          <a:srcRect/>
          <a:stretch/>
        </p:blipFill>
        <p:spPr>
          <a:xfrm>
            <a:off x="0" y="847435"/>
            <a:ext cx="6356825" cy="5497382"/>
          </a:xfrm>
          <a:prstGeom prst="rect">
            <a:avLst/>
          </a:prstGeom>
          <a:noFill/>
          <a:ln>
            <a:noFill/>
          </a:ln>
        </p:spPr>
      </p:pic>
      <p:sp>
        <p:nvSpPr>
          <p:cNvPr id="149" name="Google Shape;149;p40"/>
          <p:cNvSpPr txBox="1">
            <a:spLocks noGrp="1"/>
          </p:cNvSpPr>
          <p:nvPr>
            <p:ph type="title"/>
          </p:nvPr>
        </p:nvSpPr>
        <p:spPr>
          <a:xfrm>
            <a:off x="6705600" y="2239645"/>
            <a:ext cx="498348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50" name="Google Shape;150;p40"/>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9pPr>
          </a:lstStyle>
          <a:p>
            <a:pPr marL="0" lvl="0" indent="0" algn="ctr" rtl="0">
              <a:spcBef>
                <a:spcPts val="0"/>
              </a:spcBef>
              <a:spcAft>
                <a:spcPts val="0"/>
              </a:spcAft>
              <a:buNone/>
            </a:pPr>
            <a:fld id="{00000000-1234-1234-1234-123412341234}" type="slidenum">
              <a:rPr lang="en-MY"/>
              <a:t>‹#›</a:t>
            </a:fld>
            <a:endParaRPr/>
          </a:p>
        </p:txBody>
      </p:sp>
      <p:sp>
        <p:nvSpPr>
          <p:cNvPr id="151" name="Google Shape;151;p40"/>
          <p:cNvSpPr>
            <a:spLocks noGrp="1"/>
          </p:cNvSpPr>
          <p:nvPr>
            <p:ph type="pic" idx="2"/>
          </p:nvPr>
        </p:nvSpPr>
        <p:spPr>
          <a:xfrm>
            <a:off x="270294" y="1112838"/>
            <a:ext cx="5810466" cy="3263630"/>
          </a:xfrm>
          <a:prstGeom prst="rect">
            <a:avLst/>
          </a:prstGeom>
          <a:noFill/>
          <a:ln>
            <a:no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Layout25">
  <p:cSld name="Layout25">
    <p:spTree>
      <p:nvGrpSpPr>
        <p:cNvPr id="1" name="Shape 152"/>
        <p:cNvGrpSpPr/>
        <p:nvPr/>
      </p:nvGrpSpPr>
      <p:grpSpPr>
        <a:xfrm>
          <a:off x="0" y="0"/>
          <a:ext cx="0" cy="0"/>
          <a:chOff x="0" y="0"/>
          <a:chExt cx="0" cy="0"/>
        </a:xfrm>
      </p:grpSpPr>
      <p:sp>
        <p:nvSpPr>
          <p:cNvPr id="153" name="Google Shape;153;p41"/>
          <p:cNvSpPr/>
          <p:nvPr/>
        </p:nvSpPr>
        <p:spPr>
          <a:xfrm>
            <a:off x="0" y="-2845"/>
            <a:ext cx="7528884" cy="6486772"/>
          </a:xfrm>
          <a:custGeom>
            <a:avLst/>
            <a:gdLst/>
            <a:ahLst/>
            <a:cxnLst/>
            <a:rect l="l" t="t" r="r" b="b"/>
            <a:pathLst>
              <a:path w="3323801" h="6130513" extrusionOk="0">
                <a:moveTo>
                  <a:pt x="324" y="6396"/>
                </a:moveTo>
                <a:lnTo>
                  <a:pt x="3323801" y="0"/>
                </a:lnTo>
                <a:lnTo>
                  <a:pt x="952390" y="6130513"/>
                </a:lnTo>
                <a:lnTo>
                  <a:pt x="323" y="6130513"/>
                </a:lnTo>
                <a:cubicBezTo>
                  <a:pt x="-793" y="4091373"/>
                  <a:pt x="1440" y="2045536"/>
                  <a:pt x="324" y="639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54" name="Google Shape;154;p4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55" name="Google Shape;155;p41"/>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9pPr>
          </a:lstStyle>
          <a:p>
            <a:pPr marL="0" lvl="0" indent="0" algn="ctr" rtl="0">
              <a:spcBef>
                <a:spcPts val="0"/>
              </a:spcBef>
              <a:spcAft>
                <a:spcPts val="0"/>
              </a:spcAft>
              <a:buNone/>
            </a:pPr>
            <a:fld id="{00000000-1234-1234-1234-123412341234}" type="slidenum">
              <a:rPr lang="en-MY"/>
              <a:t>‹#›</a:t>
            </a:fld>
            <a:endParaRPr/>
          </a:p>
        </p:txBody>
      </p:sp>
      <p:pic>
        <p:nvPicPr>
          <p:cNvPr id="156" name="Google Shape;156;p41"/>
          <p:cNvPicPr preferRelativeResize="0"/>
          <p:nvPr/>
        </p:nvPicPr>
        <p:blipFill rotWithShape="1">
          <a:blip r:embed="rId2">
            <a:alphaModFix/>
          </a:blip>
          <a:srcRect/>
          <a:stretch/>
        </p:blipFill>
        <p:spPr>
          <a:xfrm>
            <a:off x="708409" y="2103120"/>
            <a:ext cx="1944123" cy="3956064"/>
          </a:xfrm>
          <a:prstGeom prst="rect">
            <a:avLst/>
          </a:prstGeom>
          <a:noFill/>
          <a:ln>
            <a:noFill/>
          </a:ln>
        </p:spPr>
      </p:pic>
      <p:sp>
        <p:nvSpPr>
          <p:cNvPr id="157" name="Google Shape;157;p41"/>
          <p:cNvSpPr>
            <a:spLocks noGrp="1"/>
          </p:cNvSpPr>
          <p:nvPr>
            <p:ph type="pic" idx="2"/>
          </p:nvPr>
        </p:nvSpPr>
        <p:spPr>
          <a:xfrm>
            <a:off x="824948" y="2225675"/>
            <a:ext cx="1709530" cy="3702050"/>
          </a:xfrm>
          <a:prstGeom prst="roundRect">
            <a:avLst>
              <a:gd name="adj" fmla="val 7790"/>
            </a:avLst>
          </a:prstGeom>
          <a:noFill/>
          <a:ln>
            <a:noFill/>
          </a:ln>
        </p:spPr>
      </p:sp>
      <p:pic>
        <p:nvPicPr>
          <p:cNvPr id="158" name="Google Shape;158;p41"/>
          <p:cNvPicPr preferRelativeResize="0"/>
          <p:nvPr/>
        </p:nvPicPr>
        <p:blipFill rotWithShape="1">
          <a:blip r:embed="rId3">
            <a:alphaModFix/>
          </a:blip>
          <a:srcRect/>
          <a:stretch/>
        </p:blipFill>
        <p:spPr>
          <a:xfrm>
            <a:off x="2717545" y="1816925"/>
            <a:ext cx="3481374" cy="4567444"/>
          </a:xfrm>
          <a:prstGeom prst="rect">
            <a:avLst/>
          </a:prstGeom>
          <a:noFill/>
          <a:ln>
            <a:noFill/>
          </a:ln>
        </p:spPr>
      </p:pic>
      <p:sp>
        <p:nvSpPr>
          <p:cNvPr id="159" name="Google Shape;159;p41"/>
          <p:cNvSpPr>
            <a:spLocks noGrp="1"/>
          </p:cNvSpPr>
          <p:nvPr>
            <p:ph type="pic" idx="3"/>
          </p:nvPr>
        </p:nvSpPr>
        <p:spPr>
          <a:xfrm>
            <a:off x="2869284" y="1977842"/>
            <a:ext cx="3185349" cy="4266203"/>
          </a:xfrm>
          <a:prstGeom prst="roundRect">
            <a:avLst>
              <a:gd name="adj" fmla="val 1868"/>
            </a:avLst>
          </a:prstGeom>
          <a:noFill/>
          <a:ln>
            <a:no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17"/>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17"/>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17"/>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40822321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2F2F2">
            <a:alpha val="32941"/>
          </a:srgbClr>
        </a:solidFill>
        <a:effectLst/>
      </p:bgPr>
    </p:bg>
    <p:spTree>
      <p:nvGrpSpPr>
        <p:cNvPr id="1" name="Shape 9"/>
        <p:cNvGrpSpPr/>
        <p:nvPr/>
      </p:nvGrpSpPr>
      <p:grpSpPr>
        <a:xfrm>
          <a:off x="0" y="0"/>
          <a:ext cx="0" cy="0"/>
          <a:chOff x="0" y="0"/>
          <a:chExt cx="0" cy="0"/>
        </a:xfrm>
      </p:grpSpPr>
      <p:sp>
        <p:nvSpPr>
          <p:cNvPr id="10" name="Google Shape;10;p13"/>
          <p:cNvSpPr/>
          <p:nvPr/>
        </p:nvSpPr>
        <p:spPr>
          <a:xfrm>
            <a:off x="628226" y="6484103"/>
            <a:ext cx="3185744" cy="212676"/>
          </a:xfrm>
          <a:prstGeom prst="roundRect">
            <a:avLst>
              <a:gd name="adj" fmla="val 43893"/>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cxnSp>
        <p:nvCxnSpPr>
          <p:cNvPr id="11" name="Google Shape;11;p13"/>
          <p:cNvCxnSpPr/>
          <p:nvPr/>
        </p:nvCxnSpPr>
        <p:spPr>
          <a:xfrm>
            <a:off x="0" y="6580451"/>
            <a:ext cx="12192000" cy="0"/>
          </a:xfrm>
          <a:prstGeom prst="straightConnector1">
            <a:avLst/>
          </a:prstGeom>
          <a:noFill/>
          <a:ln w="19050" cap="flat" cmpd="sng">
            <a:solidFill>
              <a:schemeClr val="lt1"/>
            </a:solidFill>
            <a:prstDash val="solid"/>
            <a:miter lim="800000"/>
            <a:headEnd type="none" w="sm" len="sm"/>
            <a:tailEnd type="none" w="sm" len="sm"/>
          </a:ln>
        </p:spPr>
      </p:cxnSp>
      <p:sp>
        <p:nvSpPr>
          <p:cNvPr id="12" name="Google Shape;12;p13"/>
          <p:cNvSpPr/>
          <p:nvPr/>
        </p:nvSpPr>
        <p:spPr>
          <a:xfrm>
            <a:off x="10637134" y="6470465"/>
            <a:ext cx="756421" cy="260177"/>
          </a:xfrm>
          <a:prstGeom prst="roundRect">
            <a:avLst>
              <a:gd name="adj" fmla="val 43893"/>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 name="Google Shape;13;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rgbClr val="000000"/>
              </a:buClr>
              <a:buSzPts val="1400"/>
              <a:buFont typeface="Arial"/>
              <a:buNone/>
              <a:defRPr sz="3600" b="1" i="0" u="none" strike="noStrike" cap="none">
                <a:solidFill>
                  <a:srgbClr val="3F3F3F"/>
                </a:solidFill>
                <a:latin typeface="Lato"/>
                <a:ea typeface="Lato"/>
                <a:cs typeface="Lato"/>
                <a:sym typeface="Lato"/>
              </a:defRPr>
            </a:lvl1pPr>
            <a:lvl2pPr marR="0" lvl="1" algn="l" rtl="0">
              <a:lnSpc>
                <a:spcPct val="90000"/>
              </a:lnSpc>
              <a:spcBef>
                <a:spcPts val="0"/>
              </a:spcBef>
              <a:spcAft>
                <a:spcPts val="0"/>
              </a:spcAft>
              <a:buClr>
                <a:srgbClr val="000000"/>
              </a:buClr>
              <a:buSzPts val="1400"/>
              <a:buFont typeface="Arial"/>
              <a:buNone/>
              <a:defRPr sz="4000" b="0" i="0" u="none" strike="noStrike" cap="none">
                <a:solidFill>
                  <a:srgbClr val="595959"/>
                </a:solidFill>
                <a:latin typeface="Roboto"/>
                <a:ea typeface="Roboto"/>
                <a:cs typeface="Roboto"/>
                <a:sym typeface="Roboto"/>
              </a:defRPr>
            </a:lvl2pPr>
            <a:lvl3pPr marR="0" lvl="2" algn="l" rtl="0">
              <a:lnSpc>
                <a:spcPct val="90000"/>
              </a:lnSpc>
              <a:spcBef>
                <a:spcPts val="0"/>
              </a:spcBef>
              <a:spcAft>
                <a:spcPts val="0"/>
              </a:spcAft>
              <a:buClr>
                <a:srgbClr val="000000"/>
              </a:buClr>
              <a:buSzPts val="1400"/>
              <a:buFont typeface="Arial"/>
              <a:buNone/>
              <a:defRPr sz="4000" b="0" i="0" u="none" strike="noStrike" cap="none">
                <a:solidFill>
                  <a:srgbClr val="595959"/>
                </a:solidFill>
                <a:latin typeface="Roboto"/>
                <a:ea typeface="Roboto"/>
                <a:cs typeface="Roboto"/>
                <a:sym typeface="Roboto"/>
              </a:defRPr>
            </a:lvl3pPr>
            <a:lvl4pPr marR="0" lvl="3" algn="l" rtl="0">
              <a:lnSpc>
                <a:spcPct val="90000"/>
              </a:lnSpc>
              <a:spcBef>
                <a:spcPts val="0"/>
              </a:spcBef>
              <a:spcAft>
                <a:spcPts val="0"/>
              </a:spcAft>
              <a:buClr>
                <a:srgbClr val="000000"/>
              </a:buClr>
              <a:buSzPts val="1400"/>
              <a:buFont typeface="Arial"/>
              <a:buNone/>
              <a:defRPr sz="4000" b="0" i="0" u="none" strike="noStrike" cap="none">
                <a:solidFill>
                  <a:srgbClr val="595959"/>
                </a:solidFill>
                <a:latin typeface="Roboto"/>
                <a:ea typeface="Roboto"/>
                <a:cs typeface="Roboto"/>
                <a:sym typeface="Roboto"/>
              </a:defRPr>
            </a:lvl4pPr>
            <a:lvl5pPr marR="0" lvl="4" algn="l" rtl="0">
              <a:lnSpc>
                <a:spcPct val="90000"/>
              </a:lnSpc>
              <a:spcBef>
                <a:spcPts val="0"/>
              </a:spcBef>
              <a:spcAft>
                <a:spcPts val="0"/>
              </a:spcAft>
              <a:buClr>
                <a:srgbClr val="000000"/>
              </a:buClr>
              <a:buSzPts val="1400"/>
              <a:buFont typeface="Arial"/>
              <a:buNone/>
              <a:defRPr sz="4000" b="0" i="0" u="none" strike="noStrike" cap="none">
                <a:solidFill>
                  <a:srgbClr val="595959"/>
                </a:solidFill>
                <a:latin typeface="Roboto"/>
                <a:ea typeface="Roboto"/>
                <a:cs typeface="Roboto"/>
                <a:sym typeface="Roboto"/>
              </a:defRPr>
            </a:lvl5pPr>
            <a:lvl6pPr marR="0" lvl="5" algn="l" rtl="0">
              <a:lnSpc>
                <a:spcPct val="90000"/>
              </a:lnSpc>
              <a:spcBef>
                <a:spcPts val="0"/>
              </a:spcBef>
              <a:spcAft>
                <a:spcPts val="0"/>
              </a:spcAft>
              <a:buClr>
                <a:srgbClr val="000000"/>
              </a:buClr>
              <a:buSzPts val="1400"/>
              <a:buFont typeface="Arial"/>
              <a:buNone/>
              <a:defRPr sz="4000" b="0" i="0" u="none" strike="noStrike" cap="none">
                <a:solidFill>
                  <a:srgbClr val="595959"/>
                </a:solidFill>
                <a:latin typeface="Roboto"/>
                <a:ea typeface="Roboto"/>
                <a:cs typeface="Roboto"/>
                <a:sym typeface="Roboto"/>
              </a:defRPr>
            </a:lvl6pPr>
            <a:lvl7pPr marR="0" lvl="6" algn="l" rtl="0">
              <a:lnSpc>
                <a:spcPct val="90000"/>
              </a:lnSpc>
              <a:spcBef>
                <a:spcPts val="0"/>
              </a:spcBef>
              <a:spcAft>
                <a:spcPts val="0"/>
              </a:spcAft>
              <a:buClr>
                <a:srgbClr val="000000"/>
              </a:buClr>
              <a:buSzPts val="1400"/>
              <a:buFont typeface="Arial"/>
              <a:buNone/>
              <a:defRPr sz="4000" b="0" i="0" u="none" strike="noStrike" cap="none">
                <a:solidFill>
                  <a:srgbClr val="595959"/>
                </a:solidFill>
                <a:latin typeface="Roboto"/>
                <a:ea typeface="Roboto"/>
                <a:cs typeface="Roboto"/>
                <a:sym typeface="Roboto"/>
              </a:defRPr>
            </a:lvl7pPr>
            <a:lvl8pPr marR="0" lvl="7" algn="l" rtl="0">
              <a:lnSpc>
                <a:spcPct val="90000"/>
              </a:lnSpc>
              <a:spcBef>
                <a:spcPts val="0"/>
              </a:spcBef>
              <a:spcAft>
                <a:spcPts val="0"/>
              </a:spcAft>
              <a:buClr>
                <a:srgbClr val="000000"/>
              </a:buClr>
              <a:buSzPts val="1400"/>
              <a:buFont typeface="Arial"/>
              <a:buNone/>
              <a:defRPr sz="4000" b="0" i="0" u="none" strike="noStrike" cap="none">
                <a:solidFill>
                  <a:srgbClr val="595959"/>
                </a:solidFill>
                <a:latin typeface="Roboto"/>
                <a:ea typeface="Roboto"/>
                <a:cs typeface="Roboto"/>
                <a:sym typeface="Roboto"/>
              </a:defRPr>
            </a:lvl8pPr>
            <a:lvl9pPr marR="0" lvl="8" algn="l" rtl="0">
              <a:lnSpc>
                <a:spcPct val="90000"/>
              </a:lnSpc>
              <a:spcBef>
                <a:spcPts val="0"/>
              </a:spcBef>
              <a:spcAft>
                <a:spcPts val="0"/>
              </a:spcAft>
              <a:buClr>
                <a:srgbClr val="000000"/>
              </a:buClr>
              <a:buSzPts val="1400"/>
              <a:buFont typeface="Arial"/>
              <a:buNone/>
              <a:defRPr sz="4000" b="0" i="0" u="none" strike="noStrike" cap="none">
                <a:solidFill>
                  <a:srgbClr val="595959"/>
                </a:solidFill>
                <a:latin typeface="Roboto"/>
                <a:ea typeface="Roboto"/>
                <a:cs typeface="Roboto"/>
                <a:sym typeface="Roboto"/>
              </a:defRPr>
            </a:lvl9pPr>
          </a:lstStyle>
          <a:p>
            <a:endParaRPr/>
          </a:p>
        </p:txBody>
      </p:sp>
      <p:sp>
        <p:nvSpPr>
          <p:cNvPr id="14" name="Google Shape;14;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rgbClr val="595959"/>
              </a:buClr>
              <a:buSzPts val="2800"/>
              <a:buFont typeface="Arial"/>
              <a:buChar char="•"/>
              <a:defRPr sz="2800" b="0" i="0" u="none" strike="noStrike" cap="none">
                <a:solidFill>
                  <a:srgbClr val="595959"/>
                </a:solidFill>
                <a:latin typeface="Lato"/>
                <a:ea typeface="Lato"/>
                <a:cs typeface="Lato"/>
                <a:sym typeface="Lato"/>
              </a:defRPr>
            </a:lvl1pPr>
            <a:lvl2pPr marL="914400" marR="0" lvl="1" indent="-381000" algn="l" rtl="0">
              <a:lnSpc>
                <a:spcPct val="90000"/>
              </a:lnSpc>
              <a:spcBef>
                <a:spcPts val="500"/>
              </a:spcBef>
              <a:spcAft>
                <a:spcPts val="0"/>
              </a:spcAft>
              <a:buClr>
                <a:srgbClr val="595959"/>
              </a:buClr>
              <a:buSzPts val="2400"/>
              <a:buFont typeface="Arial"/>
              <a:buChar char="•"/>
              <a:defRPr sz="2400" b="0" i="0" u="none" strike="noStrike" cap="none">
                <a:solidFill>
                  <a:srgbClr val="595959"/>
                </a:solidFill>
                <a:latin typeface="Lato"/>
                <a:ea typeface="Lato"/>
                <a:cs typeface="Lato"/>
                <a:sym typeface="Lato"/>
              </a:defRPr>
            </a:lvl2pPr>
            <a:lvl3pPr marL="1371600" marR="0" lvl="2" indent="-355600" algn="l" rtl="0">
              <a:lnSpc>
                <a:spcPct val="90000"/>
              </a:lnSpc>
              <a:spcBef>
                <a:spcPts val="500"/>
              </a:spcBef>
              <a:spcAft>
                <a:spcPts val="0"/>
              </a:spcAft>
              <a:buClr>
                <a:srgbClr val="595959"/>
              </a:buClr>
              <a:buSzPts val="2000"/>
              <a:buFont typeface="Arial"/>
              <a:buChar char="•"/>
              <a:defRPr sz="2000" b="0" i="0" u="none" strike="noStrike" cap="none">
                <a:solidFill>
                  <a:srgbClr val="595959"/>
                </a:solidFill>
                <a:latin typeface="Lato"/>
                <a:ea typeface="Lato"/>
                <a:cs typeface="Lato"/>
                <a:sym typeface="Lato"/>
              </a:defRPr>
            </a:lvl3pPr>
            <a:lvl4pPr marL="1828800" marR="0" lvl="3" indent="-342900" algn="l" rtl="0">
              <a:lnSpc>
                <a:spcPct val="90000"/>
              </a:lnSpc>
              <a:spcBef>
                <a:spcPts val="500"/>
              </a:spcBef>
              <a:spcAft>
                <a:spcPts val="0"/>
              </a:spcAft>
              <a:buClr>
                <a:srgbClr val="595959"/>
              </a:buClr>
              <a:buSzPts val="1800"/>
              <a:buFont typeface="Arial"/>
              <a:buChar char="•"/>
              <a:defRPr sz="1800" b="0" i="0" u="none" strike="noStrike" cap="none">
                <a:solidFill>
                  <a:srgbClr val="595959"/>
                </a:solidFill>
                <a:latin typeface="Lato"/>
                <a:ea typeface="Lato"/>
                <a:cs typeface="Lato"/>
                <a:sym typeface="Lato"/>
              </a:defRPr>
            </a:lvl4pPr>
            <a:lvl5pPr marL="2286000" marR="0" lvl="4" indent="-342900" algn="l" rtl="0">
              <a:lnSpc>
                <a:spcPct val="90000"/>
              </a:lnSpc>
              <a:spcBef>
                <a:spcPts val="500"/>
              </a:spcBef>
              <a:spcAft>
                <a:spcPts val="0"/>
              </a:spcAft>
              <a:buClr>
                <a:srgbClr val="595959"/>
              </a:buClr>
              <a:buSzPts val="1800"/>
              <a:buFont typeface="Arial"/>
              <a:buChar char="•"/>
              <a:defRPr sz="1800" b="0" i="0" u="none" strike="noStrike" cap="none">
                <a:solidFill>
                  <a:srgbClr val="595959"/>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5" name="Google Shape;15;p13"/>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marR="0" lvl="0" indent="0" algn="ctr" rtl="0">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1pPr>
            <a:lvl2pPr marL="0" marR="0" lvl="1" indent="0" algn="ctr" rtl="0">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2pPr>
            <a:lvl3pPr marL="0" marR="0" lvl="2" indent="0" algn="ctr" rtl="0">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3pPr>
            <a:lvl4pPr marL="0" marR="0" lvl="3" indent="0" algn="ctr" rtl="0">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4pPr>
            <a:lvl5pPr marL="0" marR="0" lvl="4" indent="0" algn="ctr" rtl="0">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5pPr>
            <a:lvl6pPr marL="0" marR="0" lvl="5" indent="0" algn="ctr" rtl="0">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6pPr>
            <a:lvl7pPr marL="0" marR="0" lvl="6" indent="0" algn="ctr" rtl="0">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7pPr>
            <a:lvl8pPr marL="0" marR="0" lvl="7" indent="0" algn="ctr" rtl="0">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8pPr>
            <a:lvl9pPr marL="0" marR="0" lvl="8" indent="0" algn="ctr" rtl="0">
              <a:lnSpc>
                <a:spcPct val="100000"/>
              </a:lnSpc>
              <a:spcBef>
                <a:spcPts val="0"/>
              </a:spcBef>
              <a:spcAft>
                <a:spcPts val="0"/>
              </a:spcAft>
              <a:buClr>
                <a:srgbClr val="000000"/>
              </a:buClr>
              <a:buSzPts val="1200"/>
              <a:buFont typeface="Arial"/>
              <a:buNone/>
              <a:defRPr sz="1200" b="0" i="0" u="none" strike="noStrike" cap="none">
                <a:solidFill>
                  <a:srgbClr val="83233E"/>
                </a:solidFill>
                <a:latin typeface="Roboto"/>
                <a:ea typeface="Roboto"/>
                <a:cs typeface="Roboto"/>
                <a:sym typeface="Roboto"/>
              </a:defRPr>
            </a:lvl9pPr>
          </a:lstStyle>
          <a:p>
            <a:pPr marL="0" lvl="0" indent="0" algn="ctr" rtl="0">
              <a:spcBef>
                <a:spcPts val="0"/>
              </a:spcBef>
              <a:spcAft>
                <a:spcPts val="0"/>
              </a:spcAft>
              <a:buNone/>
            </a:pPr>
            <a:fld id="{00000000-1234-1234-1234-123412341234}" type="slidenum">
              <a:rPr lang="en-MY"/>
              <a:t>‹#›</a:t>
            </a:fld>
            <a:endParaRPr/>
          </a:p>
        </p:txBody>
      </p:sp>
      <p:pic>
        <p:nvPicPr>
          <p:cNvPr id="16" name="Google Shape;16;p13"/>
          <p:cNvPicPr preferRelativeResize="0"/>
          <p:nvPr/>
        </p:nvPicPr>
        <p:blipFill rotWithShape="1">
          <a:blip r:embed="rId29">
            <a:alphaModFix/>
          </a:blip>
          <a:srcRect/>
          <a:stretch/>
        </p:blipFill>
        <p:spPr>
          <a:xfrm>
            <a:off x="838200" y="6513174"/>
            <a:ext cx="2824372" cy="158262"/>
          </a:xfrm>
          <a:prstGeom prst="rect">
            <a:avLst/>
          </a:prstGeom>
          <a:noFill/>
          <a:ln>
            <a:noFill/>
          </a:ln>
        </p:spPr>
      </p:pic>
      <p:sp>
        <p:nvSpPr>
          <p:cNvPr id="17" name="Google Shape;17;p13"/>
          <p:cNvSpPr/>
          <p:nvPr/>
        </p:nvSpPr>
        <p:spPr>
          <a:xfrm>
            <a:off x="10328961" y="1"/>
            <a:ext cx="1860468" cy="780222"/>
          </a:xfrm>
          <a:custGeom>
            <a:avLst/>
            <a:gdLst/>
            <a:ahLst/>
            <a:cxnLst/>
            <a:rect l="l" t="t" r="r" b="b"/>
            <a:pathLst>
              <a:path w="1860468" h="997527" extrusionOk="0">
                <a:moveTo>
                  <a:pt x="0" y="0"/>
                </a:moveTo>
                <a:lnTo>
                  <a:pt x="1860468" y="0"/>
                </a:lnTo>
                <a:lnTo>
                  <a:pt x="1860468" y="997527"/>
                </a:lnTo>
                <a:lnTo>
                  <a:pt x="521805" y="997527"/>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8" name="Google Shape;18;p13" descr="Logo&#10;&#10;Description automatically generated"/>
          <p:cNvPicPr preferRelativeResize="0"/>
          <p:nvPr/>
        </p:nvPicPr>
        <p:blipFill rotWithShape="1">
          <a:blip r:embed="rId30">
            <a:alphaModFix/>
          </a:blip>
          <a:srcRect/>
          <a:stretch/>
        </p:blipFill>
        <p:spPr>
          <a:xfrm>
            <a:off x="10742685" y="161365"/>
            <a:ext cx="1344353" cy="454146"/>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7.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7.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jpg"/><Relationship Id="rId7"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9"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1"/>
          <p:cNvSpPr txBox="1">
            <a:spLocks noGrp="1"/>
          </p:cNvSpPr>
          <p:nvPr>
            <p:ph type="title"/>
          </p:nvPr>
        </p:nvSpPr>
        <p:spPr>
          <a:xfrm>
            <a:off x="584823" y="2120900"/>
            <a:ext cx="5117700" cy="2874000"/>
          </a:xfrm>
          <a:prstGeom prst="rect">
            <a:avLst/>
          </a:prstGeom>
          <a:noFill/>
          <a:ln>
            <a:noFill/>
          </a:ln>
        </p:spPr>
        <p:txBody>
          <a:bodyPr spcFirstLastPara="1" wrap="square" lIns="91425" tIns="45700" rIns="91425" bIns="45700" anchor="ctr" anchorCtr="0">
            <a:noAutofit/>
          </a:bodyPr>
          <a:lstStyle/>
          <a:p>
            <a:pPr lvl="0"/>
            <a:r>
              <a:rPr lang="en-MY" sz="4000" dirty="0"/>
              <a:t>SCSE2133</a:t>
            </a:r>
            <a:br>
              <a:rPr lang="en-MY" dirty="0"/>
            </a:br>
            <a:r>
              <a:rPr lang="en-MY" dirty="0"/>
              <a:t>Additional Notes</a:t>
            </a:r>
            <a:br>
              <a:rPr lang="en-MY" dirty="0"/>
            </a:br>
            <a:r>
              <a:rPr lang="en-MY" dirty="0"/>
              <a:t>User Stories</a:t>
            </a:r>
            <a:endParaRPr dirty="0"/>
          </a:p>
        </p:txBody>
      </p:sp>
      <p:sp>
        <p:nvSpPr>
          <p:cNvPr id="2" name="TextBox 1">
            <a:extLst>
              <a:ext uri="{FF2B5EF4-FFF2-40B4-BE49-F238E27FC236}">
                <a16:creationId xmlns:a16="http://schemas.microsoft.com/office/drawing/2014/main" id="{226252DA-1703-6050-AEE9-5EF043F0D633}"/>
              </a:ext>
            </a:extLst>
          </p:cNvPr>
          <p:cNvSpPr txBox="1"/>
          <p:nvPr/>
        </p:nvSpPr>
        <p:spPr>
          <a:xfrm>
            <a:off x="8836960" y="2965076"/>
            <a:ext cx="3225052" cy="3139321"/>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100" dirty="0">
                <a:latin typeface="Cambria"/>
                <a:ea typeface="Cambria"/>
                <a:cs typeface="Calibri"/>
              </a:rPr>
              <a:t>This slide contains material that is copied from the book Agile Project Manager_v2_handbook by Agile Business Consortium. All rights reserved. No part of this material may be reproduced or transmitted in any form or by any means without the prior written permission of the copyright owner. This material is used here for educational purposes under the doctrine of fair use, with the intention to support learning and teaching.</a:t>
            </a:r>
            <a:endParaRPr lang="en-US" dirty="0">
              <a:latin typeface="Cambria"/>
              <a:ea typeface="Cambria"/>
            </a:endParaRPr>
          </a:p>
          <a:p>
            <a:pPr algn="just"/>
            <a:endParaRPr lang="en-US" sz="1100" dirty="0">
              <a:latin typeface="Cambria"/>
              <a:ea typeface="Cambria"/>
              <a:cs typeface="Calibri"/>
            </a:endParaRPr>
          </a:p>
          <a:p>
            <a:pPr algn="just"/>
            <a:r>
              <a:rPr lang="en-US" sz="1100" dirty="0">
                <a:latin typeface="Cambria"/>
                <a:ea typeface="Cambria"/>
                <a:cs typeface="Calibri"/>
              </a:rPr>
              <a:t>For more information, please refer to the original source: </a:t>
            </a:r>
            <a:endParaRPr lang="en-US">
              <a:latin typeface="Cambria"/>
              <a:ea typeface="Cambria"/>
              <a:cs typeface="Calibri" panose="020F0502020204030204" pitchFamily="34" charset="0"/>
            </a:endParaRPr>
          </a:p>
          <a:p>
            <a:pPr algn="just"/>
            <a:r>
              <a:rPr lang="en-US" sz="1100" b="1" dirty="0">
                <a:latin typeface="Cambria"/>
                <a:ea typeface="Cambria"/>
                <a:cs typeface="Calibri"/>
              </a:rPr>
              <a:t>Book Title: </a:t>
            </a:r>
            <a:r>
              <a:rPr lang="en-US" sz="1100" dirty="0">
                <a:latin typeface="Cambria"/>
                <a:ea typeface="Cambria"/>
                <a:cs typeface="Calibri"/>
              </a:rPr>
              <a:t>Agile Project Manager_v2_handbook</a:t>
            </a:r>
            <a:r>
              <a:rPr lang="en-US" sz="1100" b="1" dirty="0">
                <a:latin typeface="Cambria"/>
                <a:ea typeface="Cambria"/>
                <a:cs typeface="Calibri"/>
              </a:rPr>
              <a:t> Author: </a:t>
            </a:r>
            <a:r>
              <a:rPr lang="en-US" sz="1100" dirty="0">
                <a:latin typeface="Cambria"/>
                <a:ea typeface="Cambria"/>
                <a:cs typeface="Calibri"/>
              </a:rPr>
              <a:t>Agile Business Consortium</a:t>
            </a:r>
            <a:r>
              <a:rPr lang="en-US" sz="1100" b="1" dirty="0">
                <a:latin typeface="Cambria"/>
                <a:ea typeface="Cambria"/>
                <a:cs typeface="Calibri"/>
              </a:rPr>
              <a:t> </a:t>
            </a:r>
            <a:endParaRPr lang="en-US" b="1">
              <a:latin typeface="Cambria"/>
              <a:ea typeface="Cambria"/>
              <a:cs typeface="Calibri" panose="020F0502020204030204" pitchFamily="34" charset="0"/>
            </a:endParaRPr>
          </a:p>
          <a:p>
            <a:pPr algn="just"/>
            <a:r>
              <a:rPr lang="en-US" sz="1100" b="1" dirty="0">
                <a:latin typeface="Cambria"/>
                <a:ea typeface="Cambria"/>
                <a:cs typeface="Calibri"/>
              </a:rPr>
              <a:t>Publisher: </a:t>
            </a:r>
            <a:r>
              <a:rPr lang="en-US" sz="1100" dirty="0">
                <a:latin typeface="Cambria"/>
                <a:ea typeface="Cambria"/>
                <a:cs typeface="Calibri"/>
              </a:rPr>
              <a:t>Buckland Media Group Limited </a:t>
            </a:r>
            <a:endParaRPr lang="en-US">
              <a:latin typeface="Cambria"/>
              <a:ea typeface="Cambria"/>
              <a:cs typeface="Calibri" panose="020F0502020204030204" pitchFamily="34" charset="0"/>
            </a:endParaRPr>
          </a:p>
          <a:p>
            <a:pPr algn="just"/>
            <a:r>
              <a:rPr lang="en-US" sz="1100" b="1" dirty="0">
                <a:latin typeface="Cambria"/>
                <a:ea typeface="Cambria"/>
                <a:cs typeface="Calibri"/>
              </a:rPr>
              <a:t>Year of Publication: </a:t>
            </a:r>
            <a:r>
              <a:rPr lang="en-US" sz="1100" dirty="0">
                <a:latin typeface="Cambria"/>
                <a:ea typeface="Cambria"/>
                <a:cs typeface="Calibri"/>
              </a:rPr>
              <a:t>2017 </a:t>
            </a:r>
            <a:endParaRPr lang="en-US">
              <a:latin typeface="Cambria"/>
              <a:ea typeface="Cambria"/>
              <a:cs typeface="Calibri" panose="020F0502020204030204" pitchFamily="34" charset="0"/>
            </a:endParaRPr>
          </a:p>
          <a:p>
            <a:pPr algn="just"/>
            <a:r>
              <a:rPr lang="en-US" sz="1100" b="1" dirty="0">
                <a:latin typeface="Cambria"/>
                <a:ea typeface="Cambria"/>
                <a:cs typeface="Calibri"/>
              </a:rPr>
              <a:t>Please consult the book for further details and complete content.</a:t>
            </a:r>
            <a:endParaRPr lang="en-US" b="1">
              <a:latin typeface="Cambria"/>
              <a:ea typeface="Cambria"/>
              <a:cs typeface="Calibri" panose="020F0502020204030204" pitchFamily="34" charset="0"/>
            </a:endParaRPr>
          </a:p>
        </p:txBody>
      </p:sp>
      <p:sp>
        <p:nvSpPr>
          <p:cNvPr id="3" name="TextBox 2">
            <a:extLst>
              <a:ext uri="{FF2B5EF4-FFF2-40B4-BE49-F238E27FC236}">
                <a16:creationId xmlns:a16="http://schemas.microsoft.com/office/drawing/2014/main" id="{5B4C733A-A7F7-333B-2F21-B0FAFFD65C69}"/>
              </a:ext>
            </a:extLst>
          </p:cNvPr>
          <p:cNvSpPr txBox="1"/>
          <p:nvPr/>
        </p:nvSpPr>
        <p:spPr>
          <a:xfrm>
            <a:off x="8682706" y="1505415"/>
            <a:ext cx="3509294" cy="1015663"/>
          </a:xfrm>
          <a:prstGeom prst="rect">
            <a:avLst/>
          </a:prstGeom>
          <a:noFill/>
        </p:spPr>
        <p:txBody>
          <a:bodyPr wrap="none" rtlCol="0">
            <a:spAutoFit/>
          </a:bodyPr>
          <a:lstStyle/>
          <a:p>
            <a:r>
              <a:rPr lang="en-MY" sz="2000" dirty="0"/>
              <a:t>Rohayanti Hassan</a:t>
            </a:r>
          </a:p>
          <a:p>
            <a:r>
              <a:rPr lang="en-MY" sz="2000" dirty="0"/>
              <a:t>Faculty of Computing</a:t>
            </a:r>
          </a:p>
          <a:p>
            <a:r>
              <a:rPr lang="en-MY" sz="2000" dirty="0" err="1"/>
              <a:t>Universiti</a:t>
            </a:r>
            <a:r>
              <a:rPr lang="en-MY" sz="2000" dirty="0"/>
              <a:t> </a:t>
            </a:r>
            <a:r>
              <a:rPr lang="en-MY" sz="2000" dirty="0" err="1"/>
              <a:t>Teknologi</a:t>
            </a:r>
            <a:r>
              <a:rPr lang="en-MY" sz="2000" dirty="0"/>
              <a:t> Malaysia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sp>
        <p:nvSpPr>
          <p:cNvPr id="619" name="Google Shape;619;g37e47e77286_0_159"/>
          <p:cNvSpPr txBox="1">
            <a:spLocks noGrp="1"/>
          </p:cNvSpPr>
          <p:nvPr>
            <p:ph type="title"/>
          </p:nvPr>
        </p:nvSpPr>
        <p:spPr>
          <a:xfrm>
            <a:off x="7377675" y="2149546"/>
            <a:ext cx="4677300" cy="2870400"/>
          </a:xfrm>
          <a:prstGeom prst="rect">
            <a:avLst/>
          </a:prstGeom>
        </p:spPr>
        <p:txBody>
          <a:bodyPr spcFirstLastPara="1" wrap="square" lIns="91425" tIns="45700" rIns="91425" bIns="45700" anchor="ctr" anchorCtr="0">
            <a:noAutofit/>
          </a:bodyPr>
          <a:lstStyle/>
          <a:p>
            <a:pPr marL="0" lvl="0" indent="0" algn="ctr" rtl="0">
              <a:lnSpc>
                <a:spcPct val="150000"/>
              </a:lnSpc>
              <a:spcBef>
                <a:spcPts val="0"/>
              </a:spcBef>
              <a:spcAft>
                <a:spcPts val="0"/>
              </a:spcAft>
              <a:buNone/>
            </a:pPr>
            <a:r>
              <a:rPr lang="en-MY" dirty="0"/>
              <a:t>User Stories</a:t>
            </a:r>
            <a:endParaRPr dirty="0"/>
          </a:p>
        </p:txBody>
      </p:sp>
      <p:sp>
        <p:nvSpPr>
          <p:cNvPr id="620" name="Google Shape;620;g37e47e77286_0_159"/>
          <p:cNvSpPr txBox="1">
            <a:spLocks noGrp="1"/>
          </p:cNvSpPr>
          <p:nvPr>
            <p:ph type="sldNum" idx="12"/>
          </p:nvPr>
        </p:nvSpPr>
        <p:spPr>
          <a:xfrm>
            <a:off x="10637134" y="6432584"/>
            <a:ext cx="756300" cy="3213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MY"/>
              <a:t>3</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sp>
        <p:nvSpPr>
          <p:cNvPr id="625" name="Google Shape;625;g37e47e77286_0_623"/>
          <p:cNvSpPr txBox="1">
            <a:spLocks noGrp="1"/>
          </p:cNvSpPr>
          <p:nvPr>
            <p:ph type="title"/>
          </p:nvPr>
        </p:nvSpPr>
        <p:spPr>
          <a:xfrm>
            <a:off x="373400" y="389000"/>
            <a:ext cx="11228100" cy="9219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1400"/>
              <a:buNone/>
            </a:pPr>
            <a:r>
              <a:rPr lang="en-MY" dirty="0"/>
              <a:t>Introduction: User Story and Agile</a:t>
            </a:r>
            <a:endParaRPr dirty="0"/>
          </a:p>
        </p:txBody>
      </p:sp>
      <p:sp>
        <p:nvSpPr>
          <p:cNvPr id="626" name="Google Shape;626;g37e47e77286_0_623"/>
          <p:cNvSpPr txBox="1">
            <a:spLocks noGrp="1"/>
          </p:cNvSpPr>
          <p:nvPr>
            <p:ph type="sldNum" idx="12"/>
          </p:nvPr>
        </p:nvSpPr>
        <p:spPr>
          <a:xfrm>
            <a:off x="10637134" y="6432584"/>
            <a:ext cx="756300" cy="3213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200"/>
              <a:buNone/>
            </a:pPr>
            <a:fld id="{00000000-1234-1234-1234-123412341234}" type="slidenum">
              <a:rPr lang="en-MY"/>
              <a:t>4</a:t>
            </a:fld>
            <a:endParaRPr/>
          </a:p>
        </p:txBody>
      </p:sp>
      <p:sp>
        <p:nvSpPr>
          <p:cNvPr id="627" name="Google Shape;627;g37e47e77286_0_623"/>
          <p:cNvSpPr txBox="1"/>
          <p:nvPr/>
        </p:nvSpPr>
        <p:spPr>
          <a:xfrm>
            <a:off x="574384" y="1598860"/>
            <a:ext cx="10440900" cy="4055400"/>
          </a:xfrm>
          <a:prstGeom prst="rect">
            <a:avLst/>
          </a:prstGeom>
          <a:noFill/>
          <a:ln>
            <a:noFill/>
          </a:ln>
        </p:spPr>
        <p:txBody>
          <a:bodyPr spcFirstLastPara="1" wrap="square" lIns="91425" tIns="91425" rIns="91425" bIns="91425" anchor="t" anchorCtr="0">
            <a:noAutofit/>
          </a:bodyPr>
          <a:lstStyle/>
          <a:p>
            <a:pPr marL="342900" marR="0" lvl="0" indent="-342900" algn="l" rtl="0">
              <a:lnSpc>
                <a:spcPct val="150000"/>
              </a:lnSpc>
              <a:spcBef>
                <a:spcPts val="0"/>
              </a:spcBef>
              <a:spcAft>
                <a:spcPts val="0"/>
              </a:spcAft>
              <a:buFont typeface="Wingdings" panose="05000000000000000000" pitchFamily="2" charset="2"/>
              <a:buChar char="§"/>
            </a:pPr>
            <a:r>
              <a:rPr lang="en-US" sz="2200" dirty="0">
                <a:solidFill>
                  <a:srgbClr val="595959"/>
                </a:solidFill>
                <a:latin typeface="Lato"/>
                <a:ea typeface="Lato"/>
                <a:cs typeface="Lato"/>
                <a:sym typeface="Lato"/>
              </a:rPr>
              <a:t>A user story is an informal, general explanation of a software feature written from the perspective of the end user. Its purpose is to articulate how a software feature will provide value to the customer.</a:t>
            </a:r>
          </a:p>
          <a:p>
            <a:pPr marL="342900" marR="0" lvl="0" indent="-342900" algn="l" rtl="0">
              <a:lnSpc>
                <a:spcPct val="150000"/>
              </a:lnSpc>
              <a:spcBef>
                <a:spcPts val="0"/>
              </a:spcBef>
              <a:spcAft>
                <a:spcPts val="0"/>
              </a:spcAft>
              <a:buFont typeface="Wingdings" panose="05000000000000000000" pitchFamily="2" charset="2"/>
              <a:buChar char="§"/>
            </a:pPr>
            <a:r>
              <a:rPr lang="en-US" sz="2200" dirty="0">
                <a:solidFill>
                  <a:srgbClr val="595959"/>
                </a:solidFill>
                <a:latin typeface="Lato"/>
                <a:ea typeface="Lato"/>
                <a:cs typeface="Lato"/>
                <a:sym typeface="Lato"/>
              </a:rPr>
              <a:t>User stories are one of the core components of an agile program. it drives collaboration, clarity, and better products.</a:t>
            </a:r>
          </a:p>
          <a:p>
            <a:pPr marL="342900" marR="0" lvl="0" indent="-342900" algn="l" rtl="0">
              <a:lnSpc>
                <a:spcPct val="150000"/>
              </a:lnSpc>
              <a:spcBef>
                <a:spcPts val="0"/>
              </a:spcBef>
              <a:spcAft>
                <a:spcPts val="0"/>
              </a:spcAft>
              <a:buFont typeface="Wingdings" panose="05000000000000000000" pitchFamily="2" charset="2"/>
              <a:buChar char="§"/>
            </a:pPr>
            <a:r>
              <a:rPr lang="en-US" sz="2200" dirty="0">
                <a:solidFill>
                  <a:srgbClr val="595959"/>
                </a:solidFill>
                <a:latin typeface="Lato"/>
                <a:ea typeface="Lato"/>
                <a:cs typeface="Lato"/>
                <a:sym typeface="Lato"/>
              </a:rPr>
              <a:t>Written in non-technical language, it keeps the end user at the center. It explains what is built, why, and the value for the customer.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24">
          <a:extLst>
            <a:ext uri="{FF2B5EF4-FFF2-40B4-BE49-F238E27FC236}">
              <a16:creationId xmlns:a16="http://schemas.microsoft.com/office/drawing/2014/main" id="{33E55D31-6FA8-E9CC-52DF-DC995BBDF785}"/>
            </a:ext>
          </a:extLst>
        </p:cNvPr>
        <p:cNvGrpSpPr/>
        <p:nvPr/>
      </p:nvGrpSpPr>
      <p:grpSpPr>
        <a:xfrm>
          <a:off x="0" y="0"/>
          <a:ext cx="0" cy="0"/>
          <a:chOff x="0" y="0"/>
          <a:chExt cx="0" cy="0"/>
        </a:xfrm>
      </p:grpSpPr>
      <p:sp>
        <p:nvSpPr>
          <p:cNvPr id="625" name="Google Shape;625;g37e47e77286_0_623">
            <a:extLst>
              <a:ext uri="{FF2B5EF4-FFF2-40B4-BE49-F238E27FC236}">
                <a16:creationId xmlns:a16="http://schemas.microsoft.com/office/drawing/2014/main" id="{2BBDEA4A-F1D0-5252-99B4-E62CDBE70804}"/>
              </a:ext>
            </a:extLst>
          </p:cNvPr>
          <p:cNvSpPr txBox="1">
            <a:spLocks noGrp="1"/>
          </p:cNvSpPr>
          <p:nvPr>
            <p:ph type="title"/>
          </p:nvPr>
        </p:nvSpPr>
        <p:spPr>
          <a:xfrm>
            <a:off x="373400" y="389000"/>
            <a:ext cx="11228100" cy="9219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1400"/>
              <a:buNone/>
            </a:pPr>
            <a:r>
              <a:rPr lang="en-MY" dirty="0"/>
              <a:t>Working with User Story</a:t>
            </a:r>
            <a:endParaRPr dirty="0"/>
          </a:p>
        </p:txBody>
      </p:sp>
      <p:sp>
        <p:nvSpPr>
          <p:cNvPr id="626" name="Google Shape;626;g37e47e77286_0_623">
            <a:extLst>
              <a:ext uri="{FF2B5EF4-FFF2-40B4-BE49-F238E27FC236}">
                <a16:creationId xmlns:a16="http://schemas.microsoft.com/office/drawing/2014/main" id="{8063093B-3EDC-4908-9D75-8DEAD8C0D707}"/>
              </a:ext>
            </a:extLst>
          </p:cNvPr>
          <p:cNvSpPr txBox="1">
            <a:spLocks noGrp="1"/>
          </p:cNvSpPr>
          <p:nvPr>
            <p:ph type="sldNum" idx="12"/>
          </p:nvPr>
        </p:nvSpPr>
        <p:spPr>
          <a:xfrm>
            <a:off x="10637134" y="6432584"/>
            <a:ext cx="756300" cy="3213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200"/>
              <a:buNone/>
            </a:pPr>
            <a:fld id="{00000000-1234-1234-1234-123412341234}" type="slidenum">
              <a:rPr lang="en-MY"/>
              <a:t>5</a:t>
            </a:fld>
            <a:endParaRPr/>
          </a:p>
        </p:txBody>
      </p:sp>
      <p:sp>
        <p:nvSpPr>
          <p:cNvPr id="627" name="Google Shape;627;g37e47e77286_0_623">
            <a:extLst>
              <a:ext uri="{FF2B5EF4-FFF2-40B4-BE49-F238E27FC236}">
                <a16:creationId xmlns:a16="http://schemas.microsoft.com/office/drawing/2014/main" id="{4552F2B5-61CB-7104-E1C1-A96D7792BF2D}"/>
              </a:ext>
            </a:extLst>
          </p:cNvPr>
          <p:cNvSpPr txBox="1"/>
          <p:nvPr/>
        </p:nvSpPr>
        <p:spPr>
          <a:xfrm>
            <a:off x="574384" y="1598860"/>
            <a:ext cx="10440900" cy="2207330"/>
          </a:xfrm>
          <a:prstGeom prst="rect">
            <a:avLst/>
          </a:prstGeom>
          <a:noFill/>
          <a:ln>
            <a:noFill/>
          </a:ln>
        </p:spPr>
        <p:txBody>
          <a:bodyPr spcFirstLastPara="1" wrap="square" lIns="91425" tIns="91425" rIns="91425" bIns="91425" anchor="t" anchorCtr="0">
            <a:noAutofit/>
          </a:bodyPr>
          <a:lstStyle/>
          <a:p>
            <a:pPr marL="342900" marR="0" lvl="0" indent="-342900" algn="l" rtl="0">
              <a:lnSpc>
                <a:spcPct val="150000"/>
              </a:lnSpc>
              <a:spcBef>
                <a:spcPts val="0"/>
              </a:spcBef>
              <a:spcAft>
                <a:spcPts val="0"/>
              </a:spcAft>
              <a:buFont typeface="Wingdings" panose="05000000000000000000" pitchFamily="2" charset="2"/>
              <a:buChar char="§"/>
            </a:pPr>
            <a:r>
              <a:rPr lang="en-US" sz="2200" b="1" dirty="0">
                <a:solidFill>
                  <a:srgbClr val="595959"/>
                </a:solidFill>
                <a:latin typeface="Lato"/>
                <a:ea typeface="Lato"/>
                <a:cs typeface="Lato"/>
                <a:sym typeface="Lato"/>
              </a:rPr>
              <a:t>Scrum</a:t>
            </a:r>
            <a:r>
              <a:rPr lang="en-US" sz="2200" dirty="0">
                <a:solidFill>
                  <a:srgbClr val="595959"/>
                </a:solidFill>
                <a:latin typeface="Lato"/>
                <a:ea typeface="Lato"/>
                <a:cs typeface="Lato"/>
                <a:sym typeface="Lato"/>
              </a:rPr>
              <a:t>: User stories go into sprints, driving estimation, planning, and forecasting.</a:t>
            </a:r>
          </a:p>
          <a:p>
            <a:pPr marL="342900" marR="0" lvl="0" indent="-342900" algn="l" rtl="0">
              <a:lnSpc>
                <a:spcPct val="150000"/>
              </a:lnSpc>
              <a:spcBef>
                <a:spcPts val="0"/>
              </a:spcBef>
              <a:spcAft>
                <a:spcPts val="0"/>
              </a:spcAft>
              <a:buFont typeface="Wingdings" panose="05000000000000000000" pitchFamily="2" charset="2"/>
              <a:buChar char="§"/>
            </a:pPr>
            <a:r>
              <a:rPr lang="en-US" sz="2200" b="1" dirty="0">
                <a:solidFill>
                  <a:srgbClr val="595959"/>
                </a:solidFill>
                <a:latin typeface="Lato"/>
                <a:ea typeface="Lato"/>
                <a:cs typeface="Lato"/>
                <a:sym typeface="Lato"/>
              </a:rPr>
              <a:t>Kanban</a:t>
            </a:r>
            <a:r>
              <a:rPr lang="en-US" sz="2200" dirty="0">
                <a:solidFill>
                  <a:srgbClr val="595959"/>
                </a:solidFill>
                <a:latin typeface="Lato"/>
                <a:ea typeface="Lato"/>
                <a:cs typeface="Lato"/>
                <a:sym typeface="Lato"/>
              </a:rPr>
              <a:t>: User stories move through workflow, helping manage WIP and refine processes. In both, stories improve agility and efficiency.</a:t>
            </a:r>
          </a:p>
        </p:txBody>
      </p:sp>
      <p:pic>
        <p:nvPicPr>
          <p:cNvPr id="3" name="Picture 2">
            <a:extLst>
              <a:ext uri="{FF2B5EF4-FFF2-40B4-BE49-F238E27FC236}">
                <a16:creationId xmlns:a16="http://schemas.microsoft.com/office/drawing/2014/main" id="{086BC6F6-BA09-CCAF-1111-F7DD8B36BE28}"/>
              </a:ext>
            </a:extLst>
          </p:cNvPr>
          <p:cNvPicPr>
            <a:picLocks noChangeAspect="1"/>
          </p:cNvPicPr>
          <p:nvPr/>
        </p:nvPicPr>
        <p:blipFill>
          <a:blip r:embed="rId3"/>
          <a:stretch>
            <a:fillRect/>
          </a:stretch>
        </p:blipFill>
        <p:spPr>
          <a:xfrm>
            <a:off x="574384" y="4299181"/>
            <a:ext cx="2160951" cy="2294053"/>
          </a:xfrm>
          <a:prstGeom prst="rect">
            <a:avLst/>
          </a:prstGeom>
        </p:spPr>
      </p:pic>
      <p:pic>
        <p:nvPicPr>
          <p:cNvPr id="5" name="Picture 4">
            <a:extLst>
              <a:ext uri="{FF2B5EF4-FFF2-40B4-BE49-F238E27FC236}">
                <a16:creationId xmlns:a16="http://schemas.microsoft.com/office/drawing/2014/main" id="{EDA1C832-0EB9-C27A-8257-972164EB08F6}"/>
              </a:ext>
            </a:extLst>
          </p:cNvPr>
          <p:cNvPicPr>
            <a:picLocks noChangeAspect="1"/>
          </p:cNvPicPr>
          <p:nvPr/>
        </p:nvPicPr>
        <p:blipFill>
          <a:blip r:embed="rId4"/>
          <a:stretch>
            <a:fillRect/>
          </a:stretch>
        </p:blipFill>
        <p:spPr>
          <a:xfrm>
            <a:off x="3198463" y="4299181"/>
            <a:ext cx="2207928" cy="2278394"/>
          </a:xfrm>
          <a:prstGeom prst="rect">
            <a:avLst/>
          </a:prstGeom>
          <a:solidFill>
            <a:srgbClr val="FBFBFB"/>
          </a:solidFill>
        </p:spPr>
      </p:pic>
      <p:sp>
        <p:nvSpPr>
          <p:cNvPr id="6" name="Rectangle 5">
            <a:extLst>
              <a:ext uri="{FF2B5EF4-FFF2-40B4-BE49-F238E27FC236}">
                <a16:creationId xmlns:a16="http://schemas.microsoft.com/office/drawing/2014/main" id="{11110B7E-6DD6-F76D-A8A6-35B8D26F9B9F}"/>
              </a:ext>
            </a:extLst>
          </p:cNvPr>
          <p:cNvSpPr/>
          <p:nvPr/>
        </p:nvSpPr>
        <p:spPr>
          <a:xfrm>
            <a:off x="688054" y="3469440"/>
            <a:ext cx="4710472" cy="50292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b="1" dirty="0"/>
              <a:t>Initiative</a:t>
            </a:r>
          </a:p>
        </p:txBody>
      </p:sp>
      <p:cxnSp>
        <p:nvCxnSpPr>
          <p:cNvPr id="8" name="Connector: Elbow 7">
            <a:extLst>
              <a:ext uri="{FF2B5EF4-FFF2-40B4-BE49-F238E27FC236}">
                <a16:creationId xmlns:a16="http://schemas.microsoft.com/office/drawing/2014/main" id="{AFA986AE-6D6B-99BB-2DE9-53DA047C9441}"/>
              </a:ext>
            </a:extLst>
          </p:cNvPr>
          <p:cNvCxnSpPr>
            <a:stCxn id="6" idx="2"/>
            <a:endCxn id="3" idx="0"/>
          </p:cNvCxnSpPr>
          <p:nvPr/>
        </p:nvCxnSpPr>
        <p:spPr>
          <a:xfrm rot="5400000">
            <a:off x="2185665" y="3441555"/>
            <a:ext cx="326821" cy="1388430"/>
          </a:xfrm>
          <a:prstGeom prst="bentConnector3">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10" name="Connector: Elbow 9">
            <a:extLst>
              <a:ext uri="{FF2B5EF4-FFF2-40B4-BE49-F238E27FC236}">
                <a16:creationId xmlns:a16="http://schemas.microsoft.com/office/drawing/2014/main" id="{0882D87C-54AE-E258-FAA3-D4CD3731D053}"/>
              </a:ext>
            </a:extLst>
          </p:cNvPr>
          <p:cNvCxnSpPr>
            <a:stCxn id="6" idx="2"/>
            <a:endCxn id="5" idx="0"/>
          </p:cNvCxnSpPr>
          <p:nvPr/>
        </p:nvCxnSpPr>
        <p:spPr>
          <a:xfrm rot="16200000" flipH="1">
            <a:off x="3509448" y="3506201"/>
            <a:ext cx="326821" cy="1259137"/>
          </a:xfrm>
          <a:prstGeom prst="bentConnector3">
            <a:avLst/>
          </a:prstGeom>
          <a:ln>
            <a:tailEnd type="triangle"/>
          </a:ln>
        </p:spPr>
        <p:style>
          <a:lnRef idx="2">
            <a:schemeClr val="accent4"/>
          </a:lnRef>
          <a:fillRef idx="0">
            <a:schemeClr val="accent4"/>
          </a:fillRef>
          <a:effectRef idx="1">
            <a:schemeClr val="accent4"/>
          </a:effectRef>
          <a:fontRef idx="minor">
            <a:schemeClr val="tx1"/>
          </a:fontRef>
        </p:style>
      </p:cxnSp>
      <p:pic>
        <p:nvPicPr>
          <p:cNvPr id="11" name="Picture 10">
            <a:extLst>
              <a:ext uri="{FF2B5EF4-FFF2-40B4-BE49-F238E27FC236}">
                <a16:creationId xmlns:a16="http://schemas.microsoft.com/office/drawing/2014/main" id="{5D1D362D-B10C-9E7A-027F-5DBF7F09AD8B}"/>
              </a:ext>
            </a:extLst>
          </p:cNvPr>
          <p:cNvPicPr>
            <a:picLocks noChangeAspect="1"/>
          </p:cNvPicPr>
          <p:nvPr/>
        </p:nvPicPr>
        <p:blipFill>
          <a:blip r:embed="rId3"/>
          <a:stretch>
            <a:fillRect/>
          </a:stretch>
        </p:blipFill>
        <p:spPr>
          <a:xfrm>
            <a:off x="5732370" y="4294531"/>
            <a:ext cx="2160951" cy="2294053"/>
          </a:xfrm>
          <a:prstGeom prst="rect">
            <a:avLst/>
          </a:prstGeom>
        </p:spPr>
      </p:pic>
      <p:pic>
        <p:nvPicPr>
          <p:cNvPr id="12" name="Picture 11">
            <a:extLst>
              <a:ext uri="{FF2B5EF4-FFF2-40B4-BE49-F238E27FC236}">
                <a16:creationId xmlns:a16="http://schemas.microsoft.com/office/drawing/2014/main" id="{76264D92-7DC4-3C5E-D08D-188545A9E778}"/>
              </a:ext>
            </a:extLst>
          </p:cNvPr>
          <p:cNvPicPr>
            <a:picLocks noChangeAspect="1"/>
          </p:cNvPicPr>
          <p:nvPr/>
        </p:nvPicPr>
        <p:blipFill>
          <a:blip r:embed="rId4"/>
          <a:stretch>
            <a:fillRect/>
          </a:stretch>
        </p:blipFill>
        <p:spPr>
          <a:xfrm>
            <a:off x="8356449" y="4294531"/>
            <a:ext cx="2207928" cy="2278394"/>
          </a:xfrm>
          <a:prstGeom prst="rect">
            <a:avLst/>
          </a:prstGeom>
        </p:spPr>
      </p:pic>
      <p:sp>
        <p:nvSpPr>
          <p:cNvPr id="13" name="Rectangle 12">
            <a:extLst>
              <a:ext uri="{FF2B5EF4-FFF2-40B4-BE49-F238E27FC236}">
                <a16:creationId xmlns:a16="http://schemas.microsoft.com/office/drawing/2014/main" id="{C4FE571D-791C-46D9-9ECB-9B74EF4F49E4}"/>
              </a:ext>
            </a:extLst>
          </p:cNvPr>
          <p:cNvSpPr/>
          <p:nvPr/>
        </p:nvSpPr>
        <p:spPr>
          <a:xfrm>
            <a:off x="5846040" y="3464790"/>
            <a:ext cx="4710472" cy="50292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Build a seamless online shopping experience</a:t>
            </a:r>
            <a:endParaRPr lang="en-MY" b="1" dirty="0"/>
          </a:p>
        </p:txBody>
      </p:sp>
      <p:cxnSp>
        <p:nvCxnSpPr>
          <p:cNvPr id="14" name="Connector: Elbow 13">
            <a:extLst>
              <a:ext uri="{FF2B5EF4-FFF2-40B4-BE49-F238E27FC236}">
                <a16:creationId xmlns:a16="http://schemas.microsoft.com/office/drawing/2014/main" id="{69898FF6-D316-AB43-82D8-0C665B93C5F9}"/>
              </a:ext>
            </a:extLst>
          </p:cNvPr>
          <p:cNvCxnSpPr>
            <a:stCxn id="13" idx="2"/>
            <a:endCxn id="11" idx="0"/>
          </p:cNvCxnSpPr>
          <p:nvPr/>
        </p:nvCxnSpPr>
        <p:spPr>
          <a:xfrm rot="5400000">
            <a:off x="7343651" y="3436905"/>
            <a:ext cx="326821" cy="1388430"/>
          </a:xfrm>
          <a:prstGeom prst="bentConnector3">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15" name="Connector: Elbow 14">
            <a:extLst>
              <a:ext uri="{FF2B5EF4-FFF2-40B4-BE49-F238E27FC236}">
                <a16:creationId xmlns:a16="http://schemas.microsoft.com/office/drawing/2014/main" id="{0D647228-DA3B-3E44-704A-36AA1298D561}"/>
              </a:ext>
            </a:extLst>
          </p:cNvPr>
          <p:cNvCxnSpPr>
            <a:stCxn id="13" idx="2"/>
            <a:endCxn id="12" idx="0"/>
          </p:cNvCxnSpPr>
          <p:nvPr/>
        </p:nvCxnSpPr>
        <p:spPr>
          <a:xfrm rot="16200000" flipH="1">
            <a:off x="8667434" y="3501551"/>
            <a:ext cx="326821" cy="1259137"/>
          </a:xfrm>
          <a:prstGeom prst="bentConnector3">
            <a:avLst/>
          </a:prstGeom>
          <a:ln>
            <a:tailEnd type="triangle"/>
          </a:ln>
        </p:spPr>
        <p:style>
          <a:lnRef idx="2">
            <a:schemeClr val="accent4"/>
          </a:lnRef>
          <a:fillRef idx="0">
            <a:schemeClr val="accent4"/>
          </a:fillRef>
          <a:effectRef idx="1">
            <a:schemeClr val="accent4"/>
          </a:effectRef>
          <a:fontRef idx="minor">
            <a:schemeClr val="tx1"/>
          </a:fontRef>
        </p:style>
      </p:cxnSp>
      <p:sp>
        <p:nvSpPr>
          <p:cNvPr id="17" name="TextBox 16">
            <a:extLst>
              <a:ext uri="{FF2B5EF4-FFF2-40B4-BE49-F238E27FC236}">
                <a16:creationId xmlns:a16="http://schemas.microsoft.com/office/drawing/2014/main" id="{FB0715F7-6C7F-D918-674D-7AEF88325DBC}"/>
              </a:ext>
            </a:extLst>
          </p:cNvPr>
          <p:cNvSpPr txBox="1"/>
          <p:nvPr/>
        </p:nvSpPr>
        <p:spPr>
          <a:xfrm>
            <a:off x="5871524" y="4405908"/>
            <a:ext cx="1882641" cy="430887"/>
          </a:xfrm>
          <a:prstGeom prst="rect">
            <a:avLst/>
          </a:prstGeom>
          <a:solidFill>
            <a:srgbClr val="00B8D9"/>
          </a:solidFill>
        </p:spPr>
        <p:txBody>
          <a:bodyPr wrap="square">
            <a:spAutoFit/>
          </a:bodyPr>
          <a:lstStyle/>
          <a:p>
            <a:pPr algn="ctr"/>
            <a:r>
              <a:rPr lang="en-MY" sz="1100" b="1" dirty="0">
                <a:solidFill>
                  <a:schemeClr val="bg1"/>
                </a:solidFill>
              </a:rPr>
              <a:t>User Account &amp; Authentication</a:t>
            </a:r>
          </a:p>
        </p:txBody>
      </p:sp>
      <p:sp>
        <p:nvSpPr>
          <p:cNvPr id="18" name="TextBox 17">
            <a:extLst>
              <a:ext uri="{FF2B5EF4-FFF2-40B4-BE49-F238E27FC236}">
                <a16:creationId xmlns:a16="http://schemas.microsoft.com/office/drawing/2014/main" id="{0C865D93-47F2-6086-E649-B038859BCBD6}"/>
              </a:ext>
            </a:extLst>
          </p:cNvPr>
          <p:cNvSpPr txBox="1"/>
          <p:nvPr/>
        </p:nvSpPr>
        <p:spPr>
          <a:xfrm>
            <a:off x="5749798" y="5429411"/>
            <a:ext cx="1063046" cy="369332"/>
          </a:xfrm>
          <a:prstGeom prst="rect">
            <a:avLst/>
          </a:prstGeom>
          <a:solidFill>
            <a:srgbClr val="00B8D9"/>
          </a:solidFill>
        </p:spPr>
        <p:txBody>
          <a:bodyPr wrap="square">
            <a:spAutoFit/>
          </a:bodyPr>
          <a:lstStyle/>
          <a:p>
            <a:pPr algn="ctr"/>
            <a:r>
              <a:rPr lang="en-US" sz="900" dirty="0">
                <a:solidFill>
                  <a:schemeClr val="bg1"/>
                </a:solidFill>
              </a:rPr>
              <a:t>User can register an account</a:t>
            </a:r>
            <a:endParaRPr lang="en-MY" sz="900" b="1" dirty="0">
              <a:solidFill>
                <a:schemeClr val="bg1"/>
              </a:solidFill>
            </a:endParaRPr>
          </a:p>
        </p:txBody>
      </p:sp>
      <p:sp>
        <p:nvSpPr>
          <p:cNvPr id="19" name="TextBox 18">
            <a:extLst>
              <a:ext uri="{FF2B5EF4-FFF2-40B4-BE49-F238E27FC236}">
                <a16:creationId xmlns:a16="http://schemas.microsoft.com/office/drawing/2014/main" id="{FC912498-D537-4BA0-5325-866D508F1E71}"/>
              </a:ext>
            </a:extLst>
          </p:cNvPr>
          <p:cNvSpPr txBox="1"/>
          <p:nvPr/>
        </p:nvSpPr>
        <p:spPr>
          <a:xfrm>
            <a:off x="6832786" y="5440247"/>
            <a:ext cx="1063046" cy="369332"/>
          </a:xfrm>
          <a:prstGeom prst="rect">
            <a:avLst/>
          </a:prstGeom>
          <a:solidFill>
            <a:srgbClr val="00B8D9"/>
          </a:solidFill>
        </p:spPr>
        <p:txBody>
          <a:bodyPr wrap="square">
            <a:spAutoFit/>
          </a:bodyPr>
          <a:lstStyle/>
          <a:p>
            <a:pPr algn="ctr"/>
            <a:r>
              <a:rPr lang="en-US" sz="900" dirty="0">
                <a:solidFill>
                  <a:schemeClr val="bg1"/>
                </a:solidFill>
              </a:rPr>
              <a:t>User can login securely</a:t>
            </a:r>
            <a:endParaRPr lang="en-MY" sz="900" b="1" dirty="0">
              <a:solidFill>
                <a:schemeClr val="bg1"/>
              </a:solidFill>
            </a:endParaRPr>
          </a:p>
        </p:txBody>
      </p:sp>
      <p:sp>
        <p:nvSpPr>
          <p:cNvPr id="20" name="TextBox 19">
            <a:extLst>
              <a:ext uri="{FF2B5EF4-FFF2-40B4-BE49-F238E27FC236}">
                <a16:creationId xmlns:a16="http://schemas.microsoft.com/office/drawing/2014/main" id="{1D92700C-1D08-7017-6740-97F5E81EAD73}"/>
              </a:ext>
            </a:extLst>
          </p:cNvPr>
          <p:cNvSpPr txBox="1"/>
          <p:nvPr/>
        </p:nvSpPr>
        <p:spPr>
          <a:xfrm>
            <a:off x="5738932" y="6127511"/>
            <a:ext cx="1063046" cy="369332"/>
          </a:xfrm>
          <a:prstGeom prst="rect">
            <a:avLst/>
          </a:prstGeom>
          <a:solidFill>
            <a:srgbClr val="00B8D9"/>
          </a:solidFill>
        </p:spPr>
        <p:txBody>
          <a:bodyPr wrap="square">
            <a:spAutoFit/>
          </a:bodyPr>
          <a:lstStyle/>
          <a:p>
            <a:pPr algn="ctr"/>
            <a:r>
              <a:rPr lang="en-MY" sz="900" dirty="0">
                <a:solidFill>
                  <a:schemeClr val="bg1"/>
                </a:solidFill>
              </a:rPr>
              <a:t>Design signup form</a:t>
            </a:r>
            <a:endParaRPr lang="en-MY" sz="900" b="1" dirty="0">
              <a:solidFill>
                <a:schemeClr val="bg1"/>
              </a:solidFill>
            </a:endParaRPr>
          </a:p>
        </p:txBody>
      </p:sp>
      <p:sp>
        <p:nvSpPr>
          <p:cNvPr id="21" name="TextBox 20">
            <a:extLst>
              <a:ext uri="{FF2B5EF4-FFF2-40B4-BE49-F238E27FC236}">
                <a16:creationId xmlns:a16="http://schemas.microsoft.com/office/drawing/2014/main" id="{C2C7599A-9338-1F5F-6A3E-8351B23B419C}"/>
              </a:ext>
            </a:extLst>
          </p:cNvPr>
          <p:cNvSpPr txBox="1"/>
          <p:nvPr/>
        </p:nvSpPr>
        <p:spPr>
          <a:xfrm>
            <a:off x="8519092" y="4405907"/>
            <a:ext cx="1882641" cy="430887"/>
          </a:xfrm>
          <a:prstGeom prst="rect">
            <a:avLst/>
          </a:prstGeom>
          <a:solidFill>
            <a:srgbClr val="FF8B00"/>
          </a:solidFill>
        </p:spPr>
        <p:txBody>
          <a:bodyPr wrap="square">
            <a:spAutoFit/>
          </a:bodyPr>
          <a:lstStyle/>
          <a:p>
            <a:pPr algn="ctr"/>
            <a:r>
              <a:rPr lang="en-MY" sz="1100" b="1" dirty="0">
                <a:solidFill>
                  <a:schemeClr val="bg1"/>
                </a:solidFill>
              </a:rPr>
              <a:t>Product </a:t>
            </a:r>
            <a:r>
              <a:rPr lang="en-MY" sz="1100" b="1" dirty="0" err="1">
                <a:solidFill>
                  <a:schemeClr val="bg1"/>
                </a:solidFill>
              </a:rPr>
              <a:t>Catalog</a:t>
            </a:r>
            <a:r>
              <a:rPr lang="en-MY" sz="1100" b="1" dirty="0">
                <a:solidFill>
                  <a:schemeClr val="bg1"/>
                </a:solidFill>
              </a:rPr>
              <a:t> &amp; Search</a:t>
            </a:r>
          </a:p>
        </p:txBody>
      </p:sp>
      <p:sp>
        <p:nvSpPr>
          <p:cNvPr id="22" name="TextBox 21">
            <a:extLst>
              <a:ext uri="{FF2B5EF4-FFF2-40B4-BE49-F238E27FC236}">
                <a16:creationId xmlns:a16="http://schemas.microsoft.com/office/drawing/2014/main" id="{2203EBDD-905C-89F4-0426-B9A2B36334C0}"/>
              </a:ext>
            </a:extLst>
          </p:cNvPr>
          <p:cNvSpPr txBox="1"/>
          <p:nvPr/>
        </p:nvSpPr>
        <p:spPr>
          <a:xfrm>
            <a:off x="8519092" y="5401724"/>
            <a:ext cx="1882641" cy="400110"/>
          </a:xfrm>
          <a:prstGeom prst="rect">
            <a:avLst/>
          </a:prstGeom>
          <a:solidFill>
            <a:srgbClr val="FF8B00"/>
          </a:solidFill>
        </p:spPr>
        <p:txBody>
          <a:bodyPr wrap="square">
            <a:spAutoFit/>
          </a:bodyPr>
          <a:lstStyle/>
          <a:p>
            <a:pPr algn="ctr"/>
            <a:r>
              <a:rPr lang="en-US" sz="1000" b="1" dirty="0">
                <a:solidFill>
                  <a:schemeClr val="bg1"/>
                </a:solidFill>
              </a:rPr>
              <a:t>User can search products by keyword</a:t>
            </a:r>
            <a:endParaRPr lang="en-MY" sz="1000" b="1" dirty="0">
              <a:solidFill>
                <a:schemeClr val="bg1"/>
              </a:solidFill>
            </a:endParaRPr>
          </a:p>
        </p:txBody>
      </p:sp>
      <p:sp>
        <p:nvSpPr>
          <p:cNvPr id="23" name="TextBox 22">
            <a:extLst>
              <a:ext uri="{FF2B5EF4-FFF2-40B4-BE49-F238E27FC236}">
                <a16:creationId xmlns:a16="http://schemas.microsoft.com/office/drawing/2014/main" id="{07CB4199-3FCC-FF70-E761-FAC7128D1B77}"/>
              </a:ext>
            </a:extLst>
          </p:cNvPr>
          <p:cNvSpPr txBox="1"/>
          <p:nvPr/>
        </p:nvSpPr>
        <p:spPr>
          <a:xfrm>
            <a:off x="8353938" y="6127511"/>
            <a:ext cx="1063046" cy="369332"/>
          </a:xfrm>
          <a:prstGeom prst="rect">
            <a:avLst/>
          </a:prstGeom>
          <a:solidFill>
            <a:srgbClr val="FF8B00"/>
          </a:solidFill>
        </p:spPr>
        <p:txBody>
          <a:bodyPr wrap="square">
            <a:spAutoFit/>
          </a:bodyPr>
          <a:lstStyle>
            <a:defPPr marR="0" lvl="0" algn="l" rtl="0">
              <a:lnSpc>
                <a:spcPct val="100000"/>
              </a:lnSpc>
              <a:spcBef>
                <a:spcPts val="0"/>
              </a:spcBef>
              <a:spcAft>
                <a:spcPts val="0"/>
              </a:spcAft>
            </a:defPPr>
            <a:lvl1pPr algn="ctr">
              <a:defRPr sz="1000" b="1">
                <a:solidFill>
                  <a:schemeClr val="bg1"/>
                </a:solidFill>
              </a:defRPr>
            </a:lvl1pPr>
          </a:lstStyle>
          <a:p>
            <a:r>
              <a:rPr lang="en-MY" sz="900" b="0" dirty="0"/>
              <a:t>Build search bar UI</a:t>
            </a:r>
          </a:p>
        </p:txBody>
      </p:sp>
      <p:sp>
        <p:nvSpPr>
          <p:cNvPr id="24" name="TextBox 23">
            <a:extLst>
              <a:ext uri="{FF2B5EF4-FFF2-40B4-BE49-F238E27FC236}">
                <a16:creationId xmlns:a16="http://schemas.microsoft.com/office/drawing/2014/main" id="{CD27C6C3-A6B6-E503-2FFD-9ED499B413E8}"/>
              </a:ext>
            </a:extLst>
          </p:cNvPr>
          <p:cNvSpPr txBox="1"/>
          <p:nvPr/>
        </p:nvSpPr>
        <p:spPr>
          <a:xfrm>
            <a:off x="9459157" y="6138045"/>
            <a:ext cx="1063046" cy="369332"/>
          </a:xfrm>
          <a:prstGeom prst="rect">
            <a:avLst/>
          </a:prstGeom>
          <a:solidFill>
            <a:srgbClr val="FF8B00"/>
          </a:solidFill>
        </p:spPr>
        <p:txBody>
          <a:bodyPr wrap="square">
            <a:spAutoFit/>
          </a:bodyPr>
          <a:lstStyle>
            <a:defPPr marR="0" lvl="0" algn="l" rtl="0">
              <a:lnSpc>
                <a:spcPct val="100000"/>
              </a:lnSpc>
              <a:spcBef>
                <a:spcPts val="0"/>
              </a:spcBef>
              <a:spcAft>
                <a:spcPts val="0"/>
              </a:spcAft>
            </a:defPPr>
            <a:lvl1pPr algn="ctr">
              <a:defRPr sz="1000" b="1">
                <a:solidFill>
                  <a:schemeClr val="bg1"/>
                </a:solidFill>
              </a:defRPr>
            </a:lvl1pPr>
          </a:lstStyle>
          <a:p>
            <a:r>
              <a:rPr lang="en-MY" sz="900" b="0" dirty="0"/>
              <a:t>Implement search filtering</a:t>
            </a:r>
          </a:p>
        </p:txBody>
      </p:sp>
      <p:sp>
        <p:nvSpPr>
          <p:cNvPr id="25" name="TextBox 24">
            <a:extLst>
              <a:ext uri="{FF2B5EF4-FFF2-40B4-BE49-F238E27FC236}">
                <a16:creationId xmlns:a16="http://schemas.microsoft.com/office/drawing/2014/main" id="{6EB14ACF-ED45-DBB1-1BC8-2F406BEF5002}"/>
              </a:ext>
            </a:extLst>
          </p:cNvPr>
          <p:cNvSpPr txBox="1"/>
          <p:nvPr/>
        </p:nvSpPr>
        <p:spPr>
          <a:xfrm>
            <a:off x="8860284" y="2968355"/>
            <a:ext cx="2260791" cy="430887"/>
          </a:xfrm>
          <a:prstGeom prst="rect">
            <a:avLst/>
          </a:prstGeom>
          <a:noFill/>
        </p:spPr>
        <p:txBody>
          <a:bodyPr wrap="square">
            <a:spAutoFit/>
          </a:bodyPr>
          <a:lstStyle/>
          <a:p>
            <a:r>
              <a:rPr lang="en-MY" sz="1100" i="1" dirty="0">
                <a:solidFill>
                  <a:schemeClr val="bg2"/>
                </a:solidFill>
              </a:rPr>
              <a:t>User stories in a building block Initiative </a:t>
            </a:r>
            <a:r>
              <a:rPr lang="en-MY" sz="1100" i="1" dirty="0">
                <a:solidFill>
                  <a:schemeClr val="bg2"/>
                </a:solidFill>
                <a:sym typeface="Wingdings" panose="05000000000000000000" pitchFamily="2" charset="2"/>
              </a:rPr>
              <a:t> Epic  Story</a:t>
            </a:r>
            <a:endParaRPr lang="en-MY" sz="1100" i="1" dirty="0">
              <a:solidFill>
                <a:schemeClr val="bg2"/>
              </a:solidFill>
            </a:endParaRPr>
          </a:p>
        </p:txBody>
      </p:sp>
    </p:spTree>
    <p:extLst>
      <p:ext uri="{BB962C8B-B14F-4D97-AF65-F5344CB8AC3E}">
        <p14:creationId xmlns:p14="http://schemas.microsoft.com/office/powerpoint/2010/main" val="29723575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31"/>
        <p:cNvGrpSpPr/>
        <p:nvPr/>
      </p:nvGrpSpPr>
      <p:grpSpPr>
        <a:xfrm>
          <a:off x="0" y="0"/>
          <a:ext cx="0" cy="0"/>
          <a:chOff x="0" y="0"/>
          <a:chExt cx="0" cy="0"/>
        </a:xfrm>
      </p:grpSpPr>
      <p:sp>
        <p:nvSpPr>
          <p:cNvPr id="632" name="Google Shape;632;g37e47e77286_0_630"/>
          <p:cNvSpPr txBox="1">
            <a:spLocks noGrp="1"/>
          </p:cNvSpPr>
          <p:nvPr>
            <p:ph type="title"/>
          </p:nvPr>
        </p:nvSpPr>
        <p:spPr>
          <a:xfrm>
            <a:off x="373400" y="389000"/>
            <a:ext cx="11228100" cy="9219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1400"/>
              <a:buNone/>
            </a:pPr>
            <a:r>
              <a:rPr lang="en-MY" dirty="0"/>
              <a:t>Variations of User Story Format</a:t>
            </a:r>
            <a:endParaRPr dirty="0"/>
          </a:p>
        </p:txBody>
      </p:sp>
      <p:sp>
        <p:nvSpPr>
          <p:cNvPr id="633" name="Google Shape;633;g37e47e77286_0_630"/>
          <p:cNvSpPr txBox="1">
            <a:spLocks noGrp="1"/>
          </p:cNvSpPr>
          <p:nvPr>
            <p:ph type="sldNum" idx="12"/>
          </p:nvPr>
        </p:nvSpPr>
        <p:spPr>
          <a:xfrm>
            <a:off x="10637134" y="6432584"/>
            <a:ext cx="756300" cy="3213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200"/>
              <a:buNone/>
            </a:pPr>
            <a:fld id="{00000000-1234-1234-1234-123412341234}" type="slidenum">
              <a:rPr lang="en-MY"/>
              <a:t>6</a:t>
            </a:fld>
            <a:endParaRPr/>
          </a:p>
        </p:txBody>
      </p:sp>
      <p:sp>
        <p:nvSpPr>
          <p:cNvPr id="634" name="Google Shape;634;g37e47e77286_0_630"/>
          <p:cNvSpPr txBox="1"/>
          <p:nvPr/>
        </p:nvSpPr>
        <p:spPr>
          <a:xfrm>
            <a:off x="624435" y="1502340"/>
            <a:ext cx="10440900" cy="641420"/>
          </a:xfrm>
          <a:prstGeom prst="rect">
            <a:avLst/>
          </a:prstGeom>
          <a:no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None/>
            </a:pPr>
            <a:r>
              <a:rPr lang="en-MY" sz="2200" dirty="0">
                <a:solidFill>
                  <a:srgbClr val="595959"/>
                </a:solidFill>
                <a:latin typeface="Lato"/>
                <a:ea typeface="Lato"/>
                <a:cs typeface="Lato"/>
                <a:sym typeface="Lato"/>
              </a:rPr>
              <a:t>The common format ensures every user story explains the who, what, and why. </a:t>
            </a:r>
            <a:endParaRPr sz="2200" dirty="0">
              <a:solidFill>
                <a:srgbClr val="595959"/>
              </a:solidFill>
              <a:latin typeface="Lato"/>
              <a:ea typeface="Lato"/>
              <a:cs typeface="Lato"/>
              <a:sym typeface="Lato"/>
            </a:endParaRPr>
          </a:p>
        </p:txBody>
      </p:sp>
      <p:graphicFrame>
        <p:nvGraphicFramePr>
          <p:cNvPr id="2" name="Table 1">
            <a:extLst>
              <a:ext uri="{FF2B5EF4-FFF2-40B4-BE49-F238E27FC236}">
                <a16:creationId xmlns:a16="http://schemas.microsoft.com/office/drawing/2014/main" id="{99FBE7A9-919A-A6E1-637C-05A6A7869C08}"/>
              </a:ext>
            </a:extLst>
          </p:cNvPr>
          <p:cNvGraphicFramePr>
            <a:graphicFrameLocks noGrp="1"/>
          </p:cNvGraphicFramePr>
          <p:nvPr>
            <p:extLst>
              <p:ext uri="{D42A27DB-BD31-4B8C-83A1-F6EECF244321}">
                <p14:modId xmlns:p14="http://schemas.microsoft.com/office/powerpoint/2010/main" val="1527457605"/>
              </p:ext>
            </p:extLst>
          </p:nvPr>
        </p:nvGraphicFramePr>
        <p:xfrm>
          <a:off x="791260" y="2253920"/>
          <a:ext cx="11045140" cy="4272280"/>
        </p:xfrm>
        <a:graphic>
          <a:graphicData uri="http://schemas.openxmlformats.org/drawingml/2006/table">
            <a:tbl>
              <a:tblPr firstRow="1" bandRow="1">
                <a:tableStyleId>{5940675A-B579-460E-94D1-54222C63F5DA}</a:tableStyleId>
              </a:tblPr>
              <a:tblGrid>
                <a:gridCol w="2185620">
                  <a:extLst>
                    <a:ext uri="{9D8B030D-6E8A-4147-A177-3AD203B41FA5}">
                      <a16:colId xmlns:a16="http://schemas.microsoft.com/office/drawing/2014/main" val="1289608876"/>
                    </a:ext>
                  </a:extLst>
                </a:gridCol>
                <a:gridCol w="3139440">
                  <a:extLst>
                    <a:ext uri="{9D8B030D-6E8A-4147-A177-3AD203B41FA5}">
                      <a16:colId xmlns:a16="http://schemas.microsoft.com/office/drawing/2014/main" val="3987575689"/>
                    </a:ext>
                  </a:extLst>
                </a:gridCol>
                <a:gridCol w="3027680">
                  <a:extLst>
                    <a:ext uri="{9D8B030D-6E8A-4147-A177-3AD203B41FA5}">
                      <a16:colId xmlns:a16="http://schemas.microsoft.com/office/drawing/2014/main" val="2678125083"/>
                    </a:ext>
                  </a:extLst>
                </a:gridCol>
                <a:gridCol w="2692400">
                  <a:extLst>
                    <a:ext uri="{9D8B030D-6E8A-4147-A177-3AD203B41FA5}">
                      <a16:colId xmlns:a16="http://schemas.microsoft.com/office/drawing/2014/main" val="2773467289"/>
                    </a:ext>
                  </a:extLst>
                </a:gridCol>
              </a:tblGrid>
              <a:tr h="370840">
                <a:tc>
                  <a:txBody>
                    <a:bodyPr/>
                    <a:lstStyle/>
                    <a:p>
                      <a:r>
                        <a:rPr lang="en-MY" b="1" dirty="0"/>
                        <a:t>Format</a:t>
                      </a:r>
                    </a:p>
                  </a:txBody>
                  <a:tcPr>
                    <a:solidFill>
                      <a:schemeClr val="bg1">
                        <a:lumMod val="85000"/>
                      </a:schemeClr>
                    </a:solidFill>
                  </a:tcPr>
                </a:tc>
                <a:tc>
                  <a:txBody>
                    <a:bodyPr/>
                    <a:lstStyle/>
                    <a:p>
                      <a:r>
                        <a:rPr lang="en-MY" b="1" dirty="0"/>
                        <a:t>Structure</a:t>
                      </a:r>
                    </a:p>
                  </a:txBody>
                  <a:tcPr>
                    <a:solidFill>
                      <a:schemeClr val="bg1">
                        <a:lumMod val="85000"/>
                      </a:schemeClr>
                    </a:solidFill>
                  </a:tcPr>
                </a:tc>
                <a:tc>
                  <a:txBody>
                    <a:bodyPr/>
                    <a:lstStyle/>
                    <a:p>
                      <a:r>
                        <a:rPr lang="en-MY" b="1" dirty="0"/>
                        <a:t>Example</a:t>
                      </a:r>
                    </a:p>
                  </a:txBody>
                  <a:tcPr>
                    <a:solidFill>
                      <a:schemeClr val="bg1">
                        <a:lumMod val="85000"/>
                      </a:schemeClr>
                    </a:solidFill>
                  </a:tcPr>
                </a:tc>
                <a:tc>
                  <a:txBody>
                    <a:bodyPr/>
                    <a:lstStyle/>
                    <a:p>
                      <a:r>
                        <a:rPr lang="en-MY" b="1" dirty="0"/>
                        <a:t>Best Use Case</a:t>
                      </a:r>
                    </a:p>
                  </a:txBody>
                  <a:tcPr>
                    <a:solidFill>
                      <a:schemeClr val="bg1">
                        <a:lumMod val="85000"/>
                      </a:schemeClr>
                    </a:solidFill>
                  </a:tcPr>
                </a:tc>
                <a:extLst>
                  <a:ext uri="{0D108BD9-81ED-4DB2-BD59-A6C34878D82A}">
                    <a16:rowId xmlns:a16="http://schemas.microsoft.com/office/drawing/2014/main" val="881828323"/>
                  </a:ext>
                </a:extLst>
              </a:tr>
              <a:tr h="370840">
                <a:tc>
                  <a:txBody>
                    <a:bodyPr/>
                    <a:lstStyle/>
                    <a:p>
                      <a:r>
                        <a:rPr lang="en-MY" b="1" dirty="0"/>
                        <a:t>Role–Feature–Reason</a:t>
                      </a:r>
                    </a:p>
                  </a:txBody>
                  <a:tcPr/>
                </a:tc>
                <a:tc>
                  <a:txBody>
                    <a:bodyPr/>
                    <a:lstStyle/>
                    <a:p>
                      <a:r>
                        <a:rPr lang="en-US" i="1" dirty="0"/>
                        <a:t>As a [role], I want [feature] so that [reason/benefit].</a:t>
                      </a:r>
                      <a:endParaRPr lang="en-MY" i="1" dirty="0"/>
                    </a:p>
                  </a:txBody>
                  <a:tcPr/>
                </a:tc>
                <a:tc>
                  <a:txBody>
                    <a:bodyPr/>
                    <a:lstStyle/>
                    <a:p>
                      <a:r>
                        <a:rPr lang="en-US" i="1" dirty="0"/>
                        <a:t>As a shopper, I want to save items in a </a:t>
                      </a:r>
                      <a:r>
                        <a:rPr lang="en-US" i="1" dirty="0" err="1"/>
                        <a:t>wishlist</a:t>
                      </a:r>
                      <a:r>
                        <a:rPr lang="en-US" i="1" dirty="0"/>
                        <a:t> so that I can purchase them later.</a:t>
                      </a:r>
                      <a:endParaRPr lang="en-MY" i="1" dirty="0"/>
                    </a:p>
                  </a:txBody>
                  <a:tcPr/>
                </a:tc>
                <a:tc>
                  <a:txBody>
                    <a:bodyPr/>
                    <a:lstStyle/>
                    <a:p>
                      <a:r>
                        <a:rPr lang="en-US" dirty="0"/>
                        <a:t>Simple, user-focused; best for </a:t>
                      </a:r>
                      <a:r>
                        <a:rPr lang="en-US" b="1" dirty="0"/>
                        <a:t>capturing user needs quickly</a:t>
                      </a:r>
                      <a:r>
                        <a:rPr lang="en-US" dirty="0"/>
                        <a:t>.</a:t>
                      </a:r>
                      <a:endParaRPr lang="en-MY" dirty="0"/>
                    </a:p>
                  </a:txBody>
                  <a:tcPr/>
                </a:tc>
                <a:extLst>
                  <a:ext uri="{0D108BD9-81ED-4DB2-BD59-A6C34878D82A}">
                    <a16:rowId xmlns:a16="http://schemas.microsoft.com/office/drawing/2014/main" val="271029734"/>
                  </a:ext>
                </a:extLst>
              </a:tr>
              <a:tr h="370840">
                <a:tc>
                  <a:txBody>
                    <a:bodyPr/>
                    <a:lstStyle/>
                    <a:p>
                      <a:r>
                        <a:rPr lang="en-MY" b="1" dirty="0"/>
                        <a:t>Collaboration-based Approach</a:t>
                      </a:r>
                    </a:p>
                  </a:txBody>
                  <a:tcPr/>
                </a:tc>
                <a:tc>
                  <a:txBody>
                    <a:bodyPr/>
                    <a:lstStyle/>
                    <a:p>
                      <a:pPr marL="0" marR="0" lvl="0" indent="0" algn="l" rtl="0">
                        <a:lnSpc>
                          <a:spcPct val="120000"/>
                        </a:lnSpc>
                        <a:spcBef>
                          <a:spcPts val="0"/>
                        </a:spcBef>
                        <a:spcAft>
                          <a:spcPts val="0"/>
                        </a:spcAft>
                        <a:buNone/>
                      </a:pPr>
                      <a:r>
                        <a:rPr lang="en-US" sz="1400" i="1" dirty="0">
                          <a:solidFill>
                            <a:srgbClr val="000000"/>
                          </a:solidFill>
                          <a:latin typeface="+mn-lt"/>
                          <a:ea typeface="Arial"/>
                          <a:cs typeface="Arial"/>
                          <a:sym typeface="Arial"/>
                        </a:rPr>
                        <a:t>As a [intended user] </a:t>
                      </a:r>
                      <a:endParaRPr lang="en-US" i="1" dirty="0"/>
                    </a:p>
                    <a:p>
                      <a:pPr marL="0" marR="0" lvl="0" indent="0" algn="l" rtl="0">
                        <a:lnSpc>
                          <a:spcPct val="120000"/>
                        </a:lnSpc>
                        <a:spcBef>
                          <a:spcPts val="0"/>
                        </a:spcBef>
                        <a:spcAft>
                          <a:spcPts val="0"/>
                        </a:spcAft>
                        <a:buNone/>
                      </a:pPr>
                      <a:r>
                        <a:rPr lang="en-US" sz="1400" i="1" dirty="0">
                          <a:solidFill>
                            <a:srgbClr val="000000"/>
                          </a:solidFill>
                          <a:latin typeface="+mn-lt"/>
                          <a:ea typeface="Arial"/>
                          <a:cs typeface="Arial"/>
                          <a:sym typeface="Arial"/>
                        </a:rPr>
                        <a:t>I want [intended action], </a:t>
                      </a:r>
                      <a:endParaRPr lang="en-US" i="1" dirty="0"/>
                    </a:p>
                    <a:p>
                      <a:pPr marL="0" marR="0" lvl="0" indent="0" algn="l" rtl="0">
                        <a:lnSpc>
                          <a:spcPct val="120000"/>
                        </a:lnSpc>
                        <a:spcBef>
                          <a:spcPts val="0"/>
                        </a:spcBef>
                        <a:spcAft>
                          <a:spcPts val="0"/>
                        </a:spcAft>
                        <a:buNone/>
                      </a:pPr>
                      <a:r>
                        <a:rPr lang="en-US" sz="1400" i="1" dirty="0">
                          <a:solidFill>
                            <a:srgbClr val="000000"/>
                          </a:solidFill>
                          <a:latin typeface="+mn-lt"/>
                          <a:ea typeface="Arial"/>
                          <a:cs typeface="Arial"/>
                          <a:sym typeface="Arial"/>
                        </a:rPr>
                        <a:t>so that [purpose/result of the action, profit achieved],</a:t>
                      </a:r>
                      <a:endParaRPr lang="en-US" i="1" dirty="0"/>
                    </a:p>
                    <a:p>
                      <a:pPr marL="0" marR="0" lvl="0" indent="0" algn="l" rtl="0">
                        <a:lnSpc>
                          <a:spcPct val="120000"/>
                        </a:lnSpc>
                        <a:spcBef>
                          <a:spcPts val="0"/>
                        </a:spcBef>
                        <a:spcAft>
                          <a:spcPts val="0"/>
                        </a:spcAft>
                        <a:buNone/>
                      </a:pPr>
                      <a:endParaRPr lang="en-US" sz="1400" i="1" dirty="0">
                        <a:solidFill>
                          <a:srgbClr val="000000"/>
                        </a:solidFill>
                        <a:latin typeface="+mn-lt"/>
                        <a:ea typeface="Arial"/>
                        <a:cs typeface="Arial"/>
                        <a:sym typeface="Arial"/>
                      </a:endParaRPr>
                    </a:p>
                    <a:p>
                      <a:pPr marL="0" marR="0" lvl="0" indent="0" algn="l" rtl="0">
                        <a:lnSpc>
                          <a:spcPct val="120000"/>
                        </a:lnSpc>
                        <a:spcBef>
                          <a:spcPts val="0"/>
                        </a:spcBef>
                        <a:spcAft>
                          <a:spcPts val="0"/>
                        </a:spcAft>
                        <a:buNone/>
                      </a:pPr>
                      <a:r>
                        <a:rPr lang="en-US" sz="1400" i="1" dirty="0">
                          <a:solidFill>
                            <a:srgbClr val="000000"/>
                          </a:solidFill>
                          <a:latin typeface="+mn-lt"/>
                          <a:ea typeface="Arial"/>
                          <a:cs typeface="Arial"/>
                          <a:sym typeface="Arial"/>
                        </a:rPr>
                        <a:t>Acceptance Criteria: </a:t>
                      </a:r>
                      <a:endParaRPr lang="en-US" i="1" dirty="0"/>
                    </a:p>
                  </a:txBody>
                  <a:tcPr/>
                </a:tc>
                <a:tc>
                  <a:txBody>
                    <a:bodyPr/>
                    <a:lstStyle/>
                    <a:p>
                      <a:r>
                        <a:rPr lang="en-US" i="1" dirty="0"/>
                        <a:t>As a </a:t>
                      </a:r>
                      <a:r>
                        <a:rPr lang="en-US" b="1" i="1" dirty="0"/>
                        <a:t>customer of the bank </a:t>
                      </a:r>
                    </a:p>
                    <a:p>
                      <a:r>
                        <a:rPr lang="en-US" i="1" dirty="0"/>
                        <a:t>I want to </a:t>
                      </a:r>
                      <a:r>
                        <a:rPr lang="en-US" b="1" i="1" dirty="0"/>
                        <a:t>log into the system </a:t>
                      </a:r>
                    </a:p>
                    <a:p>
                      <a:r>
                        <a:rPr lang="en-US" i="1" dirty="0"/>
                        <a:t>So that </a:t>
                      </a:r>
                      <a:r>
                        <a:rPr lang="en-US" b="1" i="1" dirty="0"/>
                        <a:t>I can use bank products </a:t>
                      </a:r>
                    </a:p>
                    <a:p>
                      <a:r>
                        <a:rPr lang="en-US" b="1" i="1" dirty="0"/>
                        <a:t>Acceptance criteria: </a:t>
                      </a:r>
                    </a:p>
                    <a:p>
                      <a:pPr marL="285750" indent="-285750">
                        <a:buFont typeface="Arial" panose="020B0604020202020204" pitchFamily="34" charset="0"/>
                        <a:buChar char="•"/>
                      </a:pPr>
                      <a:r>
                        <a:rPr lang="en-US" b="0" i="1" dirty="0"/>
                        <a:t>Login must be a valid email address. </a:t>
                      </a:r>
                    </a:p>
                    <a:p>
                      <a:pPr marL="285750" indent="-285750">
                        <a:buFont typeface="Arial" panose="020B0604020202020204" pitchFamily="34" charset="0"/>
                        <a:buChar char="•"/>
                      </a:pPr>
                      <a:r>
                        <a:rPr lang="en-US" b="0" i="1" dirty="0"/>
                        <a:t>System rejects login attempt with incorrect password. </a:t>
                      </a:r>
                    </a:p>
                    <a:p>
                      <a:pPr marL="285750" indent="-285750">
                        <a:buFont typeface="Arial" panose="020B0604020202020204" pitchFamily="34" charset="0"/>
                        <a:buChar char="•"/>
                      </a:pPr>
                      <a:r>
                        <a:rPr lang="en-US" b="0" i="1" dirty="0"/>
                        <a:t>System rejects login attempt for non-existent user login. </a:t>
                      </a:r>
                    </a:p>
                  </a:txBody>
                  <a:tcPr/>
                </a:tc>
                <a:tc>
                  <a:txBody>
                    <a:bodyPr/>
                    <a:lstStyle/>
                    <a:p>
                      <a:r>
                        <a:rPr lang="en-US" dirty="0"/>
                        <a:t>Ensures </a:t>
                      </a:r>
                      <a:r>
                        <a:rPr lang="en-US" b="1" dirty="0"/>
                        <a:t>clear testable conditions</a:t>
                      </a:r>
                      <a:r>
                        <a:rPr lang="en-US" dirty="0"/>
                        <a:t>; best for defining </a:t>
                      </a:r>
                      <a:r>
                        <a:rPr lang="en-US" b="1" dirty="0"/>
                        <a:t>acceptance criteria</a:t>
                      </a:r>
                      <a:r>
                        <a:rPr lang="en-US" dirty="0"/>
                        <a:t>.</a:t>
                      </a:r>
                      <a:endParaRPr lang="en-MY" dirty="0"/>
                    </a:p>
                  </a:txBody>
                  <a:tcPr/>
                </a:tc>
                <a:extLst>
                  <a:ext uri="{0D108BD9-81ED-4DB2-BD59-A6C34878D82A}">
                    <a16:rowId xmlns:a16="http://schemas.microsoft.com/office/drawing/2014/main" val="3572307412"/>
                  </a:ext>
                </a:extLst>
              </a:tr>
              <a:tr h="370840">
                <a:tc>
                  <a:txBody>
                    <a:bodyPr/>
                    <a:lstStyle/>
                    <a:p>
                      <a:r>
                        <a:rPr lang="en-MY" b="1" dirty="0"/>
                        <a:t>Testable Format (BDD)</a:t>
                      </a:r>
                    </a:p>
                  </a:txBody>
                  <a:tcPr/>
                </a:tc>
                <a:tc>
                  <a:txBody>
                    <a:bodyPr/>
                    <a:lstStyle/>
                    <a:p>
                      <a:r>
                        <a:rPr lang="en-US" i="1" dirty="0"/>
                        <a:t>Scenario → Given [initial context], When [event], Then [outcome].</a:t>
                      </a:r>
                      <a:endParaRPr lang="en-MY" i="1" dirty="0"/>
                    </a:p>
                  </a:txBody>
                  <a:tcPr/>
                </a:tc>
                <a:tc>
                  <a:txBody>
                    <a:bodyPr/>
                    <a:lstStyle/>
                    <a:p>
                      <a:r>
                        <a:rPr lang="en-US" i="1" dirty="0"/>
                        <a:t>Scenario: Add product to cart → Given I am on a product page, When I click “Add to Cart”, Then the item appears in my cart.</a:t>
                      </a:r>
                      <a:endParaRPr lang="en-MY" i="1" dirty="0"/>
                    </a:p>
                  </a:txBody>
                  <a:tcPr/>
                </a:tc>
                <a:tc>
                  <a:txBody>
                    <a:bodyPr/>
                    <a:lstStyle/>
                    <a:p>
                      <a:r>
                        <a:rPr lang="en-US" dirty="0"/>
                        <a:t>Best for </a:t>
                      </a:r>
                      <a:r>
                        <a:rPr lang="en-US" b="1" dirty="0"/>
                        <a:t>detailed testing</a:t>
                      </a:r>
                      <a:r>
                        <a:rPr lang="en-US" dirty="0"/>
                        <a:t> and collaboration between </a:t>
                      </a:r>
                      <a:r>
                        <a:rPr lang="en-US" b="1" dirty="0" err="1"/>
                        <a:t>devs</a:t>
                      </a:r>
                      <a:r>
                        <a:rPr lang="en-US" b="1" dirty="0"/>
                        <a:t>, testers, and business</a:t>
                      </a:r>
                      <a:r>
                        <a:rPr lang="en-US" dirty="0"/>
                        <a:t>.</a:t>
                      </a:r>
                      <a:endParaRPr lang="en-MY" dirty="0"/>
                    </a:p>
                  </a:txBody>
                  <a:tcPr/>
                </a:tc>
                <a:extLst>
                  <a:ext uri="{0D108BD9-81ED-4DB2-BD59-A6C34878D82A}">
                    <a16:rowId xmlns:a16="http://schemas.microsoft.com/office/drawing/2014/main" val="1666526689"/>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38">
          <a:extLst>
            <a:ext uri="{FF2B5EF4-FFF2-40B4-BE49-F238E27FC236}">
              <a16:creationId xmlns:a16="http://schemas.microsoft.com/office/drawing/2014/main" id="{55D25E27-BEDE-4E36-618D-31D411BE308F}"/>
            </a:ext>
          </a:extLst>
        </p:cNvPr>
        <p:cNvGrpSpPr/>
        <p:nvPr/>
      </p:nvGrpSpPr>
      <p:grpSpPr>
        <a:xfrm>
          <a:off x="0" y="0"/>
          <a:ext cx="0" cy="0"/>
          <a:chOff x="0" y="0"/>
          <a:chExt cx="0" cy="0"/>
        </a:xfrm>
      </p:grpSpPr>
      <p:sp>
        <p:nvSpPr>
          <p:cNvPr id="639" name="Google Shape;639;g37e47e77286_0_640">
            <a:extLst>
              <a:ext uri="{FF2B5EF4-FFF2-40B4-BE49-F238E27FC236}">
                <a16:creationId xmlns:a16="http://schemas.microsoft.com/office/drawing/2014/main" id="{AFFB7DA9-F961-6B8E-C90D-25FE0321B5C4}"/>
              </a:ext>
            </a:extLst>
          </p:cNvPr>
          <p:cNvSpPr txBox="1">
            <a:spLocks noGrp="1"/>
          </p:cNvSpPr>
          <p:nvPr>
            <p:ph type="title"/>
          </p:nvPr>
        </p:nvSpPr>
        <p:spPr>
          <a:xfrm>
            <a:off x="373400" y="389000"/>
            <a:ext cx="11228100" cy="921900"/>
          </a:xfrm>
          <a:prstGeom prst="rect">
            <a:avLst/>
          </a:prstGeom>
          <a:noFill/>
          <a:ln>
            <a:noFill/>
          </a:ln>
        </p:spPr>
        <p:txBody>
          <a:bodyPr spcFirstLastPara="1" wrap="square" lIns="91425" tIns="45700" rIns="91425" bIns="45700" anchor="ctr" anchorCtr="0">
            <a:noAutofit/>
          </a:bodyPr>
          <a:lstStyle/>
          <a:p>
            <a:r>
              <a:rPr lang="en-MY" dirty="0"/>
              <a:t>Example of User Story</a:t>
            </a:r>
            <a:br>
              <a:rPr lang="en-MY" dirty="0"/>
            </a:br>
            <a:r>
              <a:rPr lang="en-US" sz="2400" dirty="0">
                <a:solidFill>
                  <a:schemeClr val="bg2"/>
                </a:solidFill>
                <a:latin typeface="Poppins"/>
                <a:ea typeface="Poppins"/>
                <a:cs typeface="Poppins"/>
                <a:sym typeface="Poppins"/>
              </a:rPr>
              <a:t>COLLABORATION-BASED APPROACH</a:t>
            </a:r>
            <a:endParaRPr dirty="0">
              <a:solidFill>
                <a:schemeClr val="bg2"/>
              </a:solidFill>
            </a:endParaRPr>
          </a:p>
        </p:txBody>
      </p:sp>
      <p:sp>
        <p:nvSpPr>
          <p:cNvPr id="640" name="Google Shape;640;g37e47e77286_0_640">
            <a:extLst>
              <a:ext uri="{FF2B5EF4-FFF2-40B4-BE49-F238E27FC236}">
                <a16:creationId xmlns:a16="http://schemas.microsoft.com/office/drawing/2014/main" id="{D184DD16-A0D9-913E-7A7F-B7C87A88646D}"/>
              </a:ext>
            </a:extLst>
          </p:cNvPr>
          <p:cNvSpPr txBox="1">
            <a:spLocks noGrp="1"/>
          </p:cNvSpPr>
          <p:nvPr>
            <p:ph type="sldNum" idx="12"/>
          </p:nvPr>
        </p:nvSpPr>
        <p:spPr>
          <a:xfrm>
            <a:off x="10637134" y="6432584"/>
            <a:ext cx="756300" cy="3213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200"/>
              <a:buNone/>
            </a:pPr>
            <a:fld id="{00000000-1234-1234-1234-123412341234}" type="slidenum">
              <a:rPr lang="en-MY"/>
              <a:t>7</a:t>
            </a:fld>
            <a:endParaRPr/>
          </a:p>
        </p:txBody>
      </p:sp>
      <p:grpSp>
        <p:nvGrpSpPr>
          <p:cNvPr id="4" name="Group 3">
            <a:extLst>
              <a:ext uri="{FF2B5EF4-FFF2-40B4-BE49-F238E27FC236}">
                <a16:creationId xmlns:a16="http://schemas.microsoft.com/office/drawing/2014/main" id="{F302AFB6-2B94-356C-BF47-F0A50CEBBFE4}"/>
              </a:ext>
            </a:extLst>
          </p:cNvPr>
          <p:cNvGrpSpPr/>
          <p:nvPr/>
        </p:nvGrpSpPr>
        <p:grpSpPr>
          <a:xfrm>
            <a:off x="722292" y="1772859"/>
            <a:ext cx="4916508" cy="3655352"/>
            <a:chOff x="1179492" y="1610299"/>
            <a:chExt cx="4916508" cy="3655352"/>
          </a:xfrm>
        </p:grpSpPr>
        <p:sp>
          <p:nvSpPr>
            <p:cNvPr id="2" name="Google Shape;269;p10">
              <a:extLst>
                <a:ext uri="{FF2B5EF4-FFF2-40B4-BE49-F238E27FC236}">
                  <a16:creationId xmlns:a16="http://schemas.microsoft.com/office/drawing/2014/main" id="{AE577F12-401C-3627-5A9C-F2515BC4F598}"/>
                </a:ext>
              </a:extLst>
            </p:cNvPr>
            <p:cNvSpPr/>
            <p:nvPr/>
          </p:nvSpPr>
          <p:spPr>
            <a:xfrm>
              <a:off x="1179492" y="1610299"/>
              <a:ext cx="4916508" cy="3545586"/>
            </a:xfrm>
            <a:custGeom>
              <a:avLst/>
              <a:gdLst/>
              <a:ahLst/>
              <a:cxnLst/>
              <a:rect l="l" t="t" r="r" b="b"/>
              <a:pathLst>
                <a:path w="14069135" h="6559916" extrusionOk="0">
                  <a:moveTo>
                    <a:pt x="0" y="0"/>
                  </a:moveTo>
                  <a:lnTo>
                    <a:pt x="14069135" y="0"/>
                  </a:lnTo>
                  <a:lnTo>
                    <a:pt x="14069135" y="6559917"/>
                  </a:lnTo>
                  <a:lnTo>
                    <a:pt x="0" y="6559917"/>
                  </a:lnTo>
                  <a:lnTo>
                    <a:pt x="0" y="0"/>
                  </a:lnTo>
                  <a:close/>
                </a:path>
              </a:pathLst>
            </a:custGeom>
            <a:blipFill rotWithShape="1">
              <a:blip r:embed="rId3">
                <a:alphaModFix/>
              </a:blip>
              <a:stretch>
                <a:fillRect t="-35468" b="-6078"/>
              </a:stretch>
            </a:blipFill>
            <a:ln w="38100" cap="sq" cmpd="sng">
              <a:solidFill>
                <a:srgbClr val="000000"/>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050">
                <a:solidFill>
                  <a:schemeClr val="dk1"/>
                </a:solidFill>
                <a:latin typeface="Calibri"/>
                <a:ea typeface="Calibri"/>
                <a:cs typeface="Calibri"/>
                <a:sym typeface="Calibri"/>
              </a:endParaRPr>
            </a:p>
          </p:txBody>
        </p:sp>
        <p:sp>
          <p:nvSpPr>
            <p:cNvPr id="3" name="Google Shape;270;p10">
              <a:extLst>
                <a:ext uri="{FF2B5EF4-FFF2-40B4-BE49-F238E27FC236}">
                  <a16:creationId xmlns:a16="http://schemas.microsoft.com/office/drawing/2014/main" id="{D448B57F-5AC4-5CEE-8B01-4B72A4B24EB5}"/>
                </a:ext>
              </a:extLst>
            </p:cNvPr>
            <p:cNvSpPr txBox="1"/>
            <p:nvPr/>
          </p:nvSpPr>
          <p:spPr>
            <a:xfrm>
              <a:off x="1371512" y="1720065"/>
              <a:ext cx="4532468" cy="3545586"/>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1200" b="1" dirty="0">
                  <a:solidFill>
                    <a:srgbClr val="000000"/>
                  </a:solidFill>
                  <a:latin typeface="Arial"/>
                  <a:ea typeface="Arial"/>
                  <a:cs typeface="Arial"/>
                  <a:sym typeface="Arial"/>
                </a:rPr>
                <a:t>User story US-002-02 </a:t>
              </a:r>
              <a:endParaRPr sz="1200" b="1" dirty="0"/>
            </a:p>
            <a:p>
              <a:pPr marL="0" marR="0" lvl="0" indent="0" algn="l" rtl="0">
                <a:lnSpc>
                  <a:spcPct val="120000"/>
                </a:lnSpc>
                <a:spcBef>
                  <a:spcPts val="0"/>
                </a:spcBef>
                <a:spcAft>
                  <a:spcPts val="0"/>
                </a:spcAft>
                <a:buNone/>
              </a:pPr>
              <a:r>
                <a:rPr lang="en-US" sz="1200" dirty="0">
                  <a:solidFill>
                    <a:srgbClr val="000000"/>
                  </a:solidFill>
                  <a:latin typeface="Arial"/>
                  <a:ea typeface="Arial"/>
                  <a:cs typeface="Arial"/>
                  <a:sym typeface="Arial"/>
                </a:rPr>
                <a:t>As a logged-in bank customer </a:t>
              </a:r>
              <a:endParaRPr sz="1200" dirty="0"/>
            </a:p>
            <a:p>
              <a:pPr marL="0" marR="0" lvl="0" indent="0" algn="l" rtl="0">
                <a:lnSpc>
                  <a:spcPct val="120000"/>
                </a:lnSpc>
                <a:spcBef>
                  <a:spcPts val="0"/>
                </a:spcBef>
                <a:spcAft>
                  <a:spcPts val="0"/>
                </a:spcAft>
                <a:buNone/>
              </a:pPr>
              <a:r>
                <a:rPr lang="en-US" sz="1200" dirty="0">
                  <a:solidFill>
                    <a:srgbClr val="000000"/>
                  </a:solidFill>
                  <a:latin typeface="Arial"/>
                  <a:ea typeface="Arial"/>
                  <a:cs typeface="Arial"/>
                  <a:sym typeface="Arial"/>
                </a:rPr>
                <a:t>I want to be able to transfer money to another account </a:t>
              </a:r>
              <a:endParaRPr sz="1200" dirty="0"/>
            </a:p>
            <a:p>
              <a:pPr marL="0" marR="0" lvl="0" indent="0" algn="l" rtl="0">
                <a:lnSpc>
                  <a:spcPct val="120000"/>
                </a:lnSpc>
                <a:spcBef>
                  <a:spcPts val="0"/>
                </a:spcBef>
                <a:spcAft>
                  <a:spcPts val="0"/>
                </a:spcAft>
                <a:buNone/>
              </a:pPr>
              <a:r>
                <a:rPr lang="en-US" sz="1200" dirty="0">
                  <a:solidFill>
                    <a:srgbClr val="000000"/>
                  </a:solidFill>
                  <a:latin typeface="Arial"/>
                  <a:ea typeface="Arial"/>
                  <a:cs typeface="Arial"/>
                  <a:sym typeface="Arial"/>
                </a:rPr>
                <a:t>So that be able to transfer funds between accounts </a:t>
              </a:r>
              <a:endParaRPr sz="1200" dirty="0"/>
            </a:p>
            <a:p>
              <a:pPr marL="0" marR="0" lvl="0" indent="0" algn="l" rtl="0">
                <a:lnSpc>
                  <a:spcPct val="120000"/>
                </a:lnSpc>
                <a:spcBef>
                  <a:spcPts val="0"/>
                </a:spcBef>
                <a:spcAft>
                  <a:spcPts val="0"/>
                </a:spcAft>
                <a:buNone/>
              </a:pPr>
              <a:endParaRPr sz="1200" dirty="0">
                <a:solidFill>
                  <a:srgbClr val="000000"/>
                </a:solidFill>
                <a:latin typeface="Arial"/>
                <a:ea typeface="Arial"/>
                <a:cs typeface="Arial"/>
                <a:sym typeface="Arial"/>
              </a:endParaRPr>
            </a:p>
            <a:p>
              <a:pPr marL="0" marR="0" lvl="0" indent="0" algn="l" rtl="0">
                <a:lnSpc>
                  <a:spcPct val="120000"/>
                </a:lnSpc>
                <a:spcBef>
                  <a:spcPts val="0"/>
                </a:spcBef>
                <a:spcAft>
                  <a:spcPts val="0"/>
                </a:spcAft>
                <a:buNone/>
              </a:pPr>
              <a:r>
                <a:rPr lang="en-US" sz="1200" u="sng" dirty="0">
                  <a:solidFill>
                    <a:srgbClr val="000000"/>
                  </a:solidFill>
                  <a:latin typeface="Arial"/>
                  <a:ea typeface="Arial"/>
                  <a:cs typeface="Arial"/>
                  <a:sym typeface="Arial"/>
                </a:rPr>
                <a:t>Acceptance criteria </a:t>
              </a:r>
              <a:endParaRPr sz="1200" u="sng" dirty="0"/>
            </a:p>
            <a:p>
              <a:pPr marL="0" marR="0" lvl="0" indent="0" algn="l" rtl="0">
                <a:lnSpc>
                  <a:spcPct val="120000"/>
                </a:lnSpc>
                <a:spcBef>
                  <a:spcPts val="0"/>
                </a:spcBef>
                <a:spcAft>
                  <a:spcPts val="0"/>
                </a:spcAft>
                <a:buNone/>
              </a:pPr>
              <a:r>
                <a:rPr lang="en-US" sz="1200" dirty="0">
                  <a:solidFill>
                    <a:srgbClr val="000000"/>
                  </a:solidFill>
                  <a:latin typeface="Arial"/>
                  <a:ea typeface="Arial"/>
                  <a:cs typeface="Arial"/>
                  <a:sym typeface="Arial"/>
                </a:rPr>
                <a:t>(AC1) the amount of the transfer cannot exceed the account balance </a:t>
              </a:r>
              <a:endParaRPr sz="1200" dirty="0"/>
            </a:p>
            <a:p>
              <a:pPr marL="0" marR="0" lvl="0" indent="0" algn="l" rtl="0">
                <a:lnSpc>
                  <a:spcPct val="120000"/>
                </a:lnSpc>
                <a:spcBef>
                  <a:spcPts val="0"/>
                </a:spcBef>
                <a:spcAft>
                  <a:spcPts val="0"/>
                </a:spcAft>
                <a:buNone/>
              </a:pPr>
              <a:r>
                <a:rPr lang="en-US" sz="1200" dirty="0">
                  <a:solidFill>
                    <a:srgbClr val="000000"/>
                  </a:solidFill>
                  <a:latin typeface="Arial"/>
                  <a:ea typeface="Arial"/>
                  <a:cs typeface="Arial"/>
                  <a:sym typeface="Arial"/>
                </a:rPr>
                <a:t>(AC2) target account must be correct </a:t>
              </a:r>
              <a:endParaRPr sz="1200" dirty="0"/>
            </a:p>
            <a:p>
              <a:pPr marL="0" marR="0" lvl="0" indent="0" algn="l" rtl="0">
                <a:lnSpc>
                  <a:spcPct val="120000"/>
                </a:lnSpc>
                <a:spcBef>
                  <a:spcPts val="0"/>
                </a:spcBef>
                <a:spcAft>
                  <a:spcPts val="0"/>
                </a:spcAft>
                <a:buNone/>
              </a:pPr>
              <a:r>
                <a:rPr lang="en-US" sz="1200" dirty="0">
                  <a:solidFill>
                    <a:srgbClr val="000000"/>
                  </a:solidFill>
                  <a:latin typeface="Arial"/>
                  <a:ea typeface="Arial"/>
                  <a:cs typeface="Arial"/>
                  <a:sym typeface="Arial"/>
                </a:rPr>
                <a:t>(AC3) for valid data (amount, account numbers) the source account balance decreases, and the destination account balance increases by the amount of the transfer </a:t>
              </a:r>
              <a:endParaRPr sz="1200" dirty="0"/>
            </a:p>
            <a:p>
              <a:pPr marL="0" marR="0" lvl="0" indent="0" algn="l" rtl="0">
                <a:lnSpc>
                  <a:spcPct val="120000"/>
                </a:lnSpc>
                <a:spcBef>
                  <a:spcPts val="0"/>
                </a:spcBef>
                <a:spcAft>
                  <a:spcPts val="0"/>
                </a:spcAft>
                <a:buNone/>
              </a:pPr>
              <a:r>
                <a:rPr lang="en-US" sz="1200" dirty="0">
                  <a:solidFill>
                    <a:srgbClr val="000000"/>
                  </a:solidFill>
                  <a:latin typeface="Arial"/>
                  <a:ea typeface="Arial"/>
                  <a:cs typeface="Arial"/>
                  <a:sym typeface="Arial"/>
                </a:rPr>
                <a:t>(AC4) the transfer amount must be positive and represent the correct amount of money (i.e., be accurate  to two decimal places max) </a:t>
              </a:r>
              <a:endParaRPr sz="1200" dirty="0"/>
            </a:p>
            <a:p>
              <a:pPr marL="0" marR="0" lvl="0" indent="0" algn="l" rtl="0">
                <a:lnSpc>
                  <a:spcPct val="120000"/>
                </a:lnSpc>
                <a:spcBef>
                  <a:spcPts val="0"/>
                </a:spcBef>
                <a:spcAft>
                  <a:spcPts val="0"/>
                </a:spcAft>
                <a:buNone/>
              </a:pPr>
              <a:endParaRPr sz="1200" dirty="0">
                <a:solidFill>
                  <a:srgbClr val="000000"/>
                </a:solidFill>
                <a:latin typeface="Arial"/>
                <a:ea typeface="Arial"/>
                <a:cs typeface="Arial"/>
                <a:sym typeface="Arial"/>
              </a:endParaRPr>
            </a:p>
          </p:txBody>
        </p:sp>
      </p:grpSp>
      <p:sp>
        <p:nvSpPr>
          <p:cNvPr id="6" name="Google Shape;269;p10">
            <a:extLst>
              <a:ext uri="{FF2B5EF4-FFF2-40B4-BE49-F238E27FC236}">
                <a16:creationId xmlns:a16="http://schemas.microsoft.com/office/drawing/2014/main" id="{6CB9642E-AB65-A144-D257-8747403B6C9F}"/>
              </a:ext>
            </a:extLst>
          </p:cNvPr>
          <p:cNvSpPr/>
          <p:nvPr/>
        </p:nvSpPr>
        <p:spPr>
          <a:xfrm>
            <a:off x="6150596" y="1772858"/>
            <a:ext cx="4916508" cy="4180901"/>
          </a:xfrm>
          <a:custGeom>
            <a:avLst/>
            <a:gdLst/>
            <a:ahLst/>
            <a:cxnLst/>
            <a:rect l="l" t="t" r="r" b="b"/>
            <a:pathLst>
              <a:path w="14069135" h="6559916" extrusionOk="0">
                <a:moveTo>
                  <a:pt x="0" y="0"/>
                </a:moveTo>
                <a:lnTo>
                  <a:pt x="14069135" y="0"/>
                </a:lnTo>
                <a:lnTo>
                  <a:pt x="14069135" y="6559917"/>
                </a:lnTo>
                <a:lnTo>
                  <a:pt x="0" y="6559917"/>
                </a:lnTo>
                <a:lnTo>
                  <a:pt x="0" y="0"/>
                </a:lnTo>
                <a:close/>
              </a:path>
            </a:pathLst>
          </a:custGeom>
          <a:blipFill rotWithShape="1">
            <a:blip r:embed="rId3">
              <a:alphaModFix/>
            </a:blip>
            <a:stretch>
              <a:fillRect t="-35468" b="-6078"/>
            </a:stretch>
          </a:blipFill>
          <a:ln w="38100" cap="sq" cmpd="sng">
            <a:solidFill>
              <a:schemeClr val="bg1">
                <a:lumMod val="95000"/>
              </a:scheme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050">
              <a:solidFill>
                <a:schemeClr val="dk1"/>
              </a:solidFill>
              <a:latin typeface="Calibri"/>
              <a:ea typeface="Calibri"/>
              <a:cs typeface="Calibri"/>
              <a:sym typeface="Calibri"/>
            </a:endParaRPr>
          </a:p>
        </p:txBody>
      </p:sp>
      <p:sp>
        <p:nvSpPr>
          <p:cNvPr id="7" name="Google Shape;270;p10">
            <a:extLst>
              <a:ext uri="{FF2B5EF4-FFF2-40B4-BE49-F238E27FC236}">
                <a16:creationId xmlns:a16="http://schemas.microsoft.com/office/drawing/2014/main" id="{CC540D72-55D2-DE34-250B-6305544EA122}"/>
              </a:ext>
            </a:extLst>
          </p:cNvPr>
          <p:cNvSpPr txBox="1"/>
          <p:nvPr/>
        </p:nvSpPr>
        <p:spPr>
          <a:xfrm>
            <a:off x="6342616" y="1882625"/>
            <a:ext cx="4802904" cy="3970318"/>
          </a:xfrm>
          <a:prstGeom prst="rect">
            <a:avLst/>
          </a:prstGeom>
          <a:noFill/>
          <a:ln>
            <a:noFill/>
          </a:ln>
        </p:spPr>
        <p:txBody>
          <a:bodyPr spcFirstLastPara="1" wrap="square" lIns="0" tIns="0" rIns="0" bIns="0" anchor="t" anchorCtr="0">
            <a:spAutoFit/>
          </a:bodyPr>
          <a:lstStyle/>
          <a:p>
            <a:r>
              <a:rPr lang="en-US" b="1" dirty="0"/>
              <a:t>🔹 How it might look in Jira</a:t>
            </a:r>
          </a:p>
          <a:p>
            <a:endParaRPr lang="en-US" b="1" dirty="0"/>
          </a:p>
          <a:p>
            <a:r>
              <a:rPr lang="en-MY" sz="1200" b="1" dirty="0"/>
              <a:t>Epic:</a:t>
            </a:r>
            <a:r>
              <a:rPr lang="en-MY" sz="1200" dirty="0"/>
              <a:t> Banking Transactions</a:t>
            </a:r>
          </a:p>
          <a:p>
            <a:r>
              <a:rPr lang="en-MY" sz="1200" b="1" dirty="0"/>
              <a:t>Story:</a:t>
            </a:r>
            <a:r>
              <a:rPr lang="en-MY" sz="1200" dirty="0"/>
              <a:t> US-002-02 Transfer Money Between Accounts</a:t>
            </a:r>
          </a:p>
          <a:p>
            <a:pPr lvl="1"/>
            <a:r>
              <a:rPr lang="en-MY" sz="1200" b="1" dirty="0"/>
              <a:t>Task:</a:t>
            </a:r>
            <a:r>
              <a:rPr lang="en-MY" sz="1200" dirty="0"/>
              <a:t> Frontend – Transfer Form</a:t>
            </a:r>
          </a:p>
          <a:p>
            <a:pPr marL="182563" lvl="2"/>
            <a:r>
              <a:rPr lang="en-MY" sz="1200" dirty="0"/>
              <a:t>Sub-task: Design form</a:t>
            </a:r>
          </a:p>
          <a:p>
            <a:pPr marL="182563" lvl="2"/>
            <a:r>
              <a:rPr lang="en-MY" sz="1200" dirty="0"/>
              <a:t>Sub-task: Implement form</a:t>
            </a:r>
          </a:p>
          <a:p>
            <a:pPr marL="182563" lvl="2"/>
            <a:r>
              <a:rPr lang="en-MY" sz="1200" dirty="0"/>
              <a:t>Sub-task: Add client-side validation</a:t>
            </a:r>
          </a:p>
          <a:p>
            <a:pPr marL="182563" lvl="2"/>
            <a:r>
              <a:rPr lang="en-MY" sz="1200" dirty="0"/>
              <a:t>Sub-task: Display messages</a:t>
            </a:r>
          </a:p>
          <a:p>
            <a:pPr lvl="1"/>
            <a:r>
              <a:rPr lang="en-MY" sz="1200" b="1" dirty="0"/>
              <a:t>Task:</a:t>
            </a:r>
            <a:r>
              <a:rPr lang="en-MY" sz="1200" dirty="0"/>
              <a:t> Backend – API &amp; Business Rules</a:t>
            </a:r>
          </a:p>
          <a:p>
            <a:pPr lvl="2" indent="182563"/>
            <a:r>
              <a:rPr lang="en-MY" sz="1200" dirty="0"/>
              <a:t>Sub-task: Create transfer API</a:t>
            </a:r>
          </a:p>
          <a:p>
            <a:pPr lvl="2" indent="182563"/>
            <a:r>
              <a:rPr lang="en-MY" sz="1200" dirty="0"/>
              <a:t>Sub-task: Implement validation rules</a:t>
            </a:r>
          </a:p>
          <a:p>
            <a:pPr lvl="2" indent="182563"/>
            <a:r>
              <a:rPr lang="en-MY" sz="1200" dirty="0"/>
              <a:t>Sub-task: Update balances</a:t>
            </a:r>
          </a:p>
          <a:p>
            <a:pPr lvl="2" indent="182563"/>
            <a:r>
              <a:rPr lang="en-MY" sz="1200" dirty="0"/>
              <a:t>Sub-task: Log transactions</a:t>
            </a:r>
          </a:p>
          <a:p>
            <a:pPr lvl="1"/>
            <a:r>
              <a:rPr lang="en-MY" sz="1200" b="1" dirty="0"/>
              <a:t>Task:</a:t>
            </a:r>
            <a:r>
              <a:rPr lang="en-MY" sz="1200" dirty="0"/>
              <a:t> Database Updates</a:t>
            </a:r>
          </a:p>
          <a:p>
            <a:pPr lvl="2" indent="182563"/>
            <a:r>
              <a:rPr lang="en-MY" sz="1200" dirty="0"/>
              <a:t>Sub-task: Schema changes (if any)</a:t>
            </a:r>
          </a:p>
          <a:p>
            <a:pPr lvl="2" indent="182563"/>
            <a:r>
              <a:rPr lang="en-MY" sz="1200" dirty="0"/>
              <a:t>Sub-task: Rollback mechanism</a:t>
            </a:r>
          </a:p>
          <a:p>
            <a:pPr lvl="1"/>
            <a:r>
              <a:rPr lang="en-MY" sz="1200" b="1" dirty="0"/>
              <a:t>Task:</a:t>
            </a:r>
            <a:r>
              <a:rPr lang="en-MY" sz="1200" dirty="0"/>
              <a:t> Testing</a:t>
            </a:r>
          </a:p>
          <a:p>
            <a:pPr lvl="2" indent="182563"/>
            <a:r>
              <a:rPr lang="en-MY" sz="1200" dirty="0"/>
              <a:t>Sub-task: Unit tests</a:t>
            </a:r>
          </a:p>
          <a:p>
            <a:pPr lvl="2" indent="182563"/>
            <a:r>
              <a:rPr lang="en-MY" sz="1200" dirty="0"/>
              <a:t>Sub-task: Integration tests</a:t>
            </a:r>
          </a:p>
          <a:p>
            <a:pPr lvl="2" indent="182563"/>
            <a:r>
              <a:rPr lang="en-MY" sz="1200" dirty="0"/>
              <a:t>Sub-task: QA test scenarios</a:t>
            </a:r>
          </a:p>
        </p:txBody>
      </p:sp>
    </p:spTree>
    <p:extLst>
      <p:ext uri="{BB962C8B-B14F-4D97-AF65-F5344CB8AC3E}">
        <p14:creationId xmlns:p14="http://schemas.microsoft.com/office/powerpoint/2010/main" val="28468779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59">
          <a:extLst>
            <a:ext uri="{FF2B5EF4-FFF2-40B4-BE49-F238E27FC236}">
              <a16:creationId xmlns:a16="http://schemas.microsoft.com/office/drawing/2014/main" id="{8F726F4B-3233-BCA9-CE3D-1D9A7A02593C}"/>
            </a:ext>
          </a:extLst>
        </p:cNvPr>
        <p:cNvGrpSpPr/>
        <p:nvPr/>
      </p:nvGrpSpPr>
      <p:grpSpPr>
        <a:xfrm>
          <a:off x="0" y="0"/>
          <a:ext cx="0" cy="0"/>
          <a:chOff x="0" y="0"/>
          <a:chExt cx="0" cy="0"/>
        </a:xfrm>
      </p:grpSpPr>
      <p:sp>
        <p:nvSpPr>
          <p:cNvPr id="660" name="Google Shape;660;g37e47e77286_0_661">
            <a:extLst>
              <a:ext uri="{FF2B5EF4-FFF2-40B4-BE49-F238E27FC236}">
                <a16:creationId xmlns:a16="http://schemas.microsoft.com/office/drawing/2014/main" id="{3C7688E7-3216-4DE9-116A-D957B6EDAF3C}"/>
              </a:ext>
            </a:extLst>
          </p:cNvPr>
          <p:cNvSpPr txBox="1">
            <a:spLocks noGrp="1"/>
          </p:cNvSpPr>
          <p:nvPr>
            <p:ph type="title"/>
          </p:nvPr>
        </p:nvSpPr>
        <p:spPr>
          <a:xfrm>
            <a:off x="373400" y="389000"/>
            <a:ext cx="11228100" cy="9219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1400"/>
              <a:buNone/>
            </a:pPr>
            <a:r>
              <a:rPr lang="en-MY" sz="3200" dirty="0"/>
              <a:t>Writing Effective User Story with Acceptance Criteria</a:t>
            </a:r>
            <a:endParaRPr sz="3200" dirty="0"/>
          </a:p>
        </p:txBody>
      </p:sp>
      <p:sp>
        <p:nvSpPr>
          <p:cNvPr id="661" name="Google Shape;661;g37e47e77286_0_661">
            <a:extLst>
              <a:ext uri="{FF2B5EF4-FFF2-40B4-BE49-F238E27FC236}">
                <a16:creationId xmlns:a16="http://schemas.microsoft.com/office/drawing/2014/main" id="{A588F122-EBB8-80E1-DA81-A04DAAE4E9D9}"/>
              </a:ext>
            </a:extLst>
          </p:cNvPr>
          <p:cNvSpPr txBox="1">
            <a:spLocks noGrp="1"/>
          </p:cNvSpPr>
          <p:nvPr>
            <p:ph type="sldNum" idx="12"/>
          </p:nvPr>
        </p:nvSpPr>
        <p:spPr>
          <a:xfrm>
            <a:off x="10637134" y="6432584"/>
            <a:ext cx="756300" cy="3213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200"/>
              <a:buNone/>
            </a:pPr>
            <a:fld id="{00000000-1234-1234-1234-123412341234}" type="slidenum">
              <a:rPr lang="en-MY"/>
              <a:t>8</a:t>
            </a:fld>
            <a:endParaRPr/>
          </a:p>
        </p:txBody>
      </p:sp>
      <p:sp>
        <p:nvSpPr>
          <p:cNvPr id="662" name="Google Shape;662;g37e47e77286_0_661">
            <a:extLst>
              <a:ext uri="{FF2B5EF4-FFF2-40B4-BE49-F238E27FC236}">
                <a16:creationId xmlns:a16="http://schemas.microsoft.com/office/drawing/2014/main" id="{FB524CA7-69EF-6C08-6112-D10BB922BE29}"/>
              </a:ext>
            </a:extLst>
          </p:cNvPr>
          <p:cNvSpPr txBox="1"/>
          <p:nvPr/>
        </p:nvSpPr>
        <p:spPr>
          <a:xfrm>
            <a:off x="574384" y="1668380"/>
            <a:ext cx="10440900" cy="4055400"/>
          </a:xfrm>
          <a:prstGeom prst="rect">
            <a:avLst/>
          </a:prstGeom>
          <a:noFill/>
          <a:ln>
            <a:noFill/>
          </a:ln>
        </p:spPr>
        <p:txBody>
          <a:bodyPr spcFirstLastPara="1" wrap="square" lIns="91425" tIns="91425" rIns="91425" bIns="91425" anchor="t" anchorCtr="0">
            <a:noAutofit/>
          </a:bodyPr>
          <a:lstStyle/>
          <a:p>
            <a:pPr marL="647700" lvl="1" indent="-323850">
              <a:lnSpc>
                <a:spcPct val="120000"/>
              </a:lnSpc>
              <a:buSzPts val="3000"/>
              <a:buFont typeface="Arial"/>
              <a:buChar char="•"/>
            </a:pPr>
            <a:r>
              <a:rPr lang="en-US" sz="1800" dirty="0">
                <a:latin typeface="Lato" panose="020F0502020204030203" pitchFamily="34" charset="0"/>
                <a:ea typeface="Lato" panose="020F0502020204030203" pitchFamily="34" charset="0"/>
                <a:cs typeface="Lato" panose="020F0502020204030203" pitchFamily="34" charset="0"/>
              </a:rPr>
              <a:t>Acceptance criteria can be viewed as test conditions or coverage items that should be checked by acceptance tests.</a:t>
            </a:r>
          </a:p>
          <a:p>
            <a:pPr lvl="0">
              <a:lnSpc>
                <a:spcPct val="120000"/>
              </a:lnSpc>
            </a:pPr>
            <a:endParaRPr lang="en-US" sz="1800" dirty="0">
              <a:latin typeface="Lato" panose="020F0502020204030203" pitchFamily="34" charset="0"/>
              <a:ea typeface="Lato" panose="020F0502020204030203" pitchFamily="34" charset="0"/>
              <a:cs typeface="Lato" panose="020F0502020204030203" pitchFamily="34" charset="0"/>
            </a:endParaRPr>
          </a:p>
          <a:p>
            <a:pPr marL="647700" lvl="1" indent="-323850">
              <a:lnSpc>
                <a:spcPct val="120000"/>
              </a:lnSpc>
              <a:buSzPts val="3000"/>
              <a:buFont typeface="Arial"/>
              <a:buChar char="•"/>
            </a:pPr>
            <a:r>
              <a:rPr lang="en-US" sz="1800" dirty="0">
                <a:latin typeface="Lato" panose="020F0502020204030203" pitchFamily="34" charset="0"/>
                <a:ea typeface="Lato" panose="020F0502020204030203" pitchFamily="34" charset="0"/>
                <a:cs typeface="Lato" panose="020F0502020204030203" pitchFamily="34" charset="0"/>
              </a:rPr>
              <a:t>Acceptance criteria are used:</a:t>
            </a:r>
          </a:p>
          <a:p>
            <a:pPr marL="1295400" lvl="2" indent="-431800">
              <a:lnSpc>
                <a:spcPct val="120000"/>
              </a:lnSpc>
              <a:buSzPts val="3000"/>
              <a:buFont typeface="Arial"/>
              <a:buChar char="⚬"/>
            </a:pPr>
            <a:r>
              <a:rPr lang="en-US" sz="1800" dirty="0">
                <a:latin typeface="Lato" panose="020F0502020204030203" pitchFamily="34" charset="0"/>
                <a:ea typeface="Lato" panose="020F0502020204030203" pitchFamily="34" charset="0"/>
                <a:cs typeface="Lato" panose="020F0502020204030203" pitchFamily="34" charset="0"/>
              </a:rPr>
              <a:t>To define the boundaries of the user’s story</a:t>
            </a:r>
          </a:p>
          <a:p>
            <a:pPr marL="1295400" lvl="2" indent="-431800">
              <a:lnSpc>
                <a:spcPct val="120000"/>
              </a:lnSpc>
              <a:buSzPts val="3000"/>
              <a:buFont typeface="Arial"/>
              <a:buChar char="⚬"/>
            </a:pPr>
            <a:r>
              <a:rPr lang="en-US" sz="1800" dirty="0">
                <a:latin typeface="Lato" panose="020F0502020204030203" pitchFamily="34" charset="0"/>
                <a:ea typeface="Lato" panose="020F0502020204030203" pitchFamily="34" charset="0"/>
                <a:cs typeface="Lato" panose="020F0502020204030203" pitchFamily="34" charset="0"/>
              </a:rPr>
              <a:t>To reach a consensus between the developer team and the client</a:t>
            </a:r>
          </a:p>
          <a:p>
            <a:pPr marL="1295400" lvl="2" indent="-431800">
              <a:lnSpc>
                <a:spcPct val="120000"/>
              </a:lnSpc>
              <a:buSzPts val="3000"/>
              <a:buFont typeface="Arial"/>
              <a:buChar char="⚬"/>
            </a:pPr>
            <a:r>
              <a:rPr lang="en-US" sz="1800" dirty="0">
                <a:latin typeface="Lato" panose="020F0502020204030203" pitchFamily="34" charset="0"/>
                <a:ea typeface="Lato" panose="020F0502020204030203" pitchFamily="34" charset="0"/>
                <a:cs typeface="Lato" panose="020F0502020204030203" pitchFamily="34" charset="0"/>
              </a:rPr>
              <a:t>To describe both positive and negative test scenarios</a:t>
            </a:r>
          </a:p>
          <a:p>
            <a:pPr marL="1295400" lvl="2" indent="-431800">
              <a:lnSpc>
                <a:spcPct val="120000"/>
              </a:lnSpc>
              <a:buSzPts val="3000"/>
              <a:buFont typeface="Arial"/>
              <a:buChar char="⚬"/>
            </a:pPr>
            <a:r>
              <a:rPr lang="en-US" sz="1800" dirty="0">
                <a:latin typeface="Lato" panose="020F0502020204030203" pitchFamily="34" charset="0"/>
                <a:ea typeface="Lato" panose="020F0502020204030203" pitchFamily="34" charset="0"/>
                <a:cs typeface="Lato" panose="020F0502020204030203" pitchFamily="34" charset="0"/>
              </a:rPr>
              <a:t>As the basis for user story acceptance testing</a:t>
            </a:r>
          </a:p>
          <a:p>
            <a:pPr lvl="0">
              <a:lnSpc>
                <a:spcPct val="120000"/>
              </a:lnSpc>
            </a:pPr>
            <a:endParaRPr lang="en-US" sz="1800" dirty="0">
              <a:latin typeface="Lato" panose="020F0502020204030203" pitchFamily="34" charset="0"/>
              <a:ea typeface="Lato" panose="020F0502020204030203" pitchFamily="34" charset="0"/>
              <a:cs typeface="Lato" panose="020F0502020204030203" pitchFamily="34" charset="0"/>
            </a:endParaRPr>
          </a:p>
          <a:p>
            <a:pPr marL="647700" lvl="1" indent="-323850">
              <a:lnSpc>
                <a:spcPct val="120000"/>
              </a:lnSpc>
              <a:buSzPts val="3000"/>
              <a:buFont typeface="Arial"/>
              <a:buChar char="•"/>
            </a:pPr>
            <a:r>
              <a:rPr lang="en-US" sz="1800" dirty="0">
                <a:latin typeface="Lato" panose="020F0502020204030203" pitchFamily="34" charset="0"/>
                <a:ea typeface="Lato" panose="020F0502020204030203" pitchFamily="34" charset="0"/>
                <a:cs typeface="Lato" panose="020F0502020204030203" pitchFamily="34" charset="0"/>
              </a:rPr>
              <a:t>The two most common formats are: </a:t>
            </a:r>
          </a:p>
          <a:p>
            <a:pPr marL="1295400" lvl="2" indent="-431800">
              <a:lnSpc>
                <a:spcPct val="120000"/>
              </a:lnSpc>
              <a:buSzPts val="3000"/>
              <a:buFont typeface="Arial"/>
              <a:buChar char="⚬"/>
            </a:pPr>
            <a:r>
              <a:rPr lang="en-US" sz="1800" dirty="0">
                <a:latin typeface="Lato" panose="020F0502020204030203" pitchFamily="34" charset="0"/>
                <a:ea typeface="Lato" panose="020F0502020204030203" pitchFamily="34" charset="0"/>
                <a:cs typeface="Lato" panose="020F0502020204030203" pitchFamily="34" charset="0"/>
              </a:rPr>
              <a:t>Scenario-oriented acceptance criteria - Given/When/Then style criteria</a:t>
            </a:r>
          </a:p>
          <a:p>
            <a:pPr marL="1295400" lvl="2" indent="-431800">
              <a:lnSpc>
                <a:spcPct val="120000"/>
              </a:lnSpc>
              <a:buSzPts val="3000"/>
              <a:buFont typeface="Arial"/>
              <a:buChar char="⚬"/>
            </a:pPr>
            <a:r>
              <a:rPr lang="en-US" sz="1800" dirty="0">
                <a:latin typeface="Lato" panose="020F0502020204030203" pitchFamily="34" charset="0"/>
                <a:ea typeface="Lato" panose="020F0502020204030203" pitchFamily="34" charset="0"/>
                <a:cs typeface="Lato" panose="020F0502020204030203" pitchFamily="34" charset="0"/>
              </a:rPr>
              <a:t>Rule-oriented acceptance criteria </a:t>
            </a:r>
          </a:p>
        </p:txBody>
      </p:sp>
    </p:spTree>
    <p:extLst>
      <p:ext uri="{BB962C8B-B14F-4D97-AF65-F5344CB8AC3E}">
        <p14:creationId xmlns:p14="http://schemas.microsoft.com/office/powerpoint/2010/main" val="33091139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59">
          <a:extLst>
            <a:ext uri="{FF2B5EF4-FFF2-40B4-BE49-F238E27FC236}">
              <a16:creationId xmlns:a16="http://schemas.microsoft.com/office/drawing/2014/main" id="{D4FF7ED0-1D90-F823-12A6-BFC8D510A414}"/>
            </a:ext>
          </a:extLst>
        </p:cNvPr>
        <p:cNvGrpSpPr/>
        <p:nvPr/>
      </p:nvGrpSpPr>
      <p:grpSpPr>
        <a:xfrm>
          <a:off x="0" y="0"/>
          <a:ext cx="0" cy="0"/>
          <a:chOff x="0" y="0"/>
          <a:chExt cx="0" cy="0"/>
        </a:xfrm>
      </p:grpSpPr>
      <p:sp>
        <p:nvSpPr>
          <p:cNvPr id="660" name="Google Shape;660;g37e47e77286_0_661">
            <a:extLst>
              <a:ext uri="{FF2B5EF4-FFF2-40B4-BE49-F238E27FC236}">
                <a16:creationId xmlns:a16="http://schemas.microsoft.com/office/drawing/2014/main" id="{960C5327-52DB-1D61-0A3F-121776D0B3C7}"/>
              </a:ext>
            </a:extLst>
          </p:cNvPr>
          <p:cNvSpPr txBox="1">
            <a:spLocks noGrp="1"/>
          </p:cNvSpPr>
          <p:nvPr>
            <p:ph type="title"/>
          </p:nvPr>
        </p:nvSpPr>
        <p:spPr>
          <a:xfrm>
            <a:off x="373400" y="389000"/>
            <a:ext cx="11228100" cy="9219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1400"/>
              <a:buNone/>
            </a:pPr>
            <a:r>
              <a:rPr lang="en-MY" sz="3200" dirty="0"/>
              <a:t>Writing Effective User Story with Acceptance Criteria</a:t>
            </a:r>
            <a:endParaRPr sz="3200" dirty="0"/>
          </a:p>
        </p:txBody>
      </p:sp>
      <p:sp>
        <p:nvSpPr>
          <p:cNvPr id="661" name="Google Shape;661;g37e47e77286_0_661">
            <a:extLst>
              <a:ext uri="{FF2B5EF4-FFF2-40B4-BE49-F238E27FC236}">
                <a16:creationId xmlns:a16="http://schemas.microsoft.com/office/drawing/2014/main" id="{C8061F0D-85B2-DAA4-D649-EDDBCD89D4D2}"/>
              </a:ext>
            </a:extLst>
          </p:cNvPr>
          <p:cNvSpPr txBox="1">
            <a:spLocks noGrp="1"/>
          </p:cNvSpPr>
          <p:nvPr>
            <p:ph type="sldNum" idx="12"/>
          </p:nvPr>
        </p:nvSpPr>
        <p:spPr>
          <a:xfrm>
            <a:off x="10637134" y="6432584"/>
            <a:ext cx="756300" cy="3213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200"/>
              <a:buNone/>
            </a:pPr>
            <a:fld id="{00000000-1234-1234-1234-123412341234}" type="slidenum">
              <a:rPr lang="en-MY"/>
              <a:t>9</a:t>
            </a:fld>
            <a:endParaRPr/>
          </a:p>
        </p:txBody>
      </p:sp>
      <p:sp>
        <p:nvSpPr>
          <p:cNvPr id="2" name="Google Shape;195;p6">
            <a:extLst>
              <a:ext uri="{FF2B5EF4-FFF2-40B4-BE49-F238E27FC236}">
                <a16:creationId xmlns:a16="http://schemas.microsoft.com/office/drawing/2014/main" id="{043D0684-B811-674F-0A8F-B0081E5CB82F}"/>
              </a:ext>
            </a:extLst>
          </p:cNvPr>
          <p:cNvSpPr/>
          <p:nvPr/>
        </p:nvSpPr>
        <p:spPr>
          <a:xfrm>
            <a:off x="3185988" y="1464227"/>
            <a:ext cx="7674078" cy="2068259"/>
          </a:xfrm>
          <a:custGeom>
            <a:avLst/>
            <a:gdLst/>
            <a:ahLst/>
            <a:cxnLst/>
            <a:rect l="l" t="t" r="r" b="b"/>
            <a:pathLst>
              <a:path w="11606082" h="3553529" extrusionOk="0">
                <a:moveTo>
                  <a:pt x="0" y="0"/>
                </a:moveTo>
                <a:lnTo>
                  <a:pt x="11606082" y="0"/>
                </a:lnTo>
                <a:lnTo>
                  <a:pt x="11606082" y="3553530"/>
                </a:lnTo>
                <a:lnTo>
                  <a:pt x="0" y="3553530"/>
                </a:lnTo>
                <a:lnTo>
                  <a:pt x="0" y="0"/>
                </a:lnTo>
                <a:close/>
              </a:path>
            </a:pathLst>
          </a:custGeom>
          <a:blipFill rotWithShape="1">
            <a:blip r:embed="rId3">
              <a:alphaModFix/>
            </a:blip>
            <a:stretch>
              <a:fillRect t="-38734" b="-76815"/>
            </a:stretch>
          </a:blipFill>
          <a:ln w="38100" cap="sq" cmpd="sng">
            <a:solidFill>
              <a:srgbClr val="000000"/>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latin typeface="Calibri"/>
              <a:ea typeface="Calibri"/>
              <a:cs typeface="Calibri"/>
              <a:sym typeface="Calibri"/>
            </a:endParaRPr>
          </a:p>
        </p:txBody>
      </p:sp>
      <p:sp>
        <p:nvSpPr>
          <p:cNvPr id="3" name="Google Shape;198;p6">
            <a:extLst>
              <a:ext uri="{FF2B5EF4-FFF2-40B4-BE49-F238E27FC236}">
                <a16:creationId xmlns:a16="http://schemas.microsoft.com/office/drawing/2014/main" id="{2C4B3E2F-7A74-6535-7744-73A83C23D600}"/>
              </a:ext>
            </a:extLst>
          </p:cNvPr>
          <p:cNvSpPr txBox="1"/>
          <p:nvPr/>
        </p:nvSpPr>
        <p:spPr>
          <a:xfrm>
            <a:off x="777619" y="1726352"/>
            <a:ext cx="2303564" cy="590931"/>
          </a:xfrm>
          <a:prstGeom prst="rect">
            <a:avLst/>
          </a:prstGeom>
          <a:noFill/>
          <a:ln>
            <a:noFill/>
          </a:ln>
        </p:spPr>
        <p:txBody>
          <a:bodyPr spcFirstLastPara="1" wrap="square" lIns="0" tIns="0" rIns="0" bIns="0" anchor="t" anchorCtr="0">
            <a:spAutoFit/>
          </a:bodyPr>
          <a:lstStyle/>
          <a:p>
            <a:pPr marL="0" marR="0" lvl="0" indent="0" rtl="0">
              <a:lnSpc>
                <a:spcPct val="120000"/>
              </a:lnSpc>
              <a:spcBef>
                <a:spcPts val="0"/>
              </a:spcBef>
              <a:spcAft>
                <a:spcPts val="0"/>
              </a:spcAft>
              <a:buNone/>
            </a:pPr>
            <a:r>
              <a:rPr lang="en-US" sz="1600" b="1" dirty="0">
                <a:solidFill>
                  <a:srgbClr val="000000"/>
                </a:solidFill>
                <a:latin typeface="Poppins"/>
                <a:ea typeface="Poppins"/>
                <a:cs typeface="Poppins"/>
                <a:sym typeface="Poppins"/>
              </a:rPr>
              <a:t>Rule-Oriented Example</a:t>
            </a:r>
            <a:endParaRPr sz="1600" dirty="0"/>
          </a:p>
        </p:txBody>
      </p:sp>
      <p:sp>
        <p:nvSpPr>
          <p:cNvPr id="4" name="Google Shape;199;p6">
            <a:extLst>
              <a:ext uri="{FF2B5EF4-FFF2-40B4-BE49-F238E27FC236}">
                <a16:creationId xmlns:a16="http://schemas.microsoft.com/office/drawing/2014/main" id="{23BB659D-2C08-7DB3-A6B3-43217B50A3EF}"/>
              </a:ext>
            </a:extLst>
          </p:cNvPr>
          <p:cNvSpPr txBox="1"/>
          <p:nvPr/>
        </p:nvSpPr>
        <p:spPr>
          <a:xfrm>
            <a:off x="3395599" y="1569177"/>
            <a:ext cx="7241536" cy="2068259"/>
          </a:xfrm>
          <a:prstGeom prst="rect">
            <a:avLst/>
          </a:prstGeom>
          <a:noFill/>
          <a:ln>
            <a:noFill/>
          </a:ln>
        </p:spPr>
        <p:txBody>
          <a:bodyPr spcFirstLastPara="1" wrap="square" lIns="0" tIns="0" rIns="0" bIns="0" anchor="t" anchorCtr="0">
            <a:spAutoFit/>
          </a:bodyPr>
          <a:lstStyle/>
          <a:p>
            <a:pPr marL="0" marR="0" lvl="0" indent="0" algn="l" rtl="0">
              <a:lnSpc>
                <a:spcPct val="120007"/>
              </a:lnSpc>
              <a:spcBef>
                <a:spcPts val="0"/>
              </a:spcBef>
              <a:spcAft>
                <a:spcPts val="0"/>
              </a:spcAft>
              <a:buNone/>
            </a:pPr>
            <a:r>
              <a:rPr lang="en-US" sz="1600" dirty="0">
                <a:solidFill>
                  <a:srgbClr val="000000"/>
                </a:solidFill>
                <a:latin typeface="Arial"/>
                <a:ea typeface="Arial"/>
                <a:cs typeface="Arial"/>
                <a:sym typeface="Arial"/>
              </a:rPr>
              <a:t>Acceptance criteria: </a:t>
            </a:r>
            <a:endParaRPr sz="1600" dirty="0"/>
          </a:p>
          <a:p>
            <a:pPr marL="604519" marR="0" lvl="1" indent="-302260" algn="l" rtl="0">
              <a:lnSpc>
                <a:spcPct val="120007"/>
              </a:lnSpc>
              <a:spcBef>
                <a:spcPts val="0"/>
              </a:spcBef>
              <a:spcAft>
                <a:spcPts val="0"/>
              </a:spcAft>
              <a:buClr>
                <a:srgbClr val="000000"/>
              </a:buClr>
              <a:buSzPts val="2799"/>
              <a:buFont typeface="Arial"/>
              <a:buChar char="•"/>
            </a:pPr>
            <a:r>
              <a:rPr lang="en-US" sz="1600" b="0" i="0" u="none" strike="noStrike" cap="none" dirty="0">
                <a:solidFill>
                  <a:srgbClr val="000000"/>
                </a:solidFill>
                <a:latin typeface="Arial"/>
                <a:ea typeface="Arial"/>
                <a:cs typeface="Arial"/>
                <a:sym typeface="Arial"/>
              </a:rPr>
              <a:t>Login must be a valid email address. </a:t>
            </a:r>
            <a:endParaRPr sz="1600" dirty="0"/>
          </a:p>
          <a:p>
            <a:pPr marL="604519" marR="0" lvl="1" indent="-302260" algn="l" rtl="0">
              <a:lnSpc>
                <a:spcPct val="120007"/>
              </a:lnSpc>
              <a:spcBef>
                <a:spcPts val="0"/>
              </a:spcBef>
              <a:spcAft>
                <a:spcPts val="0"/>
              </a:spcAft>
              <a:buClr>
                <a:srgbClr val="000000"/>
              </a:buClr>
              <a:buSzPts val="2799"/>
              <a:buFont typeface="Arial"/>
              <a:buChar char="•"/>
            </a:pPr>
            <a:r>
              <a:rPr lang="en-US" sz="1600" b="0" i="0" u="none" strike="noStrike" cap="none" dirty="0">
                <a:solidFill>
                  <a:srgbClr val="000000"/>
                </a:solidFill>
                <a:latin typeface="Arial"/>
                <a:ea typeface="Arial"/>
                <a:cs typeface="Arial"/>
                <a:sym typeface="Arial"/>
              </a:rPr>
              <a:t>System rejects login attempt with incorrect password. </a:t>
            </a:r>
            <a:endParaRPr sz="1600" dirty="0"/>
          </a:p>
          <a:p>
            <a:pPr marL="604519" marR="0" lvl="1" indent="-302260" algn="l" rtl="0">
              <a:lnSpc>
                <a:spcPct val="120007"/>
              </a:lnSpc>
              <a:spcBef>
                <a:spcPts val="0"/>
              </a:spcBef>
              <a:spcAft>
                <a:spcPts val="0"/>
              </a:spcAft>
              <a:buClr>
                <a:srgbClr val="000000"/>
              </a:buClr>
              <a:buSzPts val="2799"/>
              <a:buFont typeface="Arial"/>
              <a:buChar char="•"/>
            </a:pPr>
            <a:r>
              <a:rPr lang="en-US" sz="1600" b="0" i="0" u="none" strike="noStrike" cap="none" dirty="0">
                <a:solidFill>
                  <a:srgbClr val="000000"/>
                </a:solidFill>
                <a:latin typeface="Arial"/>
                <a:ea typeface="Arial"/>
                <a:cs typeface="Arial"/>
                <a:sym typeface="Arial"/>
              </a:rPr>
              <a:t>System rejects login attempt for non-existent user login. </a:t>
            </a:r>
            <a:endParaRPr sz="1600" dirty="0"/>
          </a:p>
          <a:p>
            <a:pPr marL="604519" marR="0" lvl="1" indent="-302260" algn="l" rtl="0">
              <a:lnSpc>
                <a:spcPct val="120007"/>
              </a:lnSpc>
              <a:spcBef>
                <a:spcPts val="0"/>
              </a:spcBef>
              <a:spcAft>
                <a:spcPts val="0"/>
              </a:spcAft>
              <a:buClr>
                <a:srgbClr val="000000"/>
              </a:buClr>
              <a:buSzPts val="2799"/>
              <a:buFont typeface="Arial"/>
              <a:buChar char="•"/>
            </a:pPr>
            <a:r>
              <a:rPr lang="en-US" sz="1600" b="0" i="0" u="none" strike="noStrike" cap="none" dirty="0">
                <a:solidFill>
                  <a:srgbClr val="000000"/>
                </a:solidFill>
                <a:latin typeface="Arial"/>
                <a:ea typeface="Arial"/>
                <a:cs typeface="Arial"/>
                <a:sym typeface="Arial"/>
              </a:rPr>
              <a:t>System allows the user to enter in the fields “login” and “password” only alphanumeric characters</a:t>
            </a:r>
            <a:r>
              <a:rPr lang="en-US" sz="1600" dirty="0"/>
              <a:t> </a:t>
            </a:r>
            <a:r>
              <a:rPr lang="en-US" sz="1600" b="0" i="0" u="none" strike="noStrike" cap="none" dirty="0">
                <a:solidFill>
                  <a:srgbClr val="000000"/>
                </a:solidFill>
                <a:latin typeface="Arial"/>
                <a:ea typeface="Arial"/>
                <a:cs typeface="Arial"/>
                <a:sym typeface="Arial"/>
              </a:rPr>
              <a:t>as well as a period and the symbol “@”. </a:t>
            </a:r>
            <a:endParaRPr sz="1600" dirty="0"/>
          </a:p>
          <a:p>
            <a:pPr marL="0" marR="0" lvl="0" indent="0" algn="l" rtl="0">
              <a:lnSpc>
                <a:spcPct val="120007"/>
              </a:lnSpc>
              <a:spcBef>
                <a:spcPts val="0"/>
              </a:spcBef>
              <a:spcAft>
                <a:spcPts val="0"/>
              </a:spcAft>
              <a:buNone/>
            </a:pPr>
            <a:endParaRPr sz="1600" dirty="0">
              <a:solidFill>
                <a:srgbClr val="000000"/>
              </a:solidFill>
              <a:latin typeface="Arial"/>
              <a:ea typeface="Arial"/>
              <a:cs typeface="Arial"/>
              <a:sym typeface="Arial"/>
            </a:endParaRPr>
          </a:p>
        </p:txBody>
      </p:sp>
      <p:sp>
        <p:nvSpPr>
          <p:cNvPr id="5" name="Google Shape;200;p6">
            <a:extLst>
              <a:ext uri="{FF2B5EF4-FFF2-40B4-BE49-F238E27FC236}">
                <a16:creationId xmlns:a16="http://schemas.microsoft.com/office/drawing/2014/main" id="{DA9457DB-BE36-7C4E-462A-8AED2A851BDF}"/>
              </a:ext>
            </a:extLst>
          </p:cNvPr>
          <p:cNvSpPr txBox="1"/>
          <p:nvPr/>
        </p:nvSpPr>
        <p:spPr>
          <a:xfrm>
            <a:off x="738340" y="4615781"/>
            <a:ext cx="2560382" cy="590931"/>
          </a:xfrm>
          <a:prstGeom prst="rect">
            <a:avLst/>
          </a:prstGeom>
          <a:noFill/>
          <a:ln>
            <a:noFill/>
          </a:ln>
        </p:spPr>
        <p:txBody>
          <a:bodyPr spcFirstLastPara="1" wrap="square" lIns="0" tIns="0" rIns="0" bIns="0" anchor="t" anchorCtr="0">
            <a:spAutoFit/>
          </a:bodyPr>
          <a:lstStyle/>
          <a:p>
            <a:pPr marL="0" marR="0" lvl="0" indent="0" rtl="0">
              <a:lnSpc>
                <a:spcPct val="120000"/>
              </a:lnSpc>
              <a:spcBef>
                <a:spcPts val="0"/>
              </a:spcBef>
              <a:spcAft>
                <a:spcPts val="0"/>
              </a:spcAft>
              <a:buNone/>
            </a:pPr>
            <a:r>
              <a:rPr lang="en-US" sz="1600" b="1" dirty="0">
                <a:solidFill>
                  <a:srgbClr val="000000"/>
                </a:solidFill>
                <a:latin typeface="Poppins"/>
                <a:ea typeface="Poppins"/>
                <a:cs typeface="Poppins"/>
                <a:sym typeface="Poppins"/>
              </a:rPr>
              <a:t>Scenario-Oriented </a:t>
            </a:r>
            <a:endParaRPr sz="1600" dirty="0"/>
          </a:p>
          <a:p>
            <a:pPr marL="0" marR="0" lvl="0" indent="0" rtl="0">
              <a:lnSpc>
                <a:spcPct val="120000"/>
              </a:lnSpc>
              <a:spcBef>
                <a:spcPts val="0"/>
              </a:spcBef>
              <a:spcAft>
                <a:spcPts val="0"/>
              </a:spcAft>
              <a:buNone/>
            </a:pPr>
            <a:r>
              <a:rPr lang="en-US" sz="1600" b="1" dirty="0">
                <a:solidFill>
                  <a:srgbClr val="000000"/>
                </a:solidFill>
                <a:latin typeface="Poppins"/>
                <a:ea typeface="Poppins"/>
                <a:cs typeface="Poppins"/>
                <a:sym typeface="Poppins"/>
              </a:rPr>
              <a:t>Example </a:t>
            </a:r>
            <a:endParaRPr sz="1600" dirty="0"/>
          </a:p>
        </p:txBody>
      </p:sp>
      <p:sp>
        <p:nvSpPr>
          <p:cNvPr id="6" name="Google Shape;201;p6">
            <a:extLst>
              <a:ext uri="{FF2B5EF4-FFF2-40B4-BE49-F238E27FC236}">
                <a16:creationId xmlns:a16="http://schemas.microsoft.com/office/drawing/2014/main" id="{D8167753-A9BE-6EB0-573A-5F347BD50F68}"/>
              </a:ext>
            </a:extLst>
          </p:cNvPr>
          <p:cNvSpPr/>
          <p:nvPr/>
        </p:nvSpPr>
        <p:spPr>
          <a:xfrm>
            <a:off x="3185988" y="3914598"/>
            <a:ext cx="7674078" cy="2681375"/>
          </a:xfrm>
          <a:custGeom>
            <a:avLst/>
            <a:gdLst/>
            <a:ahLst/>
            <a:cxnLst/>
            <a:rect l="l" t="t" r="r" b="b"/>
            <a:pathLst>
              <a:path w="12118130" h="5483096" extrusionOk="0">
                <a:moveTo>
                  <a:pt x="0" y="0"/>
                </a:moveTo>
                <a:lnTo>
                  <a:pt x="12118129" y="0"/>
                </a:lnTo>
                <a:lnTo>
                  <a:pt x="12118129" y="5483096"/>
                </a:lnTo>
                <a:lnTo>
                  <a:pt x="0" y="5483096"/>
                </a:lnTo>
                <a:lnTo>
                  <a:pt x="0" y="0"/>
                </a:lnTo>
                <a:close/>
              </a:path>
            </a:pathLst>
          </a:custGeom>
          <a:blipFill rotWithShape="1">
            <a:blip r:embed="rId3">
              <a:alphaModFix/>
            </a:blip>
            <a:stretch>
              <a:fillRect t="-31121" r="-2768" b="-18781"/>
            </a:stretch>
          </a:blipFill>
          <a:ln w="38100" cap="sq" cmpd="sng">
            <a:solidFill>
              <a:srgbClr val="000000"/>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latin typeface="Calibri"/>
              <a:ea typeface="Calibri"/>
              <a:cs typeface="Calibri"/>
              <a:sym typeface="Calibri"/>
            </a:endParaRPr>
          </a:p>
        </p:txBody>
      </p:sp>
      <p:sp>
        <p:nvSpPr>
          <p:cNvPr id="7" name="Google Shape;202;p6">
            <a:extLst>
              <a:ext uri="{FF2B5EF4-FFF2-40B4-BE49-F238E27FC236}">
                <a16:creationId xmlns:a16="http://schemas.microsoft.com/office/drawing/2014/main" id="{53EACD60-75AF-C343-AD25-849BA16A5577}"/>
              </a:ext>
            </a:extLst>
          </p:cNvPr>
          <p:cNvSpPr txBox="1"/>
          <p:nvPr/>
        </p:nvSpPr>
        <p:spPr>
          <a:xfrm>
            <a:off x="3395599" y="4047551"/>
            <a:ext cx="7561344" cy="2604687"/>
          </a:xfrm>
          <a:prstGeom prst="rect">
            <a:avLst/>
          </a:prstGeom>
          <a:noFill/>
          <a:ln>
            <a:noFill/>
          </a:ln>
        </p:spPr>
        <p:txBody>
          <a:bodyPr spcFirstLastPara="1" wrap="square" lIns="0" tIns="0" rIns="0" bIns="0" anchor="t" anchorCtr="0">
            <a:spAutoFit/>
          </a:bodyPr>
          <a:lstStyle/>
          <a:p>
            <a:pPr marL="0" marR="0" lvl="0" indent="0" algn="l" rtl="0">
              <a:lnSpc>
                <a:spcPct val="120007"/>
              </a:lnSpc>
              <a:spcBef>
                <a:spcPts val="0"/>
              </a:spcBef>
              <a:spcAft>
                <a:spcPts val="0"/>
              </a:spcAft>
              <a:buNone/>
            </a:pPr>
            <a:r>
              <a:rPr lang="en-US" dirty="0">
                <a:solidFill>
                  <a:srgbClr val="000000"/>
                </a:solidFill>
                <a:latin typeface="Arial"/>
                <a:ea typeface="Arial"/>
                <a:cs typeface="Arial"/>
                <a:sym typeface="Arial"/>
              </a:rPr>
              <a:t>Scenario: </a:t>
            </a:r>
            <a:endParaRPr dirty="0"/>
          </a:p>
          <a:p>
            <a:pPr marL="0" marR="0" lvl="0" indent="0" algn="l" rtl="0">
              <a:lnSpc>
                <a:spcPct val="120007"/>
              </a:lnSpc>
              <a:spcBef>
                <a:spcPts val="0"/>
              </a:spcBef>
              <a:spcAft>
                <a:spcPts val="0"/>
              </a:spcAft>
              <a:buNone/>
            </a:pPr>
            <a:r>
              <a:rPr lang="en-US" dirty="0">
                <a:solidFill>
                  <a:srgbClr val="000000"/>
                </a:solidFill>
                <a:latin typeface="Arial"/>
                <a:ea typeface="Arial"/>
                <a:cs typeface="Arial"/>
                <a:sym typeface="Arial"/>
              </a:rPr>
              <a:t>There are two types of cards: one with a debit limit of $2500, the other with a debit limit of $5000. The maximum credit card limit depends on the customer’s earnings (rounded to the nearest $). The customer must have a salary of more than $10,000 per month to get the lower debit limit. If the salary exceeds $15,000 per month, the customer gets a higher debit limit. </a:t>
            </a:r>
            <a:endParaRPr dirty="0"/>
          </a:p>
          <a:p>
            <a:pPr marL="0" marR="0" lvl="0" indent="0" algn="l" rtl="0">
              <a:lnSpc>
                <a:spcPct val="120007"/>
              </a:lnSpc>
              <a:spcBef>
                <a:spcPts val="0"/>
              </a:spcBef>
              <a:spcAft>
                <a:spcPts val="0"/>
              </a:spcAft>
              <a:buNone/>
            </a:pPr>
            <a:r>
              <a:rPr lang="en-US" dirty="0">
                <a:solidFill>
                  <a:srgbClr val="000000"/>
                </a:solidFill>
                <a:latin typeface="Arial"/>
                <a:ea typeface="Arial"/>
                <a:cs typeface="Arial"/>
                <a:sym typeface="Arial"/>
              </a:rPr>
              <a:t>     Given a customer with monthly earnings &lt;earnings amount&gt;.     </a:t>
            </a:r>
            <a:endParaRPr dirty="0"/>
          </a:p>
          <a:p>
            <a:pPr marL="0" marR="0" lvl="0" indent="0" algn="l" rtl="0">
              <a:lnSpc>
                <a:spcPct val="120007"/>
              </a:lnSpc>
              <a:spcBef>
                <a:spcPts val="0"/>
              </a:spcBef>
              <a:spcAft>
                <a:spcPts val="0"/>
              </a:spcAft>
              <a:buNone/>
            </a:pPr>
            <a:r>
              <a:rPr lang="en-US" dirty="0">
                <a:solidFill>
                  <a:srgbClr val="000000"/>
                </a:solidFill>
                <a:latin typeface="Arial"/>
                <a:ea typeface="Arial"/>
                <a:cs typeface="Arial"/>
                <a:sym typeface="Arial"/>
              </a:rPr>
              <a:t>     When a customer applies for a credit card.</a:t>
            </a:r>
            <a:endParaRPr dirty="0"/>
          </a:p>
          <a:p>
            <a:pPr marL="0" marR="0" lvl="0" indent="0" algn="l" rtl="0">
              <a:lnSpc>
                <a:spcPct val="120007"/>
              </a:lnSpc>
              <a:spcBef>
                <a:spcPts val="0"/>
              </a:spcBef>
              <a:spcAft>
                <a:spcPts val="0"/>
              </a:spcAft>
              <a:buNone/>
            </a:pPr>
            <a:r>
              <a:rPr lang="en-US" dirty="0">
                <a:solidFill>
                  <a:srgbClr val="000000"/>
                </a:solidFill>
                <a:latin typeface="Arial"/>
                <a:ea typeface="Arial"/>
                <a:cs typeface="Arial"/>
                <a:sym typeface="Arial"/>
              </a:rPr>
              <a:t>     Then the application should be &lt;accepted&gt; or &lt;rejected&gt; and if it is  </a:t>
            </a:r>
            <a:endParaRPr dirty="0"/>
          </a:p>
          <a:p>
            <a:pPr marL="0" marR="0" lvl="0" indent="0" algn="l" rtl="0">
              <a:lnSpc>
                <a:spcPct val="120007"/>
              </a:lnSpc>
              <a:spcBef>
                <a:spcPts val="0"/>
              </a:spcBef>
              <a:spcAft>
                <a:spcPts val="0"/>
              </a:spcAft>
              <a:buNone/>
            </a:pPr>
            <a:r>
              <a:rPr lang="en-US" dirty="0">
                <a:solidFill>
                  <a:srgbClr val="000000"/>
                </a:solidFill>
                <a:latin typeface="Arial"/>
                <a:ea typeface="Arial"/>
                <a:cs typeface="Arial"/>
                <a:sym typeface="Arial"/>
              </a:rPr>
              <a:t>           accepted, the maximum credit card limit should be &lt;maximum limit&gt;. </a:t>
            </a:r>
            <a:endParaRPr dirty="0"/>
          </a:p>
          <a:p>
            <a:pPr marL="0" marR="0" lvl="0" indent="0" algn="l" rtl="0">
              <a:lnSpc>
                <a:spcPct val="128617"/>
              </a:lnSpc>
              <a:spcBef>
                <a:spcPts val="0"/>
              </a:spcBef>
              <a:spcAft>
                <a:spcPts val="0"/>
              </a:spcAft>
              <a:buNone/>
            </a:pPr>
            <a:endParaRPr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8633172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59">
          <a:extLst>
            <a:ext uri="{FF2B5EF4-FFF2-40B4-BE49-F238E27FC236}">
              <a16:creationId xmlns:a16="http://schemas.microsoft.com/office/drawing/2014/main" id="{52AA00D7-D0C1-056D-CC9F-7A063143DFF9}"/>
            </a:ext>
          </a:extLst>
        </p:cNvPr>
        <p:cNvGrpSpPr/>
        <p:nvPr/>
      </p:nvGrpSpPr>
      <p:grpSpPr>
        <a:xfrm>
          <a:off x="0" y="0"/>
          <a:ext cx="0" cy="0"/>
          <a:chOff x="0" y="0"/>
          <a:chExt cx="0" cy="0"/>
        </a:xfrm>
      </p:grpSpPr>
      <p:sp>
        <p:nvSpPr>
          <p:cNvPr id="660" name="Google Shape;660;g37e47e77286_0_661">
            <a:extLst>
              <a:ext uri="{FF2B5EF4-FFF2-40B4-BE49-F238E27FC236}">
                <a16:creationId xmlns:a16="http://schemas.microsoft.com/office/drawing/2014/main" id="{20B0498F-DD66-0DE6-AD8E-FDA2DB8E8D8B}"/>
              </a:ext>
            </a:extLst>
          </p:cNvPr>
          <p:cNvSpPr txBox="1">
            <a:spLocks noGrp="1"/>
          </p:cNvSpPr>
          <p:nvPr>
            <p:ph type="title"/>
          </p:nvPr>
        </p:nvSpPr>
        <p:spPr>
          <a:xfrm>
            <a:off x="373400" y="389000"/>
            <a:ext cx="11228100" cy="9219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1400"/>
              <a:buNone/>
            </a:pPr>
            <a:r>
              <a:rPr lang="en-MY" sz="3200" dirty="0"/>
              <a:t>Writing the Acceptance Criteria</a:t>
            </a:r>
            <a:endParaRPr sz="3200" dirty="0"/>
          </a:p>
        </p:txBody>
      </p:sp>
      <p:sp>
        <p:nvSpPr>
          <p:cNvPr id="661" name="Google Shape;661;g37e47e77286_0_661">
            <a:extLst>
              <a:ext uri="{FF2B5EF4-FFF2-40B4-BE49-F238E27FC236}">
                <a16:creationId xmlns:a16="http://schemas.microsoft.com/office/drawing/2014/main" id="{F7E30A5A-0511-C06D-E707-FEAAD7C01F1D}"/>
              </a:ext>
            </a:extLst>
          </p:cNvPr>
          <p:cNvSpPr txBox="1">
            <a:spLocks noGrp="1"/>
          </p:cNvSpPr>
          <p:nvPr>
            <p:ph type="sldNum" idx="12"/>
          </p:nvPr>
        </p:nvSpPr>
        <p:spPr>
          <a:xfrm>
            <a:off x="10637134" y="6432584"/>
            <a:ext cx="756300" cy="3213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200"/>
              <a:buNone/>
            </a:pPr>
            <a:fld id="{00000000-1234-1234-1234-123412341234}" type="slidenum">
              <a:rPr lang="en-MY"/>
              <a:t>10</a:t>
            </a:fld>
            <a:endParaRPr/>
          </a:p>
        </p:txBody>
      </p:sp>
      <p:sp>
        <p:nvSpPr>
          <p:cNvPr id="228" name="Google Shape;228;p8"/>
          <p:cNvSpPr/>
          <p:nvPr/>
        </p:nvSpPr>
        <p:spPr>
          <a:xfrm rot="10800000">
            <a:off x="571037" y="3274468"/>
            <a:ext cx="2974967" cy="1378838"/>
          </a:xfrm>
          <a:custGeom>
            <a:avLst/>
            <a:gdLst/>
            <a:ahLst/>
            <a:cxnLst/>
            <a:rect l="l" t="t" r="r" b="b"/>
            <a:pathLst>
              <a:path w="6596378" h="3606800" extrusionOk="0">
                <a:moveTo>
                  <a:pt x="6596378" y="0"/>
                </a:moveTo>
                <a:lnTo>
                  <a:pt x="1041400" y="0"/>
                </a:lnTo>
                <a:lnTo>
                  <a:pt x="0" y="1803400"/>
                </a:lnTo>
                <a:lnTo>
                  <a:pt x="1041400" y="3606800"/>
                </a:lnTo>
                <a:lnTo>
                  <a:pt x="6596378" y="3606800"/>
                </a:lnTo>
                <a:lnTo>
                  <a:pt x="5554978" y="1803400"/>
                </a:lnTo>
                <a:close/>
              </a:path>
            </a:pathLst>
          </a:custGeom>
          <a:solidFill>
            <a:srgbClr val="D3A29D"/>
          </a:solidFill>
          <a:ln>
            <a:noFill/>
          </a:ln>
        </p:spPr>
        <p:txBody>
          <a:bodyPr spcFirstLastPara="1" wrap="square" lIns="60950" tIns="30467" rIns="60950" bIns="30467" anchor="t" anchorCtr="0">
            <a:noAutofit/>
          </a:bodyPr>
          <a:lstStyle/>
          <a:p>
            <a:endParaRPr sz="1600">
              <a:solidFill>
                <a:schemeClr val="dk1"/>
              </a:solidFill>
              <a:latin typeface="Calibri"/>
              <a:ea typeface="Calibri"/>
              <a:cs typeface="Calibri"/>
              <a:sym typeface="Calibri"/>
            </a:endParaRPr>
          </a:p>
        </p:txBody>
      </p:sp>
      <p:sp>
        <p:nvSpPr>
          <p:cNvPr id="229" name="Google Shape;229;p8"/>
          <p:cNvSpPr/>
          <p:nvPr/>
        </p:nvSpPr>
        <p:spPr>
          <a:xfrm rot="10800000">
            <a:off x="3116265" y="3274468"/>
            <a:ext cx="3259136" cy="1378838"/>
          </a:xfrm>
          <a:custGeom>
            <a:avLst/>
            <a:gdLst/>
            <a:ahLst/>
            <a:cxnLst/>
            <a:rect l="l" t="t" r="r" b="b"/>
            <a:pathLst>
              <a:path w="7226466" h="3606800" extrusionOk="0">
                <a:moveTo>
                  <a:pt x="7226466" y="0"/>
                </a:moveTo>
                <a:lnTo>
                  <a:pt x="1041400" y="0"/>
                </a:lnTo>
                <a:lnTo>
                  <a:pt x="0" y="1803400"/>
                </a:lnTo>
                <a:lnTo>
                  <a:pt x="1041400" y="3606800"/>
                </a:lnTo>
                <a:lnTo>
                  <a:pt x="7226466" y="3606800"/>
                </a:lnTo>
                <a:lnTo>
                  <a:pt x="6185066" y="1803400"/>
                </a:lnTo>
                <a:close/>
              </a:path>
            </a:pathLst>
          </a:custGeom>
          <a:solidFill>
            <a:srgbClr val="BDD1C5"/>
          </a:solidFill>
          <a:ln>
            <a:noFill/>
          </a:ln>
        </p:spPr>
        <p:txBody>
          <a:bodyPr spcFirstLastPara="1" wrap="square" lIns="60950" tIns="30467" rIns="60950" bIns="30467" anchor="t" anchorCtr="0">
            <a:noAutofit/>
          </a:bodyPr>
          <a:lstStyle/>
          <a:p>
            <a:endParaRPr sz="1600">
              <a:solidFill>
                <a:schemeClr val="dk1"/>
              </a:solidFill>
              <a:latin typeface="Calibri"/>
              <a:ea typeface="Calibri"/>
              <a:cs typeface="Calibri"/>
              <a:sym typeface="Calibri"/>
            </a:endParaRPr>
          </a:p>
        </p:txBody>
      </p:sp>
      <p:sp>
        <p:nvSpPr>
          <p:cNvPr id="230" name="Google Shape;230;p8"/>
          <p:cNvSpPr/>
          <p:nvPr/>
        </p:nvSpPr>
        <p:spPr>
          <a:xfrm rot="10800000">
            <a:off x="5950125" y="3266356"/>
            <a:ext cx="3090633" cy="1378838"/>
          </a:xfrm>
          <a:custGeom>
            <a:avLst/>
            <a:gdLst/>
            <a:ahLst/>
            <a:cxnLst/>
            <a:rect l="l" t="t" r="r" b="b"/>
            <a:pathLst>
              <a:path w="6396365" h="3606800" extrusionOk="0">
                <a:moveTo>
                  <a:pt x="6396365" y="0"/>
                </a:moveTo>
                <a:lnTo>
                  <a:pt x="1041400" y="0"/>
                </a:lnTo>
                <a:lnTo>
                  <a:pt x="0" y="1803400"/>
                </a:lnTo>
                <a:lnTo>
                  <a:pt x="1041400" y="3606800"/>
                </a:lnTo>
                <a:lnTo>
                  <a:pt x="6396365" y="3606800"/>
                </a:lnTo>
                <a:lnTo>
                  <a:pt x="5354965" y="1803400"/>
                </a:lnTo>
                <a:close/>
              </a:path>
            </a:pathLst>
          </a:custGeom>
          <a:solidFill>
            <a:srgbClr val="E8B298"/>
          </a:solidFill>
          <a:ln>
            <a:noFill/>
          </a:ln>
        </p:spPr>
        <p:txBody>
          <a:bodyPr spcFirstLastPara="1" wrap="square" lIns="60950" tIns="30467" rIns="60950" bIns="30467" anchor="t" anchorCtr="0">
            <a:noAutofit/>
          </a:bodyPr>
          <a:lstStyle/>
          <a:p>
            <a:endParaRPr sz="1600">
              <a:solidFill>
                <a:schemeClr val="dk1"/>
              </a:solidFill>
              <a:latin typeface="Calibri"/>
              <a:ea typeface="Calibri"/>
              <a:cs typeface="Calibri"/>
              <a:sym typeface="Calibri"/>
            </a:endParaRPr>
          </a:p>
        </p:txBody>
      </p:sp>
      <p:sp>
        <p:nvSpPr>
          <p:cNvPr id="231" name="Google Shape;231;p8"/>
          <p:cNvSpPr/>
          <p:nvPr/>
        </p:nvSpPr>
        <p:spPr>
          <a:xfrm rot="10800000">
            <a:off x="8604869" y="3274468"/>
            <a:ext cx="3251897" cy="1378838"/>
          </a:xfrm>
          <a:custGeom>
            <a:avLst/>
            <a:gdLst/>
            <a:ahLst/>
            <a:cxnLst/>
            <a:rect l="l" t="t" r="r" b="b"/>
            <a:pathLst>
              <a:path w="6730117" h="3606800" extrusionOk="0">
                <a:moveTo>
                  <a:pt x="6730117" y="0"/>
                </a:moveTo>
                <a:lnTo>
                  <a:pt x="1041400" y="0"/>
                </a:lnTo>
                <a:lnTo>
                  <a:pt x="0" y="1803400"/>
                </a:lnTo>
                <a:lnTo>
                  <a:pt x="1041400" y="3606800"/>
                </a:lnTo>
                <a:lnTo>
                  <a:pt x="6730117" y="3606800"/>
                </a:lnTo>
                <a:lnTo>
                  <a:pt x="5688717" y="1803400"/>
                </a:lnTo>
                <a:close/>
              </a:path>
            </a:pathLst>
          </a:custGeom>
          <a:solidFill>
            <a:srgbClr val="EECC8C"/>
          </a:solidFill>
          <a:ln>
            <a:noFill/>
          </a:ln>
        </p:spPr>
        <p:txBody>
          <a:bodyPr spcFirstLastPara="1" wrap="square" lIns="60950" tIns="30467" rIns="60950" bIns="30467" anchor="t" anchorCtr="0">
            <a:noAutofit/>
          </a:bodyPr>
          <a:lstStyle/>
          <a:p>
            <a:endParaRPr sz="1600">
              <a:solidFill>
                <a:schemeClr val="dk1"/>
              </a:solidFill>
              <a:latin typeface="Calibri"/>
              <a:ea typeface="Calibri"/>
              <a:cs typeface="Calibri"/>
              <a:sym typeface="Calibri"/>
            </a:endParaRPr>
          </a:p>
        </p:txBody>
      </p:sp>
      <p:cxnSp>
        <p:nvCxnSpPr>
          <p:cNvPr id="232" name="Google Shape;232;p8"/>
          <p:cNvCxnSpPr/>
          <p:nvPr/>
        </p:nvCxnSpPr>
        <p:spPr>
          <a:xfrm>
            <a:off x="2055457" y="2630011"/>
            <a:ext cx="0" cy="798989"/>
          </a:xfrm>
          <a:prstGeom prst="straightConnector1">
            <a:avLst/>
          </a:prstGeom>
          <a:noFill/>
          <a:ln w="19050" cap="rnd" cmpd="sng">
            <a:solidFill>
              <a:srgbClr val="6D4C44"/>
            </a:solidFill>
            <a:prstDash val="solid"/>
            <a:round/>
            <a:headEnd type="oval" w="lg" len="lg"/>
            <a:tailEnd type="none" w="sm" len="sm"/>
          </a:ln>
        </p:spPr>
      </p:cxnSp>
      <p:sp>
        <p:nvSpPr>
          <p:cNvPr id="233" name="Google Shape;233;p8"/>
          <p:cNvSpPr txBox="1"/>
          <p:nvPr/>
        </p:nvSpPr>
        <p:spPr>
          <a:xfrm>
            <a:off x="975109" y="3714021"/>
            <a:ext cx="2462946" cy="590931"/>
          </a:xfrm>
          <a:prstGeom prst="rect">
            <a:avLst/>
          </a:prstGeom>
          <a:noFill/>
          <a:ln>
            <a:noFill/>
          </a:ln>
        </p:spPr>
        <p:txBody>
          <a:bodyPr spcFirstLastPara="1" wrap="square" lIns="0" tIns="0" rIns="0" bIns="0" anchor="t" anchorCtr="0">
            <a:spAutoFit/>
          </a:bodyPr>
          <a:lstStyle/>
          <a:p>
            <a:pPr algn="ctr">
              <a:lnSpc>
                <a:spcPct val="120000"/>
              </a:lnSpc>
            </a:pPr>
            <a:r>
              <a:rPr lang="en-US" sz="1600"/>
              <a:t>Analyze User Story &amp; Acceptance Criteria</a:t>
            </a:r>
            <a:endParaRPr sz="1600"/>
          </a:p>
        </p:txBody>
      </p:sp>
      <p:sp>
        <p:nvSpPr>
          <p:cNvPr id="234" name="Google Shape;234;p8"/>
          <p:cNvSpPr txBox="1"/>
          <p:nvPr/>
        </p:nvSpPr>
        <p:spPr>
          <a:xfrm>
            <a:off x="373400" y="1807892"/>
            <a:ext cx="4261230" cy="707886"/>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RPr/>
            </a:defPPr>
            <a:lvl1pPr algn="ctr">
              <a:defRPr sz="1500">
                <a:solidFill>
                  <a:srgbClr val="6D4C44"/>
                </a:solidFill>
              </a:defRPr>
            </a:lvl1pPr>
          </a:lstStyle>
          <a:p>
            <a:r>
              <a:rPr lang="en-US" dirty="0"/>
              <a:t>all kinds of problems in the story and acceptance criteria, such as incompleteness, ambiguities, contradictions, or other kinds of defects are fixed.</a:t>
            </a:r>
            <a:endParaRPr dirty="0"/>
          </a:p>
        </p:txBody>
      </p:sp>
      <p:sp>
        <p:nvSpPr>
          <p:cNvPr id="235" name="Google Shape;235;p8"/>
          <p:cNvSpPr txBox="1"/>
          <p:nvPr/>
        </p:nvSpPr>
        <p:spPr>
          <a:xfrm>
            <a:off x="3556844" y="3654893"/>
            <a:ext cx="2462946" cy="590931"/>
          </a:xfrm>
          <a:prstGeom prst="rect">
            <a:avLst/>
          </a:prstGeom>
          <a:noFill/>
          <a:ln>
            <a:noFill/>
          </a:ln>
        </p:spPr>
        <p:txBody>
          <a:bodyPr spcFirstLastPara="1" wrap="square" lIns="0" tIns="0" rIns="0" bIns="0" anchor="t" anchorCtr="0">
            <a:spAutoFit/>
          </a:bodyPr>
          <a:lstStyle/>
          <a:p>
            <a:pPr algn="ctr">
              <a:lnSpc>
                <a:spcPct val="120000"/>
              </a:lnSpc>
            </a:pPr>
            <a:r>
              <a:rPr lang="en-US" sz="1600"/>
              <a:t>Write Positive Tests for every acceptance criteria</a:t>
            </a:r>
            <a:endParaRPr sz="1600"/>
          </a:p>
        </p:txBody>
      </p:sp>
      <p:cxnSp>
        <p:nvCxnSpPr>
          <p:cNvPr id="236" name="Google Shape;236;p8"/>
          <p:cNvCxnSpPr/>
          <p:nvPr/>
        </p:nvCxnSpPr>
        <p:spPr>
          <a:xfrm>
            <a:off x="4788317" y="4321370"/>
            <a:ext cx="0" cy="800113"/>
          </a:xfrm>
          <a:prstGeom prst="straightConnector1">
            <a:avLst/>
          </a:prstGeom>
          <a:noFill/>
          <a:ln w="19050" cap="rnd" cmpd="sng">
            <a:solidFill>
              <a:srgbClr val="6D4C44"/>
            </a:solidFill>
            <a:prstDash val="solid"/>
            <a:round/>
            <a:headEnd type="none" w="sm" len="sm"/>
            <a:tailEnd type="oval" w="lg" len="lg"/>
          </a:ln>
        </p:spPr>
      </p:cxnSp>
      <p:sp>
        <p:nvSpPr>
          <p:cNvPr id="237" name="Google Shape;237;p8"/>
          <p:cNvSpPr txBox="1"/>
          <p:nvPr/>
        </p:nvSpPr>
        <p:spPr>
          <a:xfrm>
            <a:off x="3556844" y="5170315"/>
            <a:ext cx="2593726" cy="692497"/>
          </a:xfrm>
          <a:prstGeom prst="rect">
            <a:avLst/>
          </a:prstGeom>
          <a:noFill/>
          <a:ln>
            <a:noFill/>
          </a:ln>
        </p:spPr>
        <p:txBody>
          <a:bodyPr spcFirstLastPara="1" wrap="square" lIns="0" tIns="0" rIns="0" bIns="0" anchor="t" anchorCtr="0">
            <a:spAutoFit/>
          </a:bodyPr>
          <a:lstStyle/>
          <a:p>
            <a:pPr algn="ctr"/>
            <a:r>
              <a:rPr lang="en-US" sz="1500" dirty="0">
                <a:solidFill>
                  <a:srgbClr val="6D4C44"/>
                </a:solidFill>
              </a:rPr>
              <a:t>Can apply any specification-based or structure-based or experience-based</a:t>
            </a:r>
            <a:endParaRPr sz="1500" dirty="0"/>
          </a:p>
        </p:txBody>
      </p:sp>
      <p:sp>
        <p:nvSpPr>
          <p:cNvPr id="238" name="Google Shape;238;p8"/>
          <p:cNvSpPr txBox="1"/>
          <p:nvPr/>
        </p:nvSpPr>
        <p:spPr>
          <a:xfrm>
            <a:off x="6305737" y="3582705"/>
            <a:ext cx="2462946" cy="886397"/>
          </a:xfrm>
          <a:prstGeom prst="rect">
            <a:avLst/>
          </a:prstGeom>
          <a:noFill/>
          <a:ln>
            <a:noFill/>
          </a:ln>
        </p:spPr>
        <p:txBody>
          <a:bodyPr spcFirstLastPara="1" wrap="square" lIns="0" tIns="0" rIns="0" bIns="0" anchor="t" anchorCtr="0">
            <a:spAutoFit/>
          </a:bodyPr>
          <a:lstStyle/>
          <a:p>
            <a:pPr algn="ctr">
              <a:lnSpc>
                <a:spcPct val="120000"/>
              </a:lnSpc>
            </a:pPr>
            <a:r>
              <a:rPr lang="en-US" sz="1600" dirty="0"/>
              <a:t>Write Negative Tests for every acceptance criteria</a:t>
            </a:r>
            <a:endParaRPr sz="1600" dirty="0"/>
          </a:p>
          <a:p>
            <a:pPr algn="ctr">
              <a:lnSpc>
                <a:spcPct val="120000"/>
              </a:lnSpc>
            </a:pPr>
            <a:endParaRPr sz="1600" dirty="0"/>
          </a:p>
        </p:txBody>
      </p:sp>
      <p:cxnSp>
        <p:nvCxnSpPr>
          <p:cNvPr id="239" name="Google Shape;239;p8"/>
          <p:cNvCxnSpPr/>
          <p:nvPr/>
        </p:nvCxnSpPr>
        <p:spPr>
          <a:xfrm>
            <a:off x="7500676" y="2630011"/>
            <a:ext cx="0" cy="798989"/>
          </a:xfrm>
          <a:prstGeom prst="straightConnector1">
            <a:avLst/>
          </a:prstGeom>
          <a:noFill/>
          <a:ln w="19050" cap="rnd" cmpd="sng">
            <a:solidFill>
              <a:srgbClr val="6D4C44"/>
            </a:solidFill>
            <a:prstDash val="solid"/>
            <a:round/>
            <a:headEnd type="oval" w="lg" len="lg"/>
            <a:tailEnd type="none" w="sm" len="sm"/>
          </a:ln>
        </p:spPr>
      </p:cxnSp>
      <p:sp>
        <p:nvSpPr>
          <p:cNvPr id="240" name="Google Shape;240;p8"/>
          <p:cNvSpPr txBox="1"/>
          <p:nvPr/>
        </p:nvSpPr>
        <p:spPr>
          <a:xfrm>
            <a:off x="8834887" y="3730439"/>
            <a:ext cx="2462946" cy="590931"/>
          </a:xfrm>
          <a:prstGeom prst="rect">
            <a:avLst/>
          </a:prstGeom>
          <a:noFill/>
          <a:ln>
            <a:noFill/>
          </a:ln>
        </p:spPr>
        <p:txBody>
          <a:bodyPr spcFirstLastPara="1" wrap="square" lIns="0" tIns="0" rIns="0" bIns="0" anchor="t" anchorCtr="0">
            <a:spAutoFit/>
          </a:bodyPr>
          <a:lstStyle/>
          <a:p>
            <a:pPr algn="ctr">
              <a:lnSpc>
                <a:spcPct val="120000"/>
              </a:lnSpc>
            </a:pPr>
            <a:r>
              <a:rPr lang="en-US" sz="1600"/>
              <a:t>Analyze </a:t>
            </a:r>
            <a:endParaRPr sz="1600"/>
          </a:p>
          <a:p>
            <a:pPr algn="ctr">
              <a:lnSpc>
                <a:spcPct val="120000"/>
              </a:lnSpc>
            </a:pPr>
            <a:r>
              <a:rPr lang="en-US" sz="1600"/>
              <a:t>Boundaries</a:t>
            </a:r>
            <a:endParaRPr sz="1600"/>
          </a:p>
        </p:txBody>
      </p:sp>
      <p:cxnSp>
        <p:nvCxnSpPr>
          <p:cNvPr id="241" name="Google Shape;241;p8"/>
          <p:cNvCxnSpPr/>
          <p:nvPr/>
        </p:nvCxnSpPr>
        <p:spPr>
          <a:xfrm>
            <a:off x="10072221" y="4398878"/>
            <a:ext cx="0" cy="783409"/>
          </a:xfrm>
          <a:prstGeom prst="straightConnector1">
            <a:avLst/>
          </a:prstGeom>
          <a:noFill/>
          <a:ln w="19050" cap="rnd" cmpd="sng">
            <a:solidFill>
              <a:srgbClr val="6D4C44"/>
            </a:solidFill>
            <a:prstDash val="solid"/>
            <a:round/>
            <a:headEnd type="none" w="sm" len="sm"/>
            <a:tailEnd type="oval" w="lg" len="lg"/>
          </a:ln>
        </p:spPr>
      </p:cxnSp>
      <p:sp>
        <p:nvSpPr>
          <p:cNvPr id="242" name="Google Shape;242;p8"/>
          <p:cNvSpPr txBox="1"/>
          <p:nvPr/>
        </p:nvSpPr>
        <p:spPr>
          <a:xfrm>
            <a:off x="8768683" y="5259795"/>
            <a:ext cx="2721004" cy="692497"/>
          </a:xfrm>
          <a:prstGeom prst="rect">
            <a:avLst/>
          </a:prstGeom>
          <a:noFill/>
          <a:ln>
            <a:noFill/>
          </a:ln>
        </p:spPr>
        <p:txBody>
          <a:bodyPr spcFirstLastPara="1" wrap="square" lIns="0" tIns="0" rIns="0" bIns="0" anchor="t" anchorCtr="0">
            <a:spAutoFit/>
          </a:bodyPr>
          <a:lstStyle/>
          <a:p>
            <a:pPr algn="ctr"/>
            <a:r>
              <a:rPr lang="en-US" sz="1500" dirty="0">
                <a:solidFill>
                  <a:srgbClr val="6D4C44"/>
                </a:solidFill>
              </a:rPr>
              <a:t>is needed if deal with rules that have boundaries in the acceptance criteria</a:t>
            </a:r>
            <a:endParaRPr sz="1500" dirty="0"/>
          </a:p>
        </p:txBody>
      </p:sp>
      <p:sp>
        <p:nvSpPr>
          <p:cNvPr id="243" name="Google Shape;243;p8"/>
          <p:cNvSpPr txBox="1"/>
          <p:nvPr/>
        </p:nvSpPr>
        <p:spPr>
          <a:xfrm>
            <a:off x="6150570" y="1783809"/>
            <a:ext cx="2560534" cy="692497"/>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algn="ctr">
              <a:defRPr sz="1500">
                <a:solidFill>
                  <a:srgbClr val="6D4C44"/>
                </a:solidFill>
              </a:defRPr>
            </a:lvl1pPr>
          </a:lstStyle>
          <a:p>
            <a:r>
              <a:rPr lang="en-US" dirty="0"/>
              <a:t>Can apply any specification-based or structure-based or experience-based</a:t>
            </a:r>
            <a:endParaRPr dirty="0"/>
          </a:p>
        </p:txBody>
      </p:sp>
    </p:spTree>
    <p:extLst>
      <p:ext uri="{BB962C8B-B14F-4D97-AF65-F5344CB8AC3E}">
        <p14:creationId xmlns:p14="http://schemas.microsoft.com/office/powerpoint/2010/main" val="30492883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10"/>
          <p:cNvSpPr/>
          <p:nvPr/>
        </p:nvSpPr>
        <p:spPr>
          <a:xfrm rot="10800000">
            <a:off x="-12699" y="1719962"/>
            <a:ext cx="622300" cy="3095561"/>
          </a:xfrm>
          <a:custGeom>
            <a:avLst/>
            <a:gdLst/>
            <a:ahLst/>
            <a:cxnLst/>
            <a:rect l="l" t="t" r="r" b="b"/>
            <a:pathLst>
              <a:path w="1244600" h="6191123" extrusionOk="0">
                <a:moveTo>
                  <a:pt x="0" y="0"/>
                </a:moveTo>
                <a:lnTo>
                  <a:pt x="1244600" y="0"/>
                </a:lnTo>
                <a:lnTo>
                  <a:pt x="1244600" y="6191123"/>
                </a:lnTo>
                <a:lnTo>
                  <a:pt x="0" y="6191123"/>
                </a:lnTo>
                <a:close/>
              </a:path>
            </a:pathLst>
          </a:custGeom>
          <a:solidFill>
            <a:srgbClr val="C04C4C"/>
          </a:solidFill>
          <a:ln>
            <a:noFill/>
          </a:ln>
        </p:spPr>
        <p:txBody>
          <a:bodyPr spcFirstLastPara="1" wrap="square" lIns="60950" tIns="30467" rIns="60950" bIns="30467" anchor="t" anchorCtr="0">
            <a:noAutofit/>
          </a:bodyPr>
          <a:lstStyle/>
          <a:p>
            <a:endParaRPr sz="1200">
              <a:solidFill>
                <a:schemeClr val="dk1"/>
              </a:solidFill>
              <a:latin typeface="Calibri"/>
              <a:ea typeface="Calibri"/>
              <a:cs typeface="Calibri"/>
              <a:sym typeface="Calibri"/>
            </a:endParaRPr>
          </a:p>
        </p:txBody>
      </p:sp>
      <p:sp>
        <p:nvSpPr>
          <p:cNvPr id="265" name="Google Shape;265;p10"/>
          <p:cNvSpPr/>
          <p:nvPr/>
        </p:nvSpPr>
        <p:spPr>
          <a:xfrm rot="10800000">
            <a:off x="-12699" y="1719962"/>
            <a:ext cx="622300" cy="3095561"/>
          </a:xfrm>
          <a:custGeom>
            <a:avLst/>
            <a:gdLst/>
            <a:ahLst/>
            <a:cxnLst/>
            <a:rect l="l" t="t" r="r" b="b"/>
            <a:pathLst>
              <a:path w="1244600" h="6191123" extrusionOk="0">
                <a:moveTo>
                  <a:pt x="0" y="0"/>
                </a:moveTo>
                <a:lnTo>
                  <a:pt x="1244600" y="0"/>
                </a:lnTo>
                <a:lnTo>
                  <a:pt x="1244600" y="6191123"/>
                </a:lnTo>
                <a:lnTo>
                  <a:pt x="0" y="6191123"/>
                </a:lnTo>
                <a:close/>
              </a:path>
            </a:pathLst>
          </a:custGeom>
          <a:solidFill>
            <a:srgbClr val="C04C4C"/>
          </a:solidFill>
          <a:ln>
            <a:noFill/>
          </a:ln>
        </p:spPr>
        <p:txBody>
          <a:bodyPr spcFirstLastPara="1" wrap="square" lIns="60950" tIns="30467" rIns="60950" bIns="30467" anchor="t" anchorCtr="0">
            <a:noAutofit/>
          </a:bodyPr>
          <a:lstStyle/>
          <a:p>
            <a:endParaRPr sz="1200">
              <a:solidFill>
                <a:schemeClr val="dk1"/>
              </a:solidFill>
              <a:latin typeface="Calibri"/>
              <a:ea typeface="Calibri"/>
              <a:cs typeface="Calibri"/>
              <a:sym typeface="Calibri"/>
            </a:endParaRPr>
          </a:p>
        </p:txBody>
      </p:sp>
      <p:sp>
        <p:nvSpPr>
          <p:cNvPr id="266" name="Google Shape;266;p10"/>
          <p:cNvSpPr/>
          <p:nvPr/>
        </p:nvSpPr>
        <p:spPr>
          <a:xfrm rot="10800000">
            <a:off x="-12699" y="1505571"/>
            <a:ext cx="622300" cy="3924555"/>
          </a:xfrm>
          <a:custGeom>
            <a:avLst/>
            <a:gdLst/>
            <a:ahLst/>
            <a:cxnLst/>
            <a:rect l="l" t="t" r="r" b="b"/>
            <a:pathLst>
              <a:path w="1244600" h="7849111" extrusionOk="0">
                <a:moveTo>
                  <a:pt x="0" y="0"/>
                </a:moveTo>
                <a:lnTo>
                  <a:pt x="1244600" y="0"/>
                </a:lnTo>
                <a:lnTo>
                  <a:pt x="1244600" y="7849111"/>
                </a:lnTo>
                <a:lnTo>
                  <a:pt x="0" y="7849111"/>
                </a:lnTo>
                <a:close/>
              </a:path>
            </a:pathLst>
          </a:custGeom>
          <a:solidFill>
            <a:srgbClr val="C04C4C"/>
          </a:solidFill>
          <a:ln>
            <a:noFill/>
          </a:ln>
        </p:spPr>
        <p:txBody>
          <a:bodyPr spcFirstLastPara="1" wrap="square" lIns="60950" tIns="30467" rIns="60950" bIns="30467" anchor="t" anchorCtr="0">
            <a:noAutofit/>
          </a:bodyPr>
          <a:lstStyle/>
          <a:p>
            <a:endParaRPr sz="1200">
              <a:solidFill>
                <a:schemeClr val="dk1"/>
              </a:solidFill>
              <a:latin typeface="Calibri"/>
              <a:ea typeface="Calibri"/>
              <a:cs typeface="Calibri"/>
              <a:sym typeface="Calibri"/>
            </a:endParaRPr>
          </a:p>
        </p:txBody>
      </p:sp>
      <p:sp>
        <p:nvSpPr>
          <p:cNvPr id="267" name="Google Shape;267;p10"/>
          <p:cNvSpPr txBox="1"/>
          <p:nvPr/>
        </p:nvSpPr>
        <p:spPr>
          <a:xfrm>
            <a:off x="894702" y="699938"/>
            <a:ext cx="9379423" cy="797782"/>
          </a:xfrm>
          <a:prstGeom prst="rect">
            <a:avLst/>
          </a:prstGeom>
          <a:noFill/>
          <a:ln>
            <a:noFill/>
          </a:ln>
        </p:spPr>
        <p:txBody>
          <a:bodyPr spcFirstLastPara="1" wrap="square" lIns="0" tIns="0" rIns="0" bIns="0" anchor="t" anchorCtr="0">
            <a:spAutoFit/>
          </a:bodyPr>
          <a:lstStyle/>
          <a:p>
            <a:pPr>
              <a:lnSpc>
                <a:spcPct val="108000"/>
              </a:lnSpc>
            </a:pPr>
            <a:r>
              <a:rPr lang="en-US" sz="2400" dirty="0">
                <a:solidFill>
                  <a:srgbClr val="A7333F"/>
                </a:solidFill>
              </a:rPr>
              <a:t>Example: Suppose a team intends to test the following user story </a:t>
            </a:r>
            <a:endParaRPr sz="900" dirty="0"/>
          </a:p>
          <a:p>
            <a:pPr>
              <a:lnSpc>
                <a:spcPct val="108000"/>
              </a:lnSpc>
            </a:pPr>
            <a:endParaRPr sz="2400" dirty="0">
              <a:solidFill>
                <a:srgbClr val="A7333F"/>
              </a:solidFill>
            </a:endParaRPr>
          </a:p>
        </p:txBody>
      </p:sp>
      <p:sp>
        <p:nvSpPr>
          <p:cNvPr id="268" name="Google Shape;268;p10"/>
          <p:cNvSpPr txBox="1"/>
          <p:nvPr/>
        </p:nvSpPr>
        <p:spPr>
          <a:xfrm rot="-5400000">
            <a:off x="-1365626" y="3169041"/>
            <a:ext cx="3393438" cy="738664"/>
          </a:xfrm>
          <a:prstGeom prst="rect">
            <a:avLst/>
          </a:prstGeom>
          <a:noFill/>
          <a:ln>
            <a:noFill/>
          </a:ln>
        </p:spPr>
        <p:txBody>
          <a:bodyPr spcFirstLastPara="1" wrap="square" lIns="0" tIns="0" rIns="0" bIns="0" anchor="t" anchorCtr="0">
            <a:spAutoFit/>
          </a:bodyPr>
          <a:lstStyle/>
          <a:p>
            <a:pPr algn="ctr">
              <a:lnSpc>
                <a:spcPct val="120000"/>
              </a:lnSpc>
            </a:pPr>
            <a:r>
              <a:rPr lang="en-US" sz="2000" b="1" dirty="0">
                <a:solidFill>
                  <a:srgbClr val="FFFFFF"/>
                </a:solidFill>
                <a:latin typeface="Poppins"/>
                <a:ea typeface="Poppins"/>
                <a:cs typeface="Poppins"/>
                <a:sym typeface="Poppins"/>
              </a:rPr>
              <a:t>COLLABORATION-BASED APPROACH</a:t>
            </a:r>
            <a:endParaRPr sz="933" dirty="0"/>
          </a:p>
        </p:txBody>
      </p:sp>
      <p:sp>
        <p:nvSpPr>
          <p:cNvPr id="269" name="Google Shape;269;p10"/>
          <p:cNvSpPr/>
          <p:nvPr/>
        </p:nvSpPr>
        <p:spPr>
          <a:xfrm>
            <a:off x="894702" y="1385894"/>
            <a:ext cx="9379423" cy="4373277"/>
          </a:xfrm>
          <a:custGeom>
            <a:avLst/>
            <a:gdLst/>
            <a:ahLst/>
            <a:cxnLst/>
            <a:rect l="l" t="t" r="r" b="b"/>
            <a:pathLst>
              <a:path w="14069135" h="6559916" extrusionOk="0">
                <a:moveTo>
                  <a:pt x="0" y="0"/>
                </a:moveTo>
                <a:lnTo>
                  <a:pt x="14069135" y="0"/>
                </a:lnTo>
                <a:lnTo>
                  <a:pt x="14069135" y="6559917"/>
                </a:lnTo>
                <a:lnTo>
                  <a:pt x="0" y="6559917"/>
                </a:lnTo>
                <a:lnTo>
                  <a:pt x="0" y="0"/>
                </a:lnTo>
                <a:close/>
              </a:path>
            </a:pathLst>
          </a:custGeom>
          <a:blipFill rotWithShape="1">
            <a:blip r:embed="rId3">
              <a:alphaModFix/>
            </a:blip>
            <a:stretch>
              <a:fillRect t="-35468" b="-6078"/>
            </a:stretch>
          </a:blipFill>
          <a:ln w="38100" cap="sq" cmpd="sng">
            <a:solidFill>
              <a:srgbClr val="000000"/>
            </a:solidFill>
            <a:prstDash val="solid"/>
            <a:miter lim="8000"/>
            <a:headEnd type="none" w="sm" len="sm"/>
            <a:tailEnd type="none" w="sm" len="sm"/>
          </a:ln>
        </p:spPr>
        <p:txBody>
          <a:bodyPr spcFirstLastPara="1" wrap="square" lIns="60950" tIns="30467" rIns="60950" bIns="30467" anchor="t" anchorCtr="0">
            <a:noAutofit/>
          </a:bodyPr>
          <a:lstStyle/>
          <a:p>
            <a:endParaRPr sz="1200">
              <a:solidFill>
                <a:schemeClr val="dk1"/>
              </a:solidFill>
              <a:latin typeface="Calibri"/>
              <a:ea typeface="Calibri"/>
              <a:cs typeface="Calibri"/>
              <a:sym typeface="Calibri"/>
            </a:endParaRPr>
          </a:p>
        </p:txBody>
      </p:sp>
      <p:sp>
        <p:nvSpPr>
          <p:cNvPr id="270" name="Google Shape;270;p10"/>
          <p:cNvSpPr txBox="1"/>
          <p:nvPr/>
        </p:nvSpPr>
        <p:spPr>
          <a:xfrm>
            <a:off x="1111484" y="1543981"/>
            <a:ext cx="8936522" cy="3988784"/>
          </a:xfrm>
          <a:prstGeom prst="rect">
            <a:avLst/>
          </a:prstGeom>
          <a:noFill/>
          <a:ln>
            <a:noFill/>
          </a:ln>
        </p:spPr>
        <p:txBody>
          <a:bodyPr spcFirstLastPara="1" wrap="square" lIns="0" tIns="0" rIns="0" bIns="0" anchor="t" anchorCtr="0">
            <a:spAutoFit/>
          </a:bodyPr>
          <a:lstStyle/>
          <a:p>
            <a:pPr>
              <a:lnSpc>
                <a:spcPct val="120000"/>
              </a:lnSpc>
            </a:pPr>
            <a:r>
              <a:rPr lang="en-US" sz="1800" dirty="0"/>
              <a:t>User story US-002-02 </a:t>
            </a:r>
            <a:endParaRPr sz="900" dirty="0"/>
          </a:p>
          <a:p>
            <a:pPr>
              <a:lnSpc>
                <a:spcPct val="120000"/>
              </a:lnSpc>
            </a:pPr>
            <a:r>
              <a:rPr lang="en-US" sz="1800" dirty="0"/>
              <a:t>As a logged-in bank customer </a:t>
            </a:r>
            <a:endParaRPr sz="900" dirty="0"/>
          </a:p>
          <a:p>
            <a:pPr>
              <a:lnSpc>
                <a:spcPct val="120000"/>
              </a:lnSpc>
            </a:pPr>
            <a:r>
              <a:rPr lang="en-US" sz="1800" dirty="0"/>
              <a:t>I want to be able to transfer money to another account </a:t>
            </a:r>
            <a:endParaRPr sz="900" dirty="0"/>
          </a:p>
          <a:p>
            <a:pPr>
              <a:lnSpc>
                <a:spcPct val="120000"/>
              </a:lnSpc>
            </a:pPr>
            <a:r>
              <a:rPr lang="en-US" sz="1800" dirty="0"/>
              <a:t>So that be able to transfer funds between accounts </a:t>
            </a:r>
            <a:endParaRPr sz="900" dirty="0"/>
          </a:p>
          <a:p>
            <a:pPr>
              <a:lnSpc>
                <a:spcPct val="120000"/>
              </a:lnSpc>
            </a:pPr>
            <a:endParaRPr sz="1800" dirty="0"/>
          </a:p>
          <a:p>
            <a:pPr>
              <a:lnSpc>
                <a:spcPct val="120000"/>
              </a:lnSpc>
            </a:pPr>
            <a:r>
              <a:rPr lang="en-US" sz="1800" dirty="0"/>
              <a:t>Acceptance criteria </a:t>
            </a:r>
            <a:endParaRPr sz="900" dirty="0"/>
          </a:p>
          <a:p>
            <a:pPr>
              <a:lnSpc>
                <a:spcPct val="120000"/>
              </a:lnSpc>
            </a:pPr>
            <a:r>
              <a:rPr lang="en-US" sz="1800" dirty="0"/>
              <a:t>(AC1) the amount of the transfer cannot exceed the account balance </a:t>
            </a:r>
            <a:endParaRPr sz="900" dirty="0"/>
          </a:p>
          <a:p>
            <a:pPr>
              <a:lnSpc>
                <a:spcPct val="120000"/>
              </a:lnSpc>
            </a:pPr>
            <a:r>
              <a:rPr lang="en-US" sz="1800" dirty="0"/>
              <a:t>(AC2) target account must be correct </a:t>
            </a:r>
            <a:endParaRPr sz="900" dirty="0"/>
          </a:p>
          <a:p>
            <a:pPr>
              <a:lnSpc>
                <a:spcPct val="120000"/>
              </a:lnSpc>
            </a:pPr>
            <a:r>
              <a:rPr lang="en-US" sz="1800" dirty="0"/>
              <a:t>(AC3) for valid data (amount, account numbers) the source account balance decreases and the destination account balance increases by the amount of the transfer </a:t>
            </a:r>
            <a:endParaRPr sz="900" dirty="0"/>
          </a:p>
          <a:p>
            <a:pPr>
              <a:lnSpc>
                <a:spcPct val="120000"/>
              </a:lnSpc>
            </a:pPr>
            <a:r>
              <a:rPr lang="en-US" sz="1800" dirty="0"/>
              <a:t>(AC4) the transfer amount must be positive and represent the correct amount of money (i.e., be accurate  to two decimal places max) </a:t>
            </a:r>
            <a:endParaRPr sz="1800" dirty="0"/>
          </a:p>
        </p:txBody>
      </p:sp>
      <p:sp>
        <p:nvSpPr>
          <p:cNvPr id="271" name="Google Shape;271;p10"/>
          <p:cNvSpPr txBox="1"/>
          <p:nvPr/>
        </p:nvSpPr>
        <p:spPr>
          <a:xfrm>
            <a:off x="894702" y="5917258"/>
            <a:ext cx="9379424" cy="369332"/>
          </a:xfrm>
          <a:prstGeom prst="rect">
            <a:avLst/>
          </a:prstGeom>
          <a:noFill/>
          <a:ln>
            <a:noFill/>
          </a:ln>
        </p:spPr>
        <p:txBody>
          <a:bodyPr spcFirstLastPara="1" wrap="square" lIns="0" tIns="0" rIns="0" bIns="0" anchor="t" anchorCtr="0">
            <a:spAutoFit/>
          </a:bodyPr>
          <a:lstStyle/>
          <a:p>
            <a:pPr algn="ctr">
              <a:lnSpc>
                <a:spcPct val="120000"/>
              </a:lnSpc>
            </a:pPr>
            <a:r>
              <a:rPr lang="en-US" sz="2000" b="1" dirty="0">
                <a:latin typeface="Poppins"/>
                <a:ea typeface="Poppins"/>
                <a:cs typeface="Poppins"/>
                <a:sym typeface="Poppins"/>
              </a:rPr>
              <a:t>Derive positive test condition for each acceptance criteria (AC)</a:t>
            </a:r>
            <a:endParaRPr sz="933" dirty="0"/>
          </a:p>
        </p:txBody>
      </p:sp>
      <p:sp>
        <p:nvSpPr>
          <p:cNvPr id="272" name="Google Shape;272;p10" descr="Logo  Description automatically generated"/>
          <p:cNvSpPr/>
          <p:nvPr/>
        </p:nvSpPr>
        <p:spPr>
          <a:xfrm>
            <a:off x="10937655" y="6401122"/>
            <a:ext cx="1067458" cy="361688"/>
          </a:xfrm>
          <a:custGeom>
            <a:avLst/>
            <a:gdLst/>
            <a:ahLst/>
            <a:cxnLst/>
            <a:rect l="l" t="t" r="r" b="b"/>
            <a:pathLst>
              <a:path w="1601187" h="542532" extrusionOk="0">
                <a:moveTo>
                  <a:pt x="0" y="0"/>
                </a:moveTo>
                <a:lnTo>
                  <a:pt x="1601187" y="0"/>
                </a:lnTo>
                <a:lnTo>
                  <a:pt x="1601187" y="542532"/>
                </a:lnTo>
                <a:lnTo>
                  <a:pt x="0" y="542532"/>
                </a:lnTo>
                <a:lnTo>
                  <a:pt x="0" y="0"/>
                </a:lnTo>
                <a:close/>
              </a:path>
            </a:pathLst>
          </a:custGeom>
          <a:blipFill rotWithShape="1">
            <a:blip r:embed="rId4">
              <a:alphaModFix/>
            </a:blip>
            <a:stretch>
              <a:fillRect l="-249" r="-248"/>
            </a:stretch>
          </a:blipFill>
          <a:ln>
            <a:noFill/>
          </a:ln>
        </p:spPr>
        <p:txBody>
          <a:bodyPr spcFirstLastPara="1" wrap="square" lIns="60950" tIns="30467" rIns="60950" bIns="30467" anchor="t" anchorCtr="0">
            <a:noAutofit/>
          </a:bodyPr>
          <a:lstStyle/>
          <a:p>
            <a:endParaRPr sz="12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11"/>
          <p:cNvSpPr/>
          <p:nvPr/>
        </p:nvSpPr>
        <p:spPr>
          <a:xfrm rot="10800000">
            <a:off x="-12699" y="1719962"/>
            <a:ext cx="622300" cy="3095561"/>
          </a:xfrm>
          <a:custGeom>
            <a:avLst/>
            <a:gdLst/>
            <a:ahLst/>
            <a:cxnLst/>
            <a:rect l="l" t="t" r="r" b="b"/>
            <a:pathLst>
              <a:path w="1244600" h="6191123" extrusionOk="0">
                <a:moveTo>
                  <a:pt x="0" y="0"/>
                </a:moveTo>
                <a:lnTo>
                  <a:pt x="1244600" y="0"/>
                </a:lnTo>
                <a:lnTo>
                  <a:pt x="1244600" y="6191123"/>
                </a:lnTo>
                <a:lnTo>
                  <a:pt x="0" y="6191123"/>
                </a:lnTo>
                <a:close/>
              </a:path>
            </a:pathLst>
          </a:custGeom>
          <a:solidFill>
            <a:srgbClr val="C04C4C"/>
          </a:solidFill>
          <a:ln>
            <a:noFill/>
          </a:ln>
        </p:spPr>
        <p:txBody>
          <a:bodyPr spcFirstLastPara="1" wrap="square" lIns="60950" tIns="30467" rIns="60950" bIns="30467" anchor="t" anchorCtr="0">
            <a:noAutofit/>
          </a:bodyPr>
          <a:lstStyle/>
          <a:p>
            <a:endParaRPr sz="1200">
              <a:solidFill>
                <a:schemeClr val="dk1"/>
              </a:solidFill>
              <a:latin typeface="Calibri"/>
              <a:ea typeface="Calibri"/>
              <a:cs typeface="Calibri"/>
              <a:sym typeface="Calibri"/>
            </a:endParaRPr>
          </a:p>
        </p:txBody>
      </p:sp>
      <p:sp>
        <p:nvSpPr>
          <p:cNvPr id="279" name="Google Shape;279;p11"/>
          <p:cNvSpPr/>
          <p:nvPr/>
        </p:nvSpPr>
        <p:spPr>
          <a:xfrm rot="10800000">
            <a:off x="-12699" y="1719962"/>
            <a:ext cx="622300" cy="3095561"/>
          </a:xfrm>
          <a:custGeom>
            <a:avLst/>
            <a:gdLst/>
            <a:ahLst/>
            <a:cxnLst/>
            <a:rect l="l" t="t" r="r" b="b"/>
            <a:pathLst>
              <a:path w="1244600" h="6191123" extrusionOk="0">
                <a:moveTo>
                  <a:pt x="0" y="0"/>
                </a:moveTo>
                <a:lnTo>
                  <a:pt x="1244600" y="0"/>
                </a:lnTo>
                <a:lnTo>
                  <a:pt x="1244600" y="6191123"/>
                </a:lnTo>
                <a:lnTo>
                  <a:pt x="0" y="6191123"/>
                </a:lnTo>
                <a:close/>
              </a:path>
            </a:pathLst>
          </a:custGeom>
          <a:solidFill>
            <a:srgbClr val="C04C4C"/>
          </a:solidFill>
          <a:ln>
            <a:noFill/>
          </a:ln>
        </p:spPr>
        <p:txBody>
          <a:bodyPr spcFirstLastPara="1" wrap="square" lIns="60950" tIns="30467" rIns="60950" bIns="30467" anchor="t" anchorCtr="0">
            <a:noAutofit/>
          </a:bodyPr>
          <a:lstStyle/>
          <a:p>
            <a:endParaRPr sz="1200">
              <a:solidFill>
                <a:schemeClr val="dk1"/>
              </a:solidFill>
              <a:latin typeface="Calibri"/>
              <a:ea typeface="Calibri"/>
              <a:cs typeface="Calibri"/>
              <a:sym typeface="Calibri"/>
            </a:endParaRPr>
          </a:p>
        </p:txBody>
      </p:sp>
      <p:sp>
        <p:nvSpPr>
          <p:cNvPr id="280" name="Google Shape;280;p11"/>
          <p:cNvSpPr/>
          <p:nvPr/>
        </p:nvSpPr>
        <p:spPr>
          <a:xfrm rot="10800000">
            <a:off x="-12699" y="1505571"/>
            <a:ext cx="622300" cy="3924555"/>
          </a:xfrm>
          <a:custGeom>
            <a:avLst/>
            <a:gdLst/>
            <a:ahLst/>
            <a:cxnLst/>
            <a:rect l="l" t="t" r="r" b="b"/>
            <a:pathLst>
              <a:path w="1244600" h="7849111" extrusionOk="0">
                <a:moveTo>
                  <a:pt x="0" y="0"/>
                </a:moveTo>
                <a:lnTo>
                  <a:pt x="1244600" y="0"/>
                </a:lnTo>
                <a:lnTo>
                  <a:pt x="1244600" y="7849111"/>
                </a:lnTo>
                <a:lnTo>
                  <a:pt x="0" y="7849111"/>
                </a:lnTo>
                <a:close/>
              </a:path>
            </a:pathLst>
          </a:custGeom>
          <a:solidFill>
            <a:srgbClr val="C04C4C"/>
          </a:solidFill>
          <a:ln>
            <a:noFill/>
          </a:ln>
        </p:spPr>
        <p:txBody>
          <a:bodyPr spcFirstLastPara="1" wrap="square" lIns="60950" tIns="30467" rIns="60950" bIns="30467" anchor="t" anchorCtr="0">
            <a:noAutofit/>
          </a:bodyPr>
          <a:lstStyle/>
          <a:p>
            <a:endParaRPr sz="1200">
              <a:solidFill>
                <a:schemeClr val="dk1"/>
              </a:solidFill>
              <a:latin typeface="Calibri"/>
              <a:ea typeface="Calibri"/>
              <a:cs typeface="Calibri"/>
              <a:sym typeface="Calibri"/>
            </a:endParaRPr>
          </a:p>
        </p:txBody>
      </p:sp>
      <p:sp>
        <p:nvSpPr>
          <p:cNvPr id="281" name="Google Shape;281;p11"/>
          <p:cNvSpPr txBox="1"/>
          <p:nvPr/>
        </p:nvSpPr>
        <p:spPr>
          <a:xfrm>
            <a:off x="298451" y="236728"/>
            <a:ext cx="11586733" cy="465384"/>
          </a:xfrm>
          <a:prstGeom prst="rect">
            <a:avLst/>
          </a:prstGeom>
          <a:noFill/>
          <a:ln>
            <a:noFill/>
          </a:ln>
        </p:spPr>
        <p:txBody>
          <a:bodyPr spcFirstLastPara="1" wrap="square" lIns="0" tIns="0" rIns="0" bIns="0" anchor="t" anchorCtr="0">
            <a:spAutoFit/>
          </a:bodyPr>
          <a:lstStyle/>
          <a:p>
            <a:pPr>
              <a:lnSpc>
                <a:spcPct val="108000"/>
              </a:lnSpc>
            </a:pPr>
            <a:r>
              <a:rPr lang="en-US" sz="2800">
                <a:solidFill>
                  <a:srgbClr val="A7333F"/>
                </a:solidFill>
              </a:rPr>
              <a:t>Example: Positive test condition</a:t>
            </a:r>
            <a:endParaRPr sz="933"/>
          </a:p>
        </p:txBody>
      </p:sp>
      <p:sp>
        <p:nvSpPr>
          <p:cNvPr id="282" name="Google Shape;282;p11"/>
          <p:cNvSpPr txBox="1"/>
          <p:nvPr/>
        </p:nvSpPr>
        <p:spPr>
          <a:xfrm rot="-5400000">
            <a:off x="-1365626" y="3169041"/>
            <a:ext cx="3393438" cy="738664"/>
          </a:xfrm>
          <a:prstGeom prst="rect">
            <a:avLst/>
          </a:prstGeom>
          <a:noFill/>
          <a:ln>
            <a:noFill/>
          </a:ln>
        </p:spPr>
        <p:txBody>
          <a:bodyPr spcFirstLastPara="1" wrap="square" lIns="0" tIns="0" rIns="0" bIns="0" anchor="t" anchorCtr="0">
            <a:spAutoFit/>
          </a:bodyPr>
          <a:lstStyle/>
          <a:p>
            <a:pPr algn="ctr">
              <a:lnSpc>
                <a:spcPct val="120000"/>
              </a:lnSpc>
            </a:pPr>
            <a:r>
              <a:rPr lang="en-US" sz="2000" b="1">
                <a:solidFill>
                  <a:srgbClr val="FFFFFF"/>
                </a:solidFill>
                <a:latin typeface="Poppins"/>
                <a:ea typeface="Poppins"/>
                <a:cs typeface="Poppins"/>
                <a:sym typeface="Poppins"/>
              </a:rPr>
              <a:t>COLLABORATION-BASED APPROACH</a:t>
            </a:r>
            <a:endParaRPr sz="933"/>
          </a:p>
        </p:txBody>
      </p:sp>
      <p:sp>
        <p:nvSpPr>
          <p:cNvPr id="283" name="Google Shape;283;p11"/>
          <p:cNvSpPr txBox="1"/>
          <p:nvPr/>
        </p:nvSpPr>
        <p:spPr>
          <a:xfrm>
            <a:off x="957471" y="1013366"/>
            <a:ext cx="10191301" cy="4431983"/>
          </a:xfrm>
          <a:prstGeom prst="rect">
            <a:avLst/>
          </a:prstGeom>
          <a:noFill/>
          <a:ln>
            <a:noFill/>
          </a:ln>
        </p:spPr>
        <p:txBody>
          <a:bodyPr spcFirstLastPara="1" wrap="square" lIns="0" tIns="0" rIns="0" bIns="0" anchor="t" anchorCtr="0">
            <a:spAutoFit/>
          </a:bodyPr>
          <a:lstStyle/>
          <a:p>
            <a:pPr marL="431822" lvl="1" indent="-215911">
              <a:lnSpc>
                <a:spcPct val="120000"/>
              </a:lnSpc>
              <a:buSzPts val="3000"/>
              <a:buFont typeface="Arial"/>
              <a:buChar char="•"/>
            </a:pPr>
            <a:r>
              <a:rPr lang="en-US" sz="2000"/>
              <a:t>Each AC or related ACs as a test condition for a “happy outcome”. Can apply the EP and BVA</a:t>
            </a:r>
            <a:endParaRPr sz="933"/>
          </a:p>
          <a:p>
            <a:pPr marL="215911" lvl="1">
              <a:lnSpc>
                <a:spcPct val="120000"/>
              </a:lnSpc>
            </a:pPr>
            <a:endParaRPr sz="2000"/>
          </a:p>
          <a:p>
            <a:pPr marL="431822" lvl="1" indent="-215911">
              <a:lnSpc>
                <a:spcPct val="120000"/>
              </a:lnSpc>
              <a:buSzPts val="3000"/>
              <a:buFont typeface="Arial"/>
              <a:buChar char="•"/>
            </a:pPr>
            <a:r>
              <a:rPr lang="en-US" sz="2000"/>
              <a:t>AC1+AC2+AC3+AC4</a:t>
            </a:r>
            <a:endParaRPr sz="933"/>
          </a:p>
          <a:p>
            <a:pPr marL="863643" lvl="2" indent="-287881">
              <a:lnSpc>
                <a:spcPct val="120000"/>
              </a:lnSpc>
              <a:buSzPts val="3000"/>
              <a:buFont typeface="Arial"/>
              <a:buChar char="⚬"/>
            </a:pPr>
            <a:r>
              <a:rPr lang="en-US" sz="2000"/>
              <a:t>Transfer of the correct positive amount that does not exceed account balance to a correct targeted account for example 1500.00</a:t>
            </a:r>
            <a:endParaRPr sz="933"/>
          </a:p>
          <a:p>
            <a:pPr marL="575762" lvl="2">
              <a:lnSpc>
                <a:spcPct val="120000"/>
              </a:lnSpc>
            </a:pPr>
            <a:endParaRPr sz="2000"/>
          </a:p>
          <a:p>
            <a:pPr marL="431822" lvl="1" indent="-215911">
              <a:lnSpc>
                <a:spcPct val="120000"/>
              </a:lnSpc>
              <a:buSzPts val="3000"/>
              <a:buFont typeface="Arial"/>
              <a:buChar char="•"/>
            </a:pPr>
            <a:r>
              <a:rPr lang="en-US" sz="2000"/>
              <a:t>Can apply the EP or BVA</a:t>
            </a:r>
            <a:endParaRPr sz="933"/>
          </a:p>
          <a:p>
            <a:pPr marL="863643" lvl="2" indent="-287881">
              <a:lnSpc>
                <a:spcPct val="120000"/>
              </a:lnSpc>
              <a:buSzPts val="3000"/>
              <a:buFont typeface="Arial"/>
              <a:buChar char="⚬"/>
            </a:pPr>
            <a:r>
              <a:rPr lang="en-US" sz="2000"/>
              <a:t>Transfer of the correct minimum possible (e.g., RM0.01) positive amount that does not exceed account balance to a correct targeted account </a:t>
            </a:r>
            <a:endParaRPr sz="933"/>
          </a:p>
          <a:p>
            <a:pPr marL="863643" lvl="2" indent="-287881">
              <a:lnSpc>
                <a:spcPct val="120000"/>
              </a:lnSpc>
              <a:buSzPts val="3000"/>
              <a:buFont typeface="Arial"/>
              <a:buChar char="⚬"/>
            </a:pPr>
            <a:r>
              <a:rPr lang="en-US" sz="2000"/>
              <a:t>Transfer of the correct very large positive amount(e.g., RM8,438,483,784) that does not exceed account balance to a correct targeted account</a:t>
            </a:r>
            <a:endParaRPr sz="933"/>
          </a:p>
        </p:txBody>
      </p:sp>
      <p:sp>
        <p:nvSpPr>
          <p:cNvPr id="284" name="Google Shape;284;p11" descr="Logo  Description automatically generated"/>
          <p:cNvSpPr/>
          <p:nvPr/>
        </p:nvSpPr>
        <p:spPr>
          <a:xfrm>
            <a:off x="10937655" y="6401122"/>
            <a:ext cx="1067458" cy="361688"/>
          </a:xfrm>
          <a:custGeom>
            <a:avLst/>
            <a:gdLst/>
            <a:ahLst/>
            <a:cxnLst/>
            <a:rect l="l" t="t" r="r" b="b"/>
            <a:pathLst>
              <a:path w="1601187" h="542532" extrusionOk="0">
                <a:moveTo>
                  <a:pt x="0" y="0"/>
                </a:moveTo>
                <a:lnTo>
                  <a:pt x="1601187" y="0"/>
                </a:lnTo>
                <a:lnTo>
                  <a:pt x="1601187" y="542532"/>
                </a:lnTo>
                <a:lnTo>
                  <a:pt x="0" y="542532"/>
                </a:lnTo>
                <a:lnTo>
                  <a:pt x="0" y="0"/>
                </a:lnTo>
                <a:close/>
              </a:path>
            </a:pathLst>
          </a:custGeom>
          <a:blipFill rotWithShape="1">
            <a:blip r:embed="rId3">
              <a:alphaModFix/>
            </a:blip>
            <a:stretch>
              <a:fillRect l="-249" r="-248"/>
            </a:stretch>
          </a:blipFill>
          <a:ln>
            <a:noFill/>
          </a:ln>
        </p:spPr>
        <p:txBody>
          <a:bodyPr spcFirstLastPara="1" wrap="square" lIns="60950" tIns="30467" rIns="60950" bIns="30467" anchor="t" anchorCtr="0">
            <a:noAutofit/>
          </a:bodyPr>
          <a:lstStyle/>
          <a:p>
            <a:endParaRPr sz="12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13"/>
          <p:cNvSpPr/>
          <p:nvPr/>
        </p:nvSpPr>
        <p:spPr>
          <a:xfrm rot="10800000">
            <a:off x="-12699" y="1719962"/>
            <a:ext cx="622300" cy="3095561"/>
          </a:xfrm>
          <a:custGeom>
            <a:avLst/>
            <a:gdLst/>
            <a:ahLst/>
            <a:cxnLst/>
            <a:rect l="l" t="t" r="r" b="b"/>
            <a:pathLst>
              <a:path w="1244600" h="6191123" extrusionOk="0">
                <a:moveTo>
                  <a:pt x="0" y="0"/>
                </a:moveTo>
                <a:lnTo>
                  <a:pt x="1244600" y="0"/>
                </a:lnTo>
                <a:lnTo>
                  <a:pt x="1244600" y="6191123"/>
                </a:lnTo>
                <a:lnTo>
                  <a:pt x="0" y="6191123"/>
                </a:lnTo>
                <a:close/>
              </a:path>
            </a:pathLst>
          </a:custGeom>
          <a:solidFill>
            <a:srgbClr val="C04C4C"/>
          </a:solidFill>
          <a:ln>
            <a:noFill/>
          </a:ln>
        </p:spPr>
        <p:txBody>
          <a:bodyPr spcFirstLastPara="1" wrap="square" lIns="60950" tIns="30467" rIns="60950" bIns="30467" anchor="t" anchorCtr="0">
            <a:noAutofit/>
          </a:bodyPr>
          <a:lstStyle/>
          <a:p>
            <a:endParaRPr sz="1200">
              <a:solidFill>
                <a:schemeClr val="dk1"/>
              </a:solidFill>
              <a:latin typeface="Calibri"/>
              <a:ea typeface="Calibri"/>
              <a:cs typeface="Calibri"/>
              <a:sym typeface="Calibri"/>
            </a:endParaRPr>
          </a:p>
        </p:txBody>
      </p:sp>
      <p:sp>
        <p:nvSpPr>
          <p:cNvPr id="304" name="Google Shape;304;p13"/>
          <p:cNvSpPr/>
          <p:nvPr/>
        </p:nvSpPr>
        <p:spPr>
          <a:xfrm rot="10800000">
            <a:off x="-12699" y="1719962"/>
            <a:ext cx="622300" cy="3095561"/>
          </a:xfrm>
          <a:custGeom>
            <a:avLst/>
            <a:gdLst/>
            <a:ahLst/>
            <a:cxnLst/>
            <a:rect l="l" t="t" r="r" b="b"/>
            <a:pathLst>
              <a:path w="1244600" h="6191123" extrusionOk="0">
                <a:moveTo>
                  <a:pt x="0" y="0"/>
                </a:moveTo>
                <a:lnTo>
                  <a:pt x="1244600" y="0"/>
                </a:lnTo>
                <a:lnTo>
                  <a:pt x="1244600" y="6191123"/>
                </a:lnTo>
                <a:lnTo>
                  <a:pt x="0" y="6191123"/>
                </a:lnTo>
                <a:close/>
              </a:path>
            </a:pathLst>
          </a:custGeom>
          <a:solidFill>
            <a:srgbClr val="C04C4C"/>
          </a:solidFill>
          <a:ln>
            <a:noFill/>
          </a:ln>
        </p:spPr>
        <p:txBody>
          <a:bodyPr spcFirstLastPara="1" wrap="square" lIns="60950" tIns="30467" rIns="60950" bIns="30467" anchor="t" anchorCtr="0">
            <a:noAutofit/>
          </a:bodyPr>
          <a:lstStyle/>
          <a:p>
            <a:endParaRPr sz="1200">
              <a:solidFill>
                <a:schemeClr val="dk1"/>
              </a:solidFill>
              <a:latin typeface="Calibri"/>
              <a:ea typeface="Calibri"/>
              <a:cs typeface="Calibri"/>
              <a:sym typeface="Calibri"/>
            </a:endParaRPr>
          </a:p>
        </p:txBody>
      </p:sp>
      <p:sp>
        <p:nvSpPr>
          <p:cNvPr id="305" name="Google Shape;305;p13"/>
          <p:cNvSpPr/>
          <p:nvPr/>
        </p:nvSpPr>
        <p:spPr>
          <a:xfrm rot="10800000">
            <a:off x="-12699" y="1505571"/>
            <a:ext cx="622300" cy="3924555"/>
          </a:xfrm>
          <a:custGeom>
            <a:avLst/>
            <a:gdLst/>
            <a:ahLst/>
            <a:cxnLst/>
            <a:rect l="l" t="t" r="r" b="b"/>
            <a:pathLst>
              <a:path w="1244600" h="7849111" extrusionOk="0">
                <a:moveTo>
                  <a:pt x="0" y="0"/>
                </a:moveTo>
                <a:lnTo>
                  <a:pt x="1244600" y="0"/>
                </a:lnTo>
                <a:lnTo>
                  <a:pt x="1244600" y="7849111"/>
                </a:lnTo>
                <a:lnTo>
                  <a:pt x="0" y="7849111"/>
                </a:lnTo>
                <a:close/>
              </a:path>
            </a:pathLst>
          </a:custGeom>
          <a:solidFill>
            <a:srgbClr val="C04C4C"/>
          </a:solidFill>
          <a:ln>
            <a:noFill/>
          </a:ln>
        </p:spPr>
        <p:txBody>
          <a:bodyPr spcFirstLastPara="1" wrap="square" lIns="60950" tIns="30467" rIns="60950" bIns="30467" anchor="t" anchorCtr="0">
            <a:noAutofit/>
          </a:bodyPr>
          <a:lstStyle/>
          <a:p>
            <a:endParaRPr sz="1200">
              <a:solidFill>
                <a:schemeClr val="dk1"/>
              </a:solidFill>
              <a:latin typeface="Calibri"/>
              <a:ea typeface="Calibri"/>
              <a:cs typeface="Calibri"/>
              <a:sym typeface="Calibri"/>
            </a:endParaRPr>
          </a:p>
        </p:txBody>
      </p:sp>
      <p:sp>
        <p:nvSpPr>
          <p:cNvPr id="306" name="Google Shape;306;p13"/>
          <p:cNvSpPr txBox="1"/>
          <p:nvPr/>
        </p:nvSpPr>
        <p:spPr>
          <a:xfrm>
            <a:off x="298451" y="236728"/>
            <a:ext cx="11586733" cy="465384"/>
          </a:xfrm>
          <a:prstGeom prst="rect">
            <a:avLst/>
          </a:prstGeom>
          <a:noFill/>
          <a:ln>
            <a:noFill/>
          </a:ln>
        </p:spPr>
        <p:txBody>
          <a:bodyPr spcFirstLastPara="1" wrap="square" lIns="0" tIns="0" rIns="0" bIns="0" anchor="t" anchorCtr="0">
            <a:spAutoFit/>
          </a:bodyPr>
          <a:lstStyle/>
          <a:p>
            <a:pPr>
              <a:lnSpc>
                <a:spcPct val="108000"/>
              </a:lnSpc>
            </a:pPr>
            <a:r>
              <a:rPr lang="en-US" sz="2800">
                <a:solidFill>
                  <a:srgbClr val="A7333F"/>
                </a:solidFill>
              </a:rPr>
              <a:t>Example: Negative test condition</a:t>
            </a:r>
            <a:endParaRPr sz="933"/>
          </a:p>
        </p:txBody>
      </p:sp>
      <p:sp>
        <p:nvSpPr>
          <p:cNvPr id="307" name="Google Shape;307;p13"/>
          <p:cNvSpPr txBox="1"/>
          <p:nvPr/>
        </p:nvSpPr>
        <p:spPr>
          <a:xfrm rot="-5400000">
            <a:off x="-1365626" y="3169041"/>
            <a:ext cx="3393438" cy="738664"/>
          </a:xfrm>
          <a:prstGeom prst="rect">
            <a:avLst/>
          </a:prstGeom>
          <a:noFill/>
          <a:ln>
            <a:noFill/>
          </a:ln>
        </p:spPr>
        <p:txBody>
          <a:bodyPr spcFirstLastPara="1" wrap="square" lIns="0" tIns="0" rIns="0" bIns="0" anchor="t" anchorCtr="0">
            <a:spAutoFit/>
          </a:bodyPr>
          <a:lstStyle/>
          <a:p>
            <a:pPr algn="ctr">
              <a:lnSpc>
                <a:spcPct val="120000"/>
              </a:lnSpc>
            </a:pPr>
            <a:r>
              <a:rPr lang="en-US" sz="2000" b="1">
                <a:solidFill>
                  <a:srgbClr val="FFFFFF"/>
                </a:solidFill>
                <a:latin typeface="Poppins"/>
                <a:ea typeface="Poppins"/>
                <a:cs typeface="Poppins"/>
                <a:sym typeface="Poppins"/>
              </a:rPr>
              <a:t>COLLABORATION-BASED APPROACH</a:t>
            </a:r>
            <a:endParaRPr sz="933"/>
          </a:p>
        </p:txBody>
      </p:sp>
      <p:sp>
        <p:nvSpPr>
          <p:cNvPr id="308" name="Google Shape;308;p13"/>
          <p:cNvSpPr txBox="1"/>
          <p:nvPr/>
        </p:nvSpPr>
        <p:spPr>
          <a:xfrm>
            <a:off x="832497" y="851497"/>
            <a:ext cx="11227367" cy="5650778"/>
          </a:xfrm>
          <a:prstGeom prst="rect">
            <a:avLst/>
          </a:prstGeom>
          <a:noFill/>
          <a:ln>
            <a:noFill/>
          </a:ln>
        </p:spPr>
        <p:txBody>
          <a:bodyPr spcFirstLastPara="1" wrap="square" lIns="0" tIns="0" rIns="0" bIns="0" anchor="t" anchorCtr="0">
            <a:spAutoFit/>
          </a:bodyPr>
          <a:lstStyle/>
          <a:p>
            <a:pPr marL="431822" lvl="1" indent="-215911">
              <a:lnSpc>
                <a:spcPct val="120000"/>
              </a:lnSpc>
              <a:buSzPts val="3000"/>
              <a:buFont typeface="Arial"/>
              <a:buChar char="•"/>
            </a:pPr>
            <a:r>
              <a:rPr lang="en-US" sz="1800" dirty="0"/>
              <a:t>For each AC, identify all possible negative cases that lead to an exception. Can apply the EP or BVA.</a:t>
            </a:r>
            <a:endParaRPr sz="900" dirty="0"/>
          </a:p>
          <a:p>
            <a:pPr marL="431822" lvl="1" indent="-215911">
              <a:lnSpc>
                <a:spcPct val="120000"/>
              </a:lnSpc>
              <a:buSzPts val="3000"/>
              <a:buFont typeface="Arial"/>
              <a:buChar char="•"/>
            </a:pPr>
            <a:r>
              <a:rPr lang="en-US" sz="1800" dirty="0"/>
              <a:t>(AC1) the amount of the transfer cannot exceed the account balance</a:t>
            </a:r>
            <a:endParaRPr sz="900" dirty="0"/>
          </a:p>
          <a:p>
            <a:pPr marL="863643" lvl="2" indent="-287881">
              <a:lnSpc>
                <a:spcPct val="120000"/>
              </a:lnSpc>
              <a:buSzPts val="3000"/>
              <a:buFont typeface="Arial"/>
              <a:buChar char="⚬"/>
            </a:pPr>
            <a:r>
              <a:rPr lang="en-US" sz="1800" dirty="0"/>
              <a:t>transfer &gt; balance to the correct targeted account.</a:t>
            </a:r>
            <a:endParaRPr sz="900" dirty="0"/>
          </a:p>
          <a:p>
            <a:pPr marL="863643" lvl="2" indent="-287881">
              <a:lnSpc>
                <a:spcPct val="120000"/>
              </a:lnSpc>
              <a:buSzPts val="3000"/>
              <a:buFont typeface="Arial"/>
              <a:buChar char="⚬"/>
            </a:pPr>
            <a:r>
              <a:rPr lang="en-US" sz="1800" dirty="0"/>
              <a:t>When the transfer amount is greater by 1 cent (the minimum possible increment) than the account balance </a:t>
            </a:r>
            <a:endParaRPr sz="900" dirty="0"/>
          </a:p>
          <a:p>
            <a:pPr>
              <a:lnSpc>
                <a:spcPct val="120000"/>
              </a:lnSpc>
            </a:pPr>
            <a:endParaRPr sz="1800" dirty="0"/>
          </a:p>
          <a:p>
            <a:pPr marL="431822" lvl="1" indent="-215911">
              <a:lnSpc>
                <a:spcPct val="120000"/>
              </a:lnSpc>
              <a:buSzPts val="3000"/>
              <a:buFont typeface="Arial"/>
              <a:buChar char="•"/>
            </a:pPr>
            <a:r>
              <a:rPr lang="en-US" sz="1800" dirty="0"/>
              <a:t>(AC2) The target account must be correct</a:t>
            </a:r>
            <a:endParaRPr sz="900" dirty="0"/>
          </a:p>
          <a:p>
            <a:pPr marL="863643" lvl="2" indent="-287881">
              <a:lnSpc>
                <a:spcPct val="120000"/>
              </a:lnSpc>
              <a:buSzPts val="3000"/>
              <a:buFont typeface="Arial"/>
              <a:buChar char="⚬"/>
            </a:pPr>
            <a:r>
              <a:rPr lang="en-US" sz="1800" dirty="0"/>
              <a:t>transfer &lt; balance to the non-existent targeted account</a:t>
            </a:r>
            <a:endParaRPr sz="900" dirty="0"/>
          </a:p>
          <a:p>
            <a:pPr marL="863643" lvl="2" indent="-287881">
              <a:lnSpc>
                <a:spcPct val="120000"/>
              </a:lnSpc>
              <a:buSzPts val="3000"/>
              <a:buFont typeface="Arial"/>
              <a:buChar char="⚬"/>
            </a:pPr>
            <a:r>
              <a:rPr lang="en-US" sz="1800" dirty="0"/>
              <a:t>transfer &lt; balance to the same account</a:t>
            </a:r>
            <a:endParaRPr sz="900" dirty="0"/>
          </a:p>
          <a:p>
            <a:pPr>
              <a:lnSpc>
                <a:spcPct val="120000"/>
              </a:lnSpc>
            </a:pPr>
            <a:endParaRPr sz="1800" dirty="0"/>
          </a:p>
          <a:p>
            <a:pPr marL="431822" lvl="1" indent="-215911">
              <a:lnSpc>
                <a:spcPct val="120000"/>
              </a:lnSpc>
              <a:buSzPts val="3000"/>
              <a:buFont typeface="Arial"/>
              <a:buChar char="•"/>
            </a:pPr>
            <a:r>
              <a:rPr lang="en-US" sz="1800" dirty="0"/>
              <a:t>(AC4) the transfer amount must be positive and represent the correct amount of money (i.e., be accurate to two decimal places max) </a:t>
            </a:r>
            <a:endParaRPr sz="900" dirty="0"/>
          </a:p>
          <a:p>
            <a:pPr marL="863643" lvl="2" indent="-287881">
              <a:lnSpc>
                <a:spcPct val="120000"/>
              </a:lnSpc>
              <a:buSzPts val="3000"/>
              <a:buFont typeface="Arial"/>
              <a:buChar char="⚬"/>
            </a:pPr>
            <a:r>
              <a:rPr lang="en-US" sz="1800" dirty="0"/>
              <a:t>The invalid decimal amount for example 3 decimal places</a:t>
            </a:r>
            <a:endParaRPr sz="900" dirty="0"/>
          </a:p>
          <a:p>
            <a:pPr marL="863643" lvl="2" indent="-287881">
              <a:lnSpc>
                <a:spcPct val="120000"/>
              </a:lnSpc>
              <a:buSzPts val="3000"/>
              <a:buFont typeface="Arial"/>
              <a:buChar char="⚬"/>
            </a:pPr>
            <a:r>
              <a:rPr lang="en-US" sz="1800" dirty="0"/>
              <a:t>A negative number representing the correct amount (e.g., RM-150.25) </a:t>
            </a:r>
            <a:endParaRPr sz="900" dirty="0"/>
          </a:p>
          <a:p>
            <a:pPr marL="863643" lvl="2" indent="-287881">
              <a:lnSpc>
                <a:spcPct val="120000"/>
              </a:lnSpc>
              <a:buSzPts val="3000"/>
              <a:buFont typeface="Arial"/>
              <a:buChar char="⚬"/>
            </a:pPr>
            <a:r>
              <a:rPr lang="en-US" sz="1800" dirty="0"/>
              <a:t>Number 0 </a:t>
            </a:r>
            <a:endParaRPr sz="900" dirty="0"/>
          </a:p>
          <a:p>
            <a:pPr marL="863643" lvl="2" indent="-287881">
              <a:lnSpc>
                <a:spcPct val="120000"/>
              </a:lnSpc>
              <a:buSzPts val="3000"/>
              <a:buFont typeface="Arial"/>
              <a:buChar char="⚬"/>
            </a:pPr>
            <a:r>
              <a:rPr lang="en-US" sz="1800" dirty="0"/>
              <a:t>A character string containing letters (e.g., RM15B.20) </a:t>
            </a:r>
            <a:endParaRPr sz="900" dirty="0"/>
          </a:p>
          <a:p>
            <a:pPr marL="863643" lvl="2" indent="-287881">
              <a:lnSpc>
                <a:spcPct val="120000"/>
              </a:lnSpc>
              <a:buSzPts val="3000"/>
              <a:buFont typeface="Arial"/>
              <a:buChar char="⚬"/>
            </a:pPr>
            <a:r>
              <a:rPr lang="en-US" sz="1800" dirty="0"/>
              <a:t>An empty character string </a:t>
            </a:r>
            <a:endParaRPr sz="900" dirty="0"/>
          </a:p>
        </p:txBody>
      </p:sp>
      <p:sp>
        <p:nvSpPr>
          <p:cNvPr id="309" name="Google Shape;309;p13" descr="Logo  Description automatically generated"/>
          <p:cNvSpPr/>
          <p:nvPr/>
        </p:nvSpPr>
        <p:spPr>
          <a:xfrm>
            <a:off x="10937655" y="6401122"/>
            <a:ext cx="1067458" cy="361688"/>
          </a:xfrm>
          <a:custGeom>
            <a:avLst/>
            <a:gdLst/>
            <a:ahLst/>
            <a:cxnLst/>
            <a:rect l="l" t="t" r="r" b="b"/>
            <a:pathLst>
              <a:path w="1601187" h="542532" extrusionOk="0">
                <a:moveTo>
                  <a:pt x="0" y="0"/>
                </a:moveTo>
                <a:lnTo>
                  <a:pt x="1601187" y="0"/>
                </a:lnTo>
                <a:lnTo>
                  <a:pt x="1601187" y="542532"/>
                </a:lnTo>
                <a:lnTo>
                  <a:pt x="0" y="542532"/>
                </a:lnTo>
                <a:lnTo>
                  <a:pt x="0" y="0"/>
                </a:lnTo>
                <a:close/>
              </a:path>
            </a:pathLst>
          </a:custGeom>
          <a:blipFill rotWithShape="1">
            <a:blip r:embed="rId3">
              <a:alphaModFix/>
            </a:blip>
            <a:stretch>
              <a:fillRect l="-249" r="-248"/>
            </a:stretch>
          </a:blipFill>
          <a:ln>
            <a:noFill/>
          </a:ln>
        </p:spPr>
        <p:txBody>
          <a:bodyPr spcFirstLastPara="1" wrap="square" lIns="60950" tIns="30467" rIns="60950" bIns="30467" anchor="t" anchorCtr="0">
            <a:noAutofit/>
          </a:bodyPr>
          <a:lstStyle/>
          <a:p>
            <a:endParaRPr sz="12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660" name="Google Shape;660;g37e47e77286_0_661"/>
          <p:cNvSpPr txBox="1">
            <a:spLocks noGrp="1"/>
          </p:cNvSpPr>
          <p:nvPr>
            <p:ph type="title"/>
          </p:nvPr>
        </p:nvSpPr>
        <p:spPr>
          <a:xfrm>
            <a:off x="373400" y="389000"/>
            <a:ext cx="11228100" cy="9219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1400"/>
              <a:buNone/>
            </a:pPr>
            <a:r>
              <a:rPr lang="en-MY"/>
              <a:t>Writing Effective User Stories: Tips</a:t>
            </a:r>
            <a:endParaRPr/>
          </a:p>
        </p:txBody>
      </p:sp>
      <p:sp>
        <p:nvSpPr>
          <p:cNvPr id="661" name="Google Shape;661;g37e47e77286_0_661"/>
          <p:cNvSpPr txBox="1">
            <a:spLocks noGrp="1"/>
          </p:cNvSpPr>
          <p:nvPr>
            <p:ph type="sldNum" idx="12"/>
          </p:nvPr>
        </p:nvSpPr>
        <p:spPr>
          <a:xfrm>
            <a:off x="10637134" y="6432584"/>
            <a:ext cx="756300" cy="3213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200"/>
              <a:buNone/>
            </a:pPr>
            <a:fld id="{00000000-1234-1234-1234-123412341234}" type="slidenum">
              <a:rPr lang="en-MY"/>
              <a:t>14</a:t>
            </a:fld>
            <a:endParaRPr/>
          </a:p>
        </p:txBody>
      </p:sp>
      <p:sp>
        <p:nvSpPr>
          <p:cNvPr id="662" name="Google Shape;662;g37e47e77286_0_661"/>
          <p:cNvSpPr txBox="1"/>
          <p:nvPr/>
        </p:nvSpPr>
        <p:spPr>
          <a:xfrm>
            <a:off x="614275" y="1918900"/>
            <a:ext cx="10440900" cy="4055400"/>
          </a:xfrm>
          <a:prstGeom prst="rect">
            <a:avLst/>
          </a:prstGeom>
          <a:no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None/>
            </a:pPr>
            <a:r>
              <a:rPr lang="en-MY" sz="2200">
                <a:solidFill>
                  <a:srgbClr val="595959"/>
                </a:solidFill>
                <a:latin typeface="Lato"/>
                <a:ea typeface="Lato"/>
                <a:cs typeface="Lato"/>
                <a:sym typeface="Lato"/>
              </a:rPr>
              <a:t>Effective user stories are concise but meaningful. They are written collaboratively, refined regularly, and backed with acceptance criteria to avoid ambiguity.</a:t>
            </a:r>
            <a:endParaRPr sz="2200">
              <a:solidFill>
                <a:srgbClr val="595959"/>
              </a:solidFill>
              <a:latin typeface="Lato"/>
              <a:ea typeface="Lato"/>
              <a:cs typeface="Lato"/>
              <a:sym typeface="Lato"/>
            </a:endParaRPr>
          </a:p>
          <a:p>
            <a:pPr marL="0" marR="0" lvl="0" indent="0" algn="l" rtl="0">
              <a:lnSpc>
                <a:spcPct val="150000"/>
              </a:lnSpc>
              <a:spcBef>
                <a:spcPts val="0"/>
              </a:spcBef>
              <a:spcAft>
                <a:spcPts val="0"/>
              </a:spcAft>
              <a:buNone/>
            </a:pPr>
            <a:endParaRPr sz="500">
              <a:solidFill>
                <a:srgbClr val="595959"/>
              </a:solidFill>
              <a:latin typeface="Lato"/>
              <a:ea typeface="Lato"/>
              <a:cs typeface="Lato"/>
              <a:sym typeface="Lato"/>
            </a:endParaRPr>
          </a:p>
          <a:p>
            <a:pPr marL="914400" marR="0" lvl="0" indent="-368300" algn="l" rtl="0">
              <a:lnSpc>
                <a:spcPct val="150000"/>
              </a:lnSpc>
              <a:spcBef>
                <a:spcPts val="0"/>
              </a:spcBef>
              <a:spcAft>
                <a:spcPts val="0"/>
              </a:spcAft>
              <a:buClr>
                <a:srgbClr val="595959"/>
              </a:buClr>
              <a:buSzPts val="2200"/>
              <a:buFont typeface="Lato"/>
              <a:buChar char="●"/>
            </a:pPr>
            <a:r>
              <a:rPr lang="en-MY" sz="2200">
                <a:solidFill>
                  <a:srgbClr val="595959"/>
                </a:solidFill>
                <a:latin typeface="Lato"/>
                <a:ea typeface="Lato"/>
                <a:cs typeface="Lato"/>
                <a:sym typeface="Lato"/>
              </a:rPr>
              <a:t>Keep them short and simple</a:t>
            </a:r>
            <a:endParaRPr sz="2200">
              <a:solidFill>
                <a:srgbClr val="595959"/>
              </a:solidFill>
              <a:latin typeface="Lato"/>
              <a:ea typeface="Lato"/>
              <a:cs typeface="Lato"/>
              <a:sym typeface="Lato"/>
            </a:endParaRPr>
          </a:p>
          <a:p>
            <a:pPr marL="914400" marR="0" lvl="0" indent="-368300" algn="l" rtl="0">
              <a:lnSpc>
                <a:spcPct val="150000"/>
              </a:lnSpc>
              <a:spcBef>
                <a:spcPts val="0"/>
              </a:spcBef>
              <a:spcAft>
                <a:spcPts val="0"/>
              </a:spcAft>
              <a:buClr>
                <a:srgbClr val="595959"/>
              </a:buClr>
              <a:buSzPts val="2200"/>
              <a:buFont typeface="Lato"/>
              <a:buChar char="●"/>
            </a:pPr>
            <a:r>
              <a:rPr lang="en-MY" sz="2200">
                <a:solidFill>
                  <a:srgbClr val="595959"/>
                </a:solidFill>
                <a:latin typeface="Lato"/>
                <a:ea typeface="Lato"/>
                <a:cs typeface="Lato"/>
                <a:sym typeface="Lato"/>
              </a:rPr>
              <a:t>Focus on value, not tasks</a:t>
            </a:r>
            <a:endParaRPr sz="2200">
              <a:solidFill>
                <a:srgbClr val="595959"/>
              </a:solidFill>
              <a:latin typeface="Lato"/>
              <a:ea typeface="Lato"/>
              <a:cs typeface="Lato"/>
              <a:sym typeface="Lato"/>
            </a:endParaRPr>
          </a:p>
          <a:p>
            <a:pPr marL="914400" marR="0" lvl="0" indent="-368300" algn="l" rtl="0">
              <a:lnSpc>
                <a:spcPct val="150000"/>
              </a:lnSpc>
              <a:spcBef>
                <a:spcPts val="0"/>
              </a:spcBef>
              <a:spcAft>
                <a:spcPts val="0"/>
              </a:spcAft>
              <a:buClr>
                <a:srgbClr val="595959"/>
              </a:buClr>
              <a:buSzPts val="2200"/>
              <a:buFont typeface="Lato"/>
              <a:buChar char="●"/>
            </a:pPr>
            <a:r>
              <a:rPr lang="en-MY" sz="2200">
                <a:solidFill>
                  <a:srgbClr val="595959"/>
                </a:solidFill>
                <a:latin typeface="Lato"/>
                <a:ea typeface="Lato"/>
                <a:cs typeface="Lato"/>
                <a:sym typeface="Lato"/>
              </a:rPr>
              <a:t>Collaborate with users to refine</a:t>
            </a:r>
            <a:endParaRPr sz="2200">
              <a:solidFill>
                <a:srgbClr val="595959"/>
              </a:solidFill>
              <a:latin typeface="Lato"/>
              <a:ea typeface="Lato"/>
              <a:cs typeface="Lato"/>
              <a:sym typeface="Lato"/>
            </a:endParaRPr>
          </a:p>
          <a:p>
            <a:pPr marL="914400" marR="0" lvl="0" indent="-368300" algn="l" rtl="0">
              <a:lnSpc>
                <a:spcPct val="150000"/>
              </a:lnSpc>
              <a:spcBef>
                <a:spcPts val="0"/>
              </a:spcBef>
              <a:spcAft>
                <a:spcPts val="0"/>
              </a:spcAft>
              <a:buClr>
                <a:srgbClr val="595959"/>
              </a:buClr>
              <a:buSzPts val="2200"/>
              <a:buFont typeface="Lato"/>
              <a:buChar char="●"/>
            </a:pPr>
            <a:r>
              <a:rPr lang="en-MY" sz="2200">
                <a:solidFill>
                  <a:srgbClr val="595959"/>
                </a:solidFill>
                <a:latin typeface="Lato"/>
                <a:ea typeface="Lato"/>
                <a:cs typeface="Lato"/>
                <a:sym typeface="Lato"/>
              </a:rPr>
              <a:t>Add acceptance criteria for clarity</a:t>
            </a:r>
            <a:endParaRPr sz="2200">
              <a:solidFill>
                <a:srgbClr val="595959"/>
              </a:solidFill>
              <a:latin typeface="Lato"/>
              <a:ea typeface="Lato"/>
              <a:cs typeface="Lato"/>
              <a:sym typeface="Lat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15"/>
        <p:cNvGrpSpPr/>
        <p:nvPr/>
      </p:nvGrpSpPr>
      <p:grpSpPr>
        <a:xfrm>
          <a:off x="0" y="0"/>
          <a:ext cx="0" cy="0"/>
          <a:chOff x="0" y="0"/>
          <a:chExt cx="0" cy="0"/>
        </a:xfrm>
      </p:grpSpPr>
      <p:pic>
        <p:nvPicPr>
          <p:cNvPr id="716" name="Google Shape;716;p12" descr="A picture containing outdoor, sky, building, grass&#10;&#10;Description automatically generated"/>
          <p:cNvPicPr preferRelativeResize="0">
            <a:picLocks noGrp="1"/>
          </p:cNvPicPr>
          <p:nvPr>
            <p:ph type="pic" idx="2"/>
          </p:nvPr>
        </p:nvPicPr>
        <p:blipFill rotWithShape="1">
          <a:blip r:embed="rId3">
            <a:alphaModFix/>
          </a:blip>
          <a:srcRect/>
          <a:stretch/>
        </p:blipFill>
        <p:spPr>
          <a:xfrm>
            <a:off x="0" y="0"/>
            <a:ext cx="7645186" cy="6861429"/>
          </a:xfrm>
          <a:prstGeom prst="rect">
            <a:avLst/>
          </a:prstGeom>
          <a:noFill/>
          <a:ln>
            <a:noFill/>
          </a:ln>
        </p:spPr>
      </p:pic>
      <p:sp>
        <p:nvSpPr>
          <p:cNvPr id="717" name="Google Shape;717;p12"/>
          <p:cNvSpPr txBox="1"/>
          <p:nvPr/>
        </p:nvSpPr>
        <p:spPr>
          <a:xfrm>
            <a:off x="7566746" y="1951631"/>
            <a:ext cx="4511400" cy="17637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0000"/>
              </a:buClr>
              <a:buSzPts val="5400"/>
              <a:buFont typeface="Arial"/>
              <a:buNone/>
            </a:pPr>
            <a:r>
              <a:rPr lang="en-MY" sz="5400" b="1" i="0" u="none" strike="noStrike" cap="none">
                <a:solidFill>
                  <a:schemeClr val="lt1"/>
                </a:solidFill>
                <a:latin typeface="Lato"/>
                <a:ea typeface="Lato"/>
                <a:cs typeface="Lato"/>
                <a:sym typeface="Lato"/>
              </a:rPr>
              <a:t>THANK YOU</a:t>
            </a:r>
            <a:endParaRPr sz="5400" b="1" i="0" u="none" strike="noStrike" cap="none">
              <a:solidFill>
                <a:schemeClr val="lt1"/>
              </a:solidFill>
              <a:latin typeface="Lato"/>
              <a:ea typeface="Lato"/>
              <a:cs typeface="Lato"/>
              <a:sym typeface="Lato"/>
            </a:endParaRPr>
          </a:p>
        </p:txBody>
      </p:sp>
      <p:pic>
        <p:nvPicPr>
          <p:cNvPr id="718" name="Google Shape;718;p12"/>
          <p:cNvPicPr preferRelativeResize="0"/>
          <p:nvPr/>
        </p:nvPicPr>
        <p:blipFill rotWithShape="1">
          <a:blip r:embed="rId4">
            <a:alphaModFix/>
          </a:blip>
          <a:srcRect/>
          <a:stretch/>
        </p:blipFill>
        <p:spPr>
          <a:xfrm>
            <a:off x="10308800" y="5785990"/>
            <a:ext cx="392887" cy="392887"/>
          </a:xfrm>
          <a:prstGeom prst="rect">
            <a:avLst/>
          </a:prstGeom>
          <a:noFill/>
          <a:ln>
            <a:noFill/>
          </a:ln>
        </p:spPr>
      </p:pic>
      <p:pic>
        <p:nvPicPr>
          <p:cNvPr id="719" name="Google Shape;719;p12"/>
          <p:cNvPicPr preferRelativeResize="0"/>
          <p:nvPr/>
        </p:nvPicPr>
        <p:blipFill rotWithShape="1">
          <a:blip r:embed="rId5">
            <a:alphaModFix/>
          </a:blip>
          <a:srcRect/>
          <a:stretch/>
        </p:blipFill>
        <p:spPr>
          <a:xfrm>
            <a:off x="9825030" y="5785990"/>
            <a:ext cx="392887" cy="392887"/>
          </a:xfrm>
          <a:prstGeom prst="rect">
            <a:avLst/>
          </a:prstGeom>
          <a:noFill/>
          <a:ln>
            <a:noFill/>
          </a:ln>
        </p:spPr>
      </p:pic>
      <p:pic>
        <p:nvPicPr>
          <p:cNvPr id="720" name="Google Shape;720;p12"/>
          <p:cNvPicPr preferRelativeResize="0"/>
          <p:nvPr/>
        </p:nvPicPr>
        <p:blipFill rotWithShape="1">
          <a:blip r:embed="rId6">
            <a:alphaModFix/>
          </a:blip>
          <a:srcRect/>
          <a:stretch/>
        </p:blipFill>
        <p:spPr>
          <a:xfrm>
            <a:off x="9337181" y="5788338"/>
            <a:ext cx="396963" cy="396963"/>
          </a:xfrm>
          <a:prstGeom prst="rect">
            <a:avLst/>
          </a:prstGeom>
          <a:noFill/>
          <a:ln>
            <a:noFill/>
          </a:ln>
        </p:spPr>
      </p:pic>
      <p:pic>
        <p:nvPicPr>
          <p:cNvPr id="721" name="Google Shape;721;p12"/>
          <p:cNvPicPr preferRelativeResize="0"/>
          <p:nvPr/>
        </p:nvPicPr>
        <p:blipFill rotWithShape="1">
          <a:blip r:embed="rId7">
            <a:alphaModFix/>
          </a:blip>
          <a:srcRect/>
          <a:stretch/>
        </p:blipFill>
        <p:spPr>
          <a:xfrm>
            <a:off x="8369641" y="5785990"/>
            <a:ext cx="392887" cy="392887"/>
          </a:xfrm>
          <a:prstGeom prst="rect">
            <a:avLst/>
          </a:prstGeom>
          <a:noFill/>
          <a:ln>
            <a:noFill/>
          </a:ln>
        </p:spPr>
      </p:pic>
      <p:pic>
        <p:nvPicPr>
          <p:cNvPr id="722" name="Google Shape;722;p12"/>
          <p:cNvPicPr preferRelativeResize="0"/>
          <p:nvPr/>
        </p:nvPicPr>
        <p:blipFill rotWithShape="1">
          <a:blip r:embed="rId8">
            <a:alphaModFix/>
          </a:blip>
          <a:srcRect/>
          <a:stretch/>
        </p:blipFill>
        <p:spPr>
          <a:xfrm>
            <a:off x="8853411" y="5785990"/>
            <a:ext cx="392887" cy="392887"/>
          </a:xfrm>
          <a:prstGeom prst="rect">
            <a:avLst/>
          </a:prstGeom>
          <a:noFill/>
          <a:ln>
            <a:noFill/>
          </a:ln>
        </p:spPr>
      </p:pic>
      <p:sp>
        <p:nvSpPr>
          <p:cNvPr id="723" name="Google Shape;723;p12"/>
          <p:cNvSpPr txBox="1"/>
          <p:nvPr/>
        </p:nvSpPr>
        <p:spPr>
          <a:xfrm>
            <a:off x="7136987" y="5197713"/>
            <a:ext cx="4730605" cy="319346"/>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0000"/>
              </a:buClr>
              <a:buSzPts val="1800"/>
              <a:buFont typeface="Arial"/>
              <a:buNone/>
            </a:pPr>
            <a:r>
              <a:rPr lang="en-MY" sz="1800" b="0" i="0" u="none" strike="noStrike" cap="none">
                <a:solidFill>
                  <a:schemeClr val="lt1"/>
                </a:solidFill>
                <a:latin typeface="Lato"/>
                <a:ea typeface="Lato"/>
                <a:cs typeface="Lato"/>
                <a:sym typeface="Lato"/>
              </a:rPr>
              <a:t>www.utm.my</a:t>
            </a:r>
            <a:endParaRPr sz="1800" b="0" i="0" u="none" strike="noStrike" cap="none">
              <a:solidFill>
                <a:schemeClr val="lt1"/>
              </a:solidFill>
              <a:latin typeface="Lato"/>
              <a:ea typeface="Lato"/>
              <a:cs typeface="Lato"/>
              <a:sym typeface="Lato"/>
            </a:endParaRPr>
          </a:p>
        </p:txBody>
      </p:sp>
      <p:sp>
        <p:nvSpPr>
          <p:cNvPr id="724" name="Google Shape;724;p12"/>
          <p:cNvSpPr txBox="1"/>
          <p:nvPr/>
        </p:nvSpPr>
        <p:spPr>
          <a:xfrm>
            <a:off x="7136987" y="4916078"/>
            <a:ext cx="4730605" cy="319346"/>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r>
              <a:rPr lang="en-MY" sz="1400" b="0" i="0" u="none" strike="noStrike" cap="none">
                <a:solidFill>
                  <a:schemeClr val="lt1"/>
                </a:solidFill>
                <a:latin typeface="Lato"/>
                <a:ea typeface="Lato"/>
                <a:cs typeface="Lato"/>
                <a:sym typeface="Lato"/>
              </a:rPr>
              <a:t>In the Name of God for Mankind</a:t>
            </a:r>
            <a:endParaRPr sz="1400" b="0" i="0" u="none" strike="noStrike" cap="none">
              <a:solidFill>
                <a:schemeClr val="lt1"/>
              </a:solidFill>
              <a:latin typeface="Lato"/>
              <a:ea typeface="Lato"/>
              <a:cs typeface="Lato"/>
              <a:sym typeface="Lato"/>
            </a:endParaRPr>
          </a:p>
        </p:txBody>
      </p:sp>
      <p:pic>
        <p:nvPicPr>
          <p:cNvPr id="725" name="Google Shape;725;p12" descr="A black and white logo&#10;&#10;Description automatically generated with low confidence"/>
          <p:cNvPicPr preferRelativeResize="0"/>
          <p:nvPr/>
        </p:nvPicPr>
        <p:blipFill rotWithShape="1">
          <a:blip r:embed="rId9">
            <a:alphaModFix/>
          </a:blip>
          <a:srcRect/>
          <a:stretch/>
        </p:blipFill>
        <p:spPr>
          <a:xfrm>
            <a:off x="8516582" y="4092848"/>
            <a:ext cx="1883012" cy="639514"/>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Custom 2">
      <a:dk1>
        <a:srgbClr val="000000"/>
      </a:dk1>
      <a:lt1>
        <a:srgbClr val="FFFFFF"/>
      </a:lt1>
      <a:dk2>
        <a:srgbClr val="7E2551"/>
      </a:dk2>
      <a:lt2>
        <a:srgbClr val="E7E6E6"/>
      </a:lt2>
      <a:accent1>
        <a:srgbClr val="83233D"/>
      </a:accent1>
      <a:accent2>
        <a:srgbClr val="952C5E"/>
      </a:accent2>
      <a:accent3>
        <a:srgbClr val="BF996E"/>
      </a:accent3>
      <a:accent4>
        <a:srgbClr val="E8B783"/>
      </a:accent4>
      <a:accent5>
        <a:srgbClr val="E1C8B4"/>
      </a:accent5>
      <a:accent6>
        <a:srgbClr val="929292"/>
      </a:accent6>
      <a:hlink>
        <a:srgbClr val="5E5E5E"/>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215</TotalTime>
  <Words>1664</Words>
  <Application>Microsoft Office PowerPoint</Application>
  <PresentationFormat>Widescreen</PresentationFormat>
  <Paragraphs>194</Paragraphs>
  <Slides>14</Slides>
  <Notes>14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Lato</vt:lpstr>
      <vt:lpstr>Wingdings</vt:lpstr>
      <vt:lpstr>Arial</vt:lpstr>
      <vt:lpstr>Poppins</vt:lpstr>
      <vt:lpstr>Calibri</vt:lpstr>
      <vt:lpstr>Cambria</vt:lpstr>
      <vt:lpstr>Roboto</vt:lpstr>
      <vt:lpstr>Office Theme</vt:lpstr>
      <vt:lpstr>SCSE2133 Additional Notes User Stories</vt:lpstr>
      <vt:lpstr>User Stories</vt:lpstr>
      <vt:lpstr>Introduction: User Story and Agile</vt:lpstr>
      <vt:lpstr>Working with User Story</vt:lpstr>
      <vt:lpstr>Variations of User Story Format</vt:lpstr>
      <vt:lpstr>Example of User Story COLLABORATION-BASED APPROACH</vt:lpstr>
      <vt:lpstr>Writing Effective User Story with Acceptance Criteria</vt:lpstr>
      <vt:lpstr>Writing Effective User Story with Acceptance Criteria</vt:lpstr>
      <vt:lpstr>Writing the Acceptance Criteria</vt:lpstr>
      <vt:lpstr>PowerPoint Presentation</vt:lpstr>
      <vt:lpstr>PowerPoint Presentation</vt:lpstr>
      <vt:lpstr>PowerPoint Presentation</vt:lpstr>
      <vt:lpstr>Writing Effective User Stories: Tips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Microsoft Office User</dc:creator>
  <cp:lastModifiedBy>ROHAYANTI BINTI HASSAN</cp:lastModifiedBy>
  <cp:revision>12</cp:revision>
  <dcterms:created xsi:type="dcterms:W3CDTF">2021-08-03T04:10:00Z</dcterms:created>
  <dcterms:modified xsi:type="dcterms:W3CDTF">2025-10-20T15:20:05Z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6A831531A5FD4A75B578DCEBE44BDDB4</vt:lpwstr>
  </property>
  <property fmtid="{D5CDD505-2E9C-101B-9397-08002B2CF9AE}" pid="3" name="KSOProductBuildVer">
    <vt:lpwstr>1033-11.2.0.10382</vt:lpwstr>
  </property>
</Properties>
</file>