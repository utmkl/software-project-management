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2" strictFirstAndLastChars="0" saveSubsetFonts="1">
  <p:sldMasterIdLst>
    <p:sldMasterId id="2147483648" r:id="rId4"/>
    <p:sldMasterId id="2147483675" r:id="rId5"/>
    <p:sldMasterId id="2147483702" r:id="rId6"/>
    <p:sldMasterId id="214748372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</p:sldIdLst>
  <p:sldSz cy="6858000" cx="12192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gZm35QFwT3BzMX3gw+9ex03EKz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2.xml"/><Relationship Id="rId42" Type="http://schemas.openxmlformats.org/officeDocument/2006/relationships/font" Target="fonts/Lato-regular.fnt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4.xml"/><Relationship Id="rId44" Type="http://schemas.openxmlformats.org/officeDocument/2006/relationships/font" Target="fonts/Lato-italic.fntdata"/><Relationship Id="rId21" Type="http://schemas.openxmlformats.org/officeDocument/2006/relationships/slide" Target="slides/slide13.xml"/><Relationship Id="rId43" Type="http://schemas.openxmlformats.org/officeDocument/2006/relationships/font" Target="fonts/Lato-bold.fntdata"/><Relationship Id="rId24" Type="http://schemas.openxmlformats.org/officeDocument/2006/relationships/slide" Target="slides/slide16.xml"/><Relationship Id="rId46" Type="http://customschemas.google.com/relationships/presentationmetadata" Target="metadata"/><Relationship Id="rId23" Type="http://schemas.openxmlformats.org/officeDocument/2006/relationships/slide" Target="slides/slide15.xml"/><Relationship Id="rId45" Type="http://schemas.openxmlformats.org/officeDocument/2006/relationships/font" Target="fonts/Lato-boldItalic.fntdata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font" Target="fonts/Roboto-bold.fntdata"/><Relationship Id="rId16" Type="http://schemas.openxmlformats.org/officeDocument/2006/relationships/slide" Target="slides/slide8.xml"/><Relationship Id="rId38" Type="http://schemas.openxmlformats.org/officeDocument/2006/relationships/font" Target="fonts/Roboto-regular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5" name="Google Shape;6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7b29ecf483_2_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7b29ecf483_2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7b29ecf483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g37b29ecf483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455c474be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455c474be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455c474be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8" name="Google Shape;658;g3455c474be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5" name="Google Shape;6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3" name="Google Shape;6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455c474be7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455c474be7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7b29ecf483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g37b29ecf483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3" name="Google Shape;6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3" name="Google Shape;7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2" name="Google Shape;7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455c474be7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9" name="Google Shape;739;g3455c474be7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7" name="Google Shape;7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455c474be7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455c474be7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4" name="Google Shape;7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7b29ecf483_2_3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g37b29ecf483_2_3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8" name="Google Shape;7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7b29ecf483_2_3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37b29ecf483_2_3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3" name="Google Shape;80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455c474be7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3455c474be7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455c474be7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7" name="Google Shape;817;g3455c474be7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455c474be7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4" name="Google Shape;824;g3455c474be7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1" name="Google Shape;8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3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3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30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3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30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1" showMasterSp="0">
  <p:cSld name="Layout0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0" name="Google Shape;20;p19"/>
          <p:cNvPicPr preferRelativeResize="0"/>
          <p:nvPr/>
        </p:nvPicPr>
        <p:blipFill rotWithShape="1">
          <a:blip r:embed="rId2">
            <a:alphaModFix amt="63000"/>
          </a:blip>
          <a:srcRect b="0" l="0" r="0" t="0"/>
          <a:stretch/>
        </p:blipFill>
        <p:spPr>
          <a:xfrm flipH="1" rot="10800000">
            <a:off x="1390488" y="0"/>
            <a:ext cx="108015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9"/>
          <p:cNvSpPr/>
          <p:nvPr/>
        </p:nvSpPr>
        <p:spPr>
          <a:xfrm>
            <a:off x="130676" y="0"/>
            <a:ext cx="4712547" cy="6880888"/>
          </a:xfrm>
          <a:prstGeom prst="rect">
            <a:avLst/>
          </a:prstGeom>
          <a:gradFill>
            <a:gsLst>
              <a:gs pos="0">
                <a:srgbClr val="444038"/>
              </a:gs>
              <a:gs pos="100000">
                <a:srgbClr val="102C30"/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9"/>
          <p:cNvSpPr/>
          <p:nvPr/>
        </p:nvSpPr>
        <p:spPr>
          <a:xfrm flipH="1" rot="10800000">
            <a:off x="2395148" y="-4501"/>
            <a:ext cx="4843223" cy="6862501"/>
          </a:xfrm>
          <a:custGeom>
            <a:rect b="b" l="l" r="r" t="t"/>
            <a:pathLst>
              <a:path extrusionOk="0" h="6834887" w="3347129">
                <a:moveTo>
                  <a:pt x="0" y="2327"/>
                </a:moveTo>
                <a:lnTo>
                  <a:pt x="1698434" y="0"/>
                </a:lnTo>
                <a:lnTo>
                  <a:pt x="3347129" y="3429000"/>
                </a:lnTo>
                <a:lnTo>
                  <a:pt x="1712024" y="6828623"/>
                </a:lnTo>
                <a:lnTo>
                  <a:pt x="107546" y="6834887"/>
                </a:lnTo>
                <a:lnTo>
                  <a:pt x="1690835" y="3472890"/>
                </a:lnTo>
                <a:lnTo>
                  <a:pt x="0" y="2327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9"/>
          <p:cNvSpPr txBox="1"/>
          <p:nvPr>
            <p:ph type="title"/>
          </p:nvPr>
        </p:nvSpPr>
        <p:spPr>
          <a:xfrm>
            <a:off x="584603" y="2120702"/>
            <a:ext cx="4120911" cy="2644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/>
          <p:nvPr/>
        </p:nvSpPr>
        <p:spPr>
          <a:xfrm rot="5400000">
            <a:off x="-765719" y="3361414"/>
            <a:ext cx="1662113" cy="130676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25" name="Google Shape;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467" y="404628"/>
            <a:ext cx="2133841" cy="7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256" y="6511235"/>
            <a:ext cx="3922822" cy="2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3">
  <p:cSld name="Layout03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/>
          <p:nvPr/>
        </p:nvSpPr>
        <p:spPr>
          <a:xfrm>
            <a:off x="64158" y="507763"/>
            <a:ext cx="325728" cy="327043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7F2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20"/>
          <p:cNvSpPr/>
          <p:nvPr/>
        </p:nvSpPr>
        <p:spPr>
          <a:xfrm>
            <a:off x="201412" y="344385"/>
            <a:ext cx="638687" cy="64126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4">
  <p:cSld name="Layout04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3"/>
          <p:cNvSpPr/>
          <p:nvPr/>
        </p:nvSpPr>
        <p:spPr>
          <a:xfrm>
            <a:off x="-607982" y="448235"/>
            <a:ext cx="1000815" cy="1004858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3"/>
          <p:cNvSpPr txBox="1"/>
          <p:nvPr>
            <p:ph type="title"/>
          </p:nvPr>
        </p:nvSpPr>
        <p:spPr>
          <a:xfrm>
            <a:off x="497541" y="3113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6">
  <p:cSld name="Layout26">
    <p:bg>
      <p:bgPr>
        <a:solidFill>
          <a:srgbClr val="F2F2F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/>
          <p:nvPr/>
        </p:nvSpPr>
        <p:spPr>
          <a:xfrm rot="10800000">
            <a:off x="6096000" y="0"/>
            <a:ext cx="6096000" cy="6871855"/>
          </a:xfrm>
          <a:custGeom>
            <a:rect b="b" l="l" r="r" t="t"/>
            <a:pathLst>
              <a:path extrusionOk="0" h="6871855" w="6096000">
                <a:moveTo>
                  <a:pt x="0" y="13855"/>
                </a:moveTo>
                <a:lnTo>
                  <a:pt x="4544292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25"/>
          <p:cNvPicPr preferRelativeResize="0"/>
          <p:nvPr/>
        </p:nvPicPr>
        <p:blipFill rotWithShape="1">
          <a:blip r:embed="rId2">
            <a:alphaModFix amt="17000"/>
          </a:blip>
          <a:srcRect b="0" l="0" r="0" t="0"/>
          <a:stretch/>
        </p:blipFill>
        <p:spPr>
          <a:xfrm>
            <a:off x="6082780" y="9216"/>
            <a:ext cx="61092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5"/>
          <p:cNvSpPr/>
          <p:nvPr>
            <p:ph idx="2" type="pic"/>
          </p:nvPr>
        </p:nvSpPr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2">
  <p:cSld name="Layout02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6"/>
          <p:cNvSpPr/>
          <p:nvPr/>
        </p:nvSpPr>
        <p:spPr>
          <a:xfrm>
            <a:off x="3400700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6"/>
          <p:cNvSpPr/>
          <p:nvPr/>
        </p:nvSpPr>
        <p:spPr>
          <a:xfrm>
            <a:off x="-237846" y="-3393"/>
            <a:ext cx="3801533" cy="344098"/>
          </a:xfrm>
          <a:custGeom>
            <a:rect b="b" l="l" r="r" t="t"/>
            <a:pathLst>
              <a:path extrusionOk="0" h="791286" w="10556322">
                <a:moveTo>
                  <a:pt x="0" y="0"/>
                </a:moveTo>
                <a:lnTo>
                  <a:pt x="9998765" y="0"/>
                </a:lnTo>
                <a:lnTo>
                  <a:pt x="10556322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6"/>
          <p:cNvSpPr/>
          <p:nvPr/>
        </p:nvSpPr>
        <p:spPr>
          <a:xfrm>
            <a:off x="3724602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5">
  <p:cSld name="Layout05">
    <p:bg>
      <p:bgPr>
        <a:solidFill>
          <a:srgbClr val="6C1D35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27"/>
          <p:cNvCxnSpPr/>
          <p:nvPr/>
        </p:nvCxnSpPr>
        <p:spPr>
          <a:xfrm>
            <a:off x="480645" y="1172309"/>
            <a:ext cx="11711354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" name="Google Shape;48;p27"/>
          <p:cNvSpPr/>
          <p:nvPr/>
        </p:nvSpPr>
        <p:spPr>
          <a:xfrm>
            <a:off x="0" y="1101927"/>
            <a:ext cx="2128058" cy="16625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814385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type="title"/>
          </p:nvPr>
        </p:nvSpPr>
        <p:spPr>
          <a:xfrm>
            <a:off x="2057393" y="188182"/>
            <a:ext cx="7883842" cy="903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2" type="body"/>
          </p:nvPr>
        </p:nvSpPr>
        <p:spPr>
          <a:xfrm>
            <a:off x="4386254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3" type="body"/>
          </p:nvPr>
        </p:nvSpPr>
        <p:spPr>
          <a:xfrm>
            <a:off x="7929556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6">
  <p:cSld name="Layout06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28"/>
          <p:cNvCxnSpPr/>
          <p:nvPr/>
        </p:nvCxnSpPr>
        <p:spPr>
          <a:xfrm>
            <a:off x="480645" y="1465384"/>
            <a:ext cx="117113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" name="Google Shape;56;p28"/>
          <p:cNvSpPr txBox="1"/>
          <p:nvPr>
            <p:ph type="title"/>
          </p:nvPr>
        </p:nvSpPr>
        <p:spPr>
          <a:xfrm>
            <a:off x="712787" y="385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" type="body"/>
          </p:nvPr>
        </p:nvSpPr>
        <p:spPr>
          <a:xfrm>
            <a:off x="839788" y="1828799"/>
            <a:ext cx="102615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0" i="0" sz="16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2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8"/>
          <p:cNvSpPr/>
          <p:nvPr/>
        </p:nvSpPr>
        <p:spPr>
          <a:xfrm>
            <a:off x="0" y="1383280"/>
            <a:ext cx="2128058" cy="16625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7">
  <p:cSld name="Layout07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/>
          <p:nvPr/>
        </p:nvSpPr>
        <p:spPr>
          <a:xfrm>
            <a:off x="0" y="668539"/>
            <a:ext cx="574431" cy="59372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/>
          <p:nvPr>
            <p:ph idx="2" type="pic"/>
          </p:nvPr>
        </p:nvSpPr>
        <p:spPr>
          <a:xfrm>
            <a:off x="738551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65" name="Google Shape;65;p29"/>
          <p:cNvSpPr/>
          <p:nvPr>
            <p:ph idx="3" type="pic"/>
          </p:nvPr>
        </p:nvSpPr>
        <p:spPr>
          <a:xfrm>
            <a:off x="4112204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66" name="Google Shape;66;p29"/>
          <p:cNvSpPr/>
          <p:nvPr>
            <p:ph idx="4" type="pic"/>
          </p:nvPr>
        </p:nvSpPr>
        <p:spPr>
          <a:xfrm>
            <a:off x="7504930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8">
  <p:cSld name="Layout08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0"/>
          <p:cNvSpPr/>
          <p:nvPr/>
        </p:nvSpPr>
        <p:spPr>
          <a:xfrm>
            <a:off x="3708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0"/>
          <p:cNvSpPr/>
          <p:nvPr/>
        </p:nvSpPr>
        <p:spPr>
          <a:xfrm rot="10800000">
            <a:off x="4596135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30"/>
          <p:cNvCxnSpPr/>
          <p:nvPr/>
        </p:nvCxnSpPr>
        <p:spPr>
          <a:xfrm>
            <a:off x="0" y="653415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30"/>
          <p:cNvSpPr/>
          <p:nvPr>
            <p:ph idx="2" type="pic"/>
          </p:nvPr>
        </p:nvSpPr>
        <p:spPr>
          <a:xfrm>
            <a:off x="103240" y="0"/>
            <a:ext cx="5615898" cy="6442797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73" name="Google Shape;73;p30"/>
          <p:cNvSpPr txBox="1"/>
          <p:nvPr>
            <p:ph type="title"/>
          </p:nvPr>
        </p:nvSpPr>
        <p:spPr>
          <a:xfrm>
            <a:off x="6201508" y="2686295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9">
  <p:cSld name="Layout09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/>
          <p:nvPr/>
        </p:nvSpPr>
        <p:spPr>
          <a:xfrm>
            <a:off x="4778476" y="819148"/>
            <a:ext cx="7413523" cy="4976967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1"/>
          <p:cNvSpPr txBox="1"/>
          <p:nvPr>
            <p:ph type="title"/>
          </p:nvPr>
        </p:nvSpPr>
        <p:spPr>
          <a:xfrm>
            <a:off x="5153891" y="1316968"/>
            <a:ext cx="6480896" cy="1131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/>
          <p:nvPr>
            <p:ph idx="2" type="pic"/>
          </p:nvPr>
        </p:nvSpPr>
        <p:spPr>
          <a:xfrm>
            <a:off x="0" y="0"/>
            <a:ext cx="4763924" cy="635635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31"/>
          <p:cNvSpPr txBox="1"/>
          <p:nvPr>
            <p:ph idx="1" type="body"/>
          </p:nvPr>
        </p:nvSpPr>
        <p:spPr>
          <a:xfrm>
            <a:off x="5153890" y="2580967"/>
            <a:ext cx="6480897" cy="25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0">
  <p:cSld name="Layout10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/>
          <p:nvPr/>
        </p:nvSpPr>
        <p:spPr>
          <a:xfrm>
            <a:off x="0" y="-13856"/>
            <a:ext cx="8423564" cy="6871855"/>
          </a:xfrm>
          <a:custGeom>
            <a:rect b="b" l="l" r="r" t="t"/>
            <a:pathLst>
              <a:path extrusionOk="0" h="6871855" w="8423564">
                <a:moveTo>
                  <a:pt x="0" y="13855"/>
                </a:moveTo>
                <a:lnTo>
                  <a:pt x="8423564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2"/>
          <p:cNvSpPr txBox="1"/>
          <p:nvPr>
            <p:ph type="title"/>
          </p:nvPr>
        </p:nvSpPr>
        <p:spPr>
          <a:xfrm>
            <a:off x="7120335" y="4237932"/>
            <a:ext cx="4677218" cy="1878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/>
          <p:nvPr>
            <p:ph idx="2" type="pic"/>
          </p:nvPr>
        </p:nvSpPr>
        <p:spPr>
          <a:xfrm>
            <a:off x="0" y="-13856"/>
            <a:ext cx="7647882" cy="6871856"/>
          </a:xfrm>
          <a:prstGeom prst="parallelogram">
            <a:avLst>
              <a:gd fmla="val 33669" name="adj"/>
            </a:avLst>
          </a:prstGeom>
          <a:noFill/>
          <a:ln>
            <a:noFill/>
          </a:ln>
        </p:spPr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1">
  <p:cSld name="Layout11">
    <p:bg>
      <p:bgPr>
        <a:solidFill>
          <a:srgbClr val="6C1D35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2">
  <p:cSld name="Layout1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4"/>
          <p:cNvSpPr/>
          <p:nvPr>
            <p:ph idx="2" type="pic"/>
          </p:nvPr>
        </p:nvSpPr>
        <p:spPr>
          <a:xfrm>
            <a:off x="-1" y="-2358"/>
            <a:ext cx="7753847" cy="6863012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34"/>
          <p:cNvSpPr/>
          <p:nvPr/>
        </p:nvSpPr>
        <p:spPr>
          <a:xfrm>
            <a:off x="9476509" y="1"/>
            <a:ext cx="2715490" cy="6880888"/>
          </a:xfrm>
          <a:prstGeom prst="rect">
            <a:avLst/>
          </a:prstGeom>
          <a:solidFill>
            <a:srgbClr val="4B47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4"/>
          <p:cNvSpPr/>
          <p:nvPr/>
        </p:nvSpPr>
        <p:spPr>
          <a:xfrm rot="10800000">
            <a:off x="5250869" y="-1"/>
            <a:ext cx="6858001" cy="688570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4"/>
          <p:cNvSpPr txBox="1"/>
          <p:nvPr>
            <p:ph type="title"/>
          </p:nvPr>
        </p:nvSpPr>
        <p:spPr>
          <a:xfrm>
            <a:off x="5832762" y="1995054"/>
            <a:ext cx="3768438" cy="3089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3">
  <p:cSld name="Layout13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5"/>
          <p:cNvSpPr/>
          <p:nvPr/>
        </p:nvSpPr>
        <p:spPr>
          <a:xfrm>
            <a:off x="6350" y="1"/>
            <a:ext cx="4329113" cy="6880888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35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>
            <a:off x="0" y="-1"/>
            <a:ext cx="43369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5"/>
          <p:cNvSpPr/>
          <p:nvPr/>
        </p:nvSpPr>
        <p:spPr>
          <a:xfrm>
            <a:off x="1431389" y="0"/>
            <a:ext cx="1662113" cy="68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35"/>
          <p:cNvSpPr txBox="1"/>
          <p:nvPr>
            <p:ph type="title"/>
          </p:nvPr>
        </p:nvSpPr>
        <p:spPr>
          <a:xfrm>
            <a:off x="352821" y="2616709"/>
            <a:ext cx="3523452" cy="105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1" type="body"/>
          </p:nvPr>
        </p:nvSpPr>
        <p:spPr>
          <a:xfrm>
            <a:off x="352821" y="3880241"/>
            <a:ext cx="3523452" cy="1166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b="0" i="0" sz="1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2" name="Google Shape;102;p35"/>
          <p:cNvSpPr/>
          <p:nvPr>
            <p:ph idx="2" type="pic"/>
          </p:nvPr>
        </p:nvSpPr>
        <p:spPr>
          <a:xfrm>
            <a:off x="4322618" y="0"/>
            <a:ext cx="7552707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4">
  <p:cSld name="Layout1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"/>
          <p:cNvSpPr/>
          <p:nvPr/>
        </p:nvSpPr>
        <p:spPr>
          <a:xfrm>
            <a:off x="-324" y="-2845"/>
            <a:ext cx="2589145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>
              <a:alpha val="7647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5">
  <p:cSld name="Layout15">
    <p:bg>
      <p:bgPr>
        <a:solidFill>
          <a:srgbClr val="6C1D3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7"/>
          <p:cNvSpPr/>
          <p:nvPr/>
        </p:nvSpPr>
        <p:spPr>
          <a:xfrm rot="5400000">
            <a:off x="5964357" y="-1538287"/>
            <a:ext cx="134938" cy="3211512"/>
          </a:xfrm>
          <a:prstGeom prst="rect">
            <a:avLst/>
          </a:pr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6">
  <p:cSld name="Layout16">
    <p:bg>
      <p:bgPr>
        <a:solidFill>
          <a:srgbClr val="F2F2F2">
            <a:alpha val="33333"/>
          </a:srgbClr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8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8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8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38"/>
          <p:cNvSpPr txBox="1"/>
          <p:nvPr>
            <p:ph type="title"/>
          </p:nvPr>
        </p:nvSpPr>
        <p:spPr>
          <a:xfrm>
            <a:off x="13893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7">
  <p:cSld name="Layout17">
    <p:bg>
      <p:bgPr>
        <a:solidFill>
          <a:srgbClr val="F2F2F2">
            <a:alpha val="33333"/>
          </a:srgbClr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9"/>
          <p:cNvSpPr/>
          <p:nvPr/>
        </p:nvSpPr>
        <p:spPr>
          <a:xfrm>
            <a:off x="8688288" y="253363"/>
            <a:ext cx="1091121" cy="781258"/>
          </a:xfrm>
          <a:custGeom>
            <a:rect b="b" l="l" r="r" t="t"/>
            <a:pathLst>
              <a:path extrusionOk="0" h="794993" w="1110304">
                <a:moveTo>
                  <a:pt x="0" y="0"/>
                </a:moveTo>
                <a:lnTo>
                  <a:pt x="668996" y="0"/>
                </a:lnTo>
                <a:lnTo>
                  <a:pt x="1110304" y="794993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9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9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9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39"/>
          <p:cNvSpPr txBox="1"/>
          <p:nvPr>
            <p:ph type="title"/>
          </p:nvPr>
        </p:nvSpPr>
        <p:spPr>
          <a:xfrm>
            <a:off x="139109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8">
  <p:cSld name="Layout18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0"/>
          <p:cNvSpPr/>
          <p:nvPr/>
        </p:nvSpPr>
        <p:spPr>
          <a:xfrm flipH="1">
            <a:off x="0" y="0"/>
            <a:ext cx="12192000" cy="6329548"/>
          </a:xfrm>
          <a:custGeom>
            <a:rect b="b" l="l" r="r" t="t"/>
            <a:pathLst>
              <a:path extrusionOk="0" h="10000" w="10003">
                <a:moveTo>
                  <a:pt x="3" y="5641"/>
                </a:moveTo>
                <a:lnTo>
                  <a:pt x="2003" y="0"/>
                </a:ln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-7" y="8290"/>
                  <a:pt x="13" y="7351"/>
                  <a:pt x="3" y="5641"/>
                </a:cubicBezTo>
                <a:close/>
              </a:path>
            </a:pathLst>
          </a:custGeom>
          <a:solidFill>
            <a:srgbClr val="6C1D35"/>
          </a:solidFill>
          <a:ln cap="flat" cmpd="sng" w="12700">
            <a:solidFill>
              <a:srgbClr val="5F19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0"/>
          <p:cNvSpPr txBox="1"/>
          <p:nvPr>
            <p:ph type="title"/>
          </p:nvPr>
        </p:nvSpPr>
        <p:spPr>
          <a:xfrm>
            <a:off x="1804589" y="430242"/>
            <a:ext cx="8686800" cy="966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9">
  <p:cSld name="Layout19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1"/>
          <p:cNvSpPr/>
          <p:nvPr/>
        </p:nvSpPr>
        <p:spPr>
          <a:xfrm>
            <a:off x="0" y="3049589"/>
            <a:ext cx="12192000" cy="3808412"/>
          </a:xfrm>
          <a:prstGeom prst="rect">
            <a:avLst/>
          </a:prstGeom>
          <a:solidFill>
            <a:schemeClr val="lt1">
              <a:alpha val="6823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1"/>
          <p:cNvSpPr/>
          <p:nvPr>
            <p:ph idx="2" type="pic"/>
          </p:nvPr>
        </p:nvSpPr>
        <p:spPr>
          <a:xfrm>
            <a:off x="0" y="-11393"/>
            <a:ext cx="12192000" cy="3060981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4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5" name="Google Shape;135;p42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1">
  <p:cSld name="Layout21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2">
  <p:cSld name="Layout2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44"/>
          <p:cNvSpPr/>
          <p:nvPr/>
        </p:nvSpPr>
        <p:spPr>
          <a:xfrm rot="5400000">
            <a:off x="6013275" y="327219"/>
            <a:ext cx="214683" cy="1164747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45"/>
          <p:cNvSpPr/>
          <p:nvPr/>
        </p:nvSpPr>
        <p:spPr>
          <a:xfrm rot="5400000">
            <a:off x="6070760" y="476921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4">
  <p:cSld name="Layout24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6"/>
          <p:cNvSpPr/>
          <p:nvPr/>
        </p:nvSpPr>
        <p:spPr>
          <a:xfrm>
            <a:off x="0" y="-2845"/>
            <a:ext cx="7528884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7435"/>
            <a:ext cx="6356825" cy="549738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6"/>
          <p:cNvSpPr txBox="1"/>
          <p:nvPr>
            <p:ph type="title"/>
          </p:nvPr>
        </p:nvSpPr>
        <p:spPr>
          <a:xfrm>
            <a:off x="6705600" y="2239645"/>
            <a:ext cx="49834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46"/>
          <p:cNvSpPr/>
          <p:nvPr>
            <p:ph idx="2" type="pic"/>
          </p:nvPr>
        </p:nvSpPr>
        <p:spPr>
          <a:xfrm>
            <a:off x="270294" y="1112838"/>
            <a:ext cx="5810466" cy="32636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5">
  <p:cSld name="Layout25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7"/>
          <p:cNvSpPr/>
          <p:nvPr/>
        </p:nvSpPr>
        <p:spPr>
          <a:xfrm>
            <a:off x="0" y="-2845"/>
            <a:ext cx="7528884" cy="6486772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6" name="Google Shape;156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409" y="2103120"/>
            <a:ext cx="1944123" cy="39560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7"/>
          <p:cNvSpPr/>
          <p:nvPr>
            <p:ph idx="2" type="pic"/>
          </p:nvPr>
        </p:nvSpPr>
        <p:spPr>
          <a:xfrm>
            <a:off x="824948" y="2225675"/>
            <a:ext cx="1709530" cy="3702050"/>
          </a:xfrm>
          <a:prstGeom prst="roundRect">
            <a:avLst>
              <a:gd fmla="val 7790" name="adj"/>
            </a:avLst>
          </a:prstGeom>
          <a:noFill/>
          <a:ln>
            <a:noFill/>
          </a:ln>
        </p:spPr>
      </p:sp>
      <p:pic>
        <p:nvPicPr>
          <p:cNvPr id="158" name="Google Shape;15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7545" y="1816925"/>
            <a:ext cx="3481374" cy="45674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7"/>
          <p:cNvSpPr/>
          <p:nvPr>
            <p:ph idx="3" type="pic"/>
          </p:nvPr>
        </p:nvSpPr>
        <p:spPr>
          <a:xfrm>
            <a:off x="2869284" y="1977842"/>
            <a:ext cx="3185349" cy="4266203"/>
          </a:xfrm>
          <a:prstGeom prst="roundRect">
            <a:avLst>
              <a:gd fmla="val 186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3">
  <p:cSld name="Layout03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/>
          <p:nvPr/>
        </p:nvSpPr>
        <p:spPr>
          <a:xfrm>
            <a:off x="64158" y="507763"/>
            <a:ext cx="325728" cy="327043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7F2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201412" y="344385"/>
            <a:ext cx="638687" cy="64126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4">
  <p:cSld name="Layout04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24"/>
          <p:cNvSpPr/>
          <p:nvPr/>
        </p:nvSpPr>
        <p:spPr>
          <a:xfrm>
            <a:off x="-607982" y="448235"/>
            <a:ext cx="1000815" cy="1004858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4"/>
          <p:cNvSpPr txBox="1"/>
          <p:nvPr>
            <p:ph type="title"/>
          </p:nvPr>
        </p:nvSpPr>
        <p:spPr>
          <a:xfrm>
            <a:off x="497541" y="3113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1" showMasterSp="0">
  <p:cSld name="Layout0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80" name="Google Shape;180;p48"/>
          <p:cNvPicPr preferRelativeResize="0"/>
          <p:nvPr/>
        </p:nvPicPr>
        <p:blipFill rotWithShape="1">
          <a:blip r:embed="rId2">
            <a:alphaModFix amt="63000"/>
          </a:blip>
          <a:srcRect b="0" l="0" r="0" t="0"/>
          <a:stretch/>
        </p:blipFill>
        <p:spPr>
          <a:xfrm flipH="1" rot="10800000">
            <a:off x="1390488" y="0"/>
            <a:ext cx="108015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8"/>
          <p:cNvSpPr/>
          <p:nvPr/>
        </p:nvSpPr>
        <p:spPr>
          <a:xfrm>
            <a:off x="130676" y="0"/>
            <a:ext cx="4712547" cy="6880888"/>
          </a:xfrm>
          <a:prstGeom prst="rect">
            <a:avLst/>
          </a:prstGeom>
          <a:gradFill>
            <a:gsLst>
              <a:gs pos="0">
                <a:srgbClr val="444038"/>
              </a:gs>
              <a:gs pos="100000">
                <a:srgbClr val="102C30"/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8"/>
          <p:cNvSpPr/>
          <p:nvPr/>
        </p:nvSpPr>
        <p:spPr>
          <a:xfrm flipH="1" rot="10800000">
            <a:off x="2395148" y="-4501"/>
            <a:ext cx="4843223" cy="6862501"/>
          </a:xfrm>
          <a:custGeom>
            <a:rect b="b" l="l" r="r" t="t"/>
            <a:pathLst>
              <a:path extrusionOk="0" h="6834887" w="3347129">
                <a:moveTo>
                  <a:pt x="0" y="2327"/>
                </a:moveTo>
                <a:lnTo>
                  <a:pt x="1698434" y="0"/>
                </a:lnTo>
                <a:lnTo>
                  <a:pt x="3347129" y="3429000"/>
                </a:lnTo>
                <a:lnTo>
                  <a:pt x="1712024" y="6828623"/>
                </a:lnTo>
                <a:lnTo>
                  <a:pt x="107546" y="6834887"/>
                </a:lnTo>
                <a:lnTo>
                  <a:pt x="1690835" y="3472890"/>
                </a:lnTo>
                <a:lnTo>
                  <a:pt x="0" y="2327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8"/>
          <p:cNvSpPr txBox="1"/>
          <p:nvPr>
            <p:ph type="title"/>
          </p:nvPr>
        </p:nvSpPr>
        <p:spPr>
          <a:xfrm>
            <a:off x="584603" y="2120702"/>
            <a:ext cx="4120911" cy="2644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8"/>
          <p:cNvSpPr/>
          <p:nvPr/>
        </p:nvSpPr>
        <p:spPr>
          <a:xfrm rot="5400000">
            <a:off x="-765719" y="3361414"/>
            <a:ext cx="1662113" cy="130676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85" name="Google Shape;18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467" y="404628"/>
            <a:ext cx="2133841" cy="7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256" y="6511235"/>
            <a:ext cx="3922822" cy="2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2">
  <p:cSld name="Layout02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49"/>
          <p:cNvSpPr/>
          <p:nvPr/>
        </p:nvSpPr>
        <p:spPr>
          <a:xfrm>
            <a:off x="3400700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9"/>
          <p:cNvSpPr/>
          <p:nvPr/>
        </p:nvSpPr>
        <p:spPr>
          <a:xfrm>
            <a:off x="-237846" y="-3393"/>
            <a:ext cx="3801533" cy="344098"/>
          </a:xfrm>
          <a:custGeom>
            <a:rect b="b" l="l" r="r" t="t"/>
            <a:pathLst>
              <a:path extrusionOk="0" h="791286" w="10556322">
                <a:moveTo>
                  <a:pt x="0" y="0"/>
                </a:moveTo>
                <a:lnTo>
                  <a:pt x="9998765" y="0"/>
                </a:lnTo>
                <a:lnTo>
                  <a:pt x="10556322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9"/>
          <p:cNvSpPr/>
          <p:nvPr/>
        </p:nvSpPr>
        <p:spPr>
          <a:xfrm>
            <a:off x="3724602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5">
  <p:cSld name="Layout05">
    <p:bg>
      <p:bgPr>
        <a:solidFill>
          <a:srgbClr val="6C1D35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50"/>
          <p:cNvCxnSpPr/>
          <p:nvPr/>
        </p:nvCxnSpPr>
        <p:spPr>
          <a:xfrm>
            <a:off x="480645" y="1172309"/>
            <a:ext cx="11711354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50"/>
          <p:cNvSpPr/>
          <p:nvPr/>
        </p:nvSpPr>
        <p:spPr>
          <a:xfrm>
            <a:off x="0" y="1101927"/>
            <a:ext cx="2128058" cy="16625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0"/>
          <p:cNvSpPr txBox="1"/>
          <p:nvPr>
            <p:ph idx="1" type="body"/>
          </p:nvPr>
        </p:nvSpPr>
        <p:spPr>
          <a:xfrm>
            <a:off x="814385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50"/>
          <p:cNvSpPr txBox="1"/>
          <p:nvPr>
            <p:ph type="title"/>
          </p:nvPr>
        </p:nvSpPr>
        <p:spPr>
          <a:xfrm>
            <a:off x="2057393" y="188182"/>
            <a:ext cx="7883842" cy="903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0"/>
          <p:cNvSpPr txBox="1"/>
          <p:nvPr>
            <p:ph idx="2" type="body"/>
          </p:nvPr>
        </p:nvSpPr>
        <p:spPr>
          <a:xfrm>
            <a:off x="4386254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50"/>
          <p:cNvSpPr txBox="1"/>
          <p:nvPr>
            <p:ph idx="3" type="body"/>
          </p:nvPr>
        </p:nvSpPr>
        <p:spPr>
          <a:xfrm>
            <a:off x="7929556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5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6">
  <p:cSld name="Layout06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51"/>
          <p:cNvCxnSpPr/>
          <p:nvPr/>
        </p:nvCxnSpPr>
        <p:spPr>
          <a:xfrm>
            <a:off x="480645" y="1465384"/>
            <a:ext cx="117113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3" name="Google Shape;203;p51"/>
          <p:cNvSpPr txBox="1"/>
          <p:nvPr>
            <p:ph type="title"/>
          </p:nvPr>
        </p:nvSpPr>
        <p:spPr>
          <a:xfrm>
            <a:off x="712787" y="385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1"/>
          <p:cNvSpPr txBox="1"/>
          <p:nvPr>
            <p:ph idx="1" type="body"/>
          </p:nvPr>
        </p:nvSpPr>
        <p:spPr>
          <a:xfrm>
            <a:off x="839788" y="1828799"/>
            <a:ext cx="102615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0" i="0" sz="16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5" name="Google Shape;205;p5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51"/>
          <p:cNvSpPr/>
          <p:nvPr/>
        </p:nvSpPr>
        <p:spPr>
          <a:xfrm>
            <a:off x="0" y="1383280"/>
            <a:ext cx="2128058" cy="16625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7">
  <p:cSld name="Layout07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2"/>
          <p:cNvSpPr/>
          <p:nvPr/>
        </p:nvSpPr>
        <p:spPr>
          <a:xfrm>
            <a:off x="0" y="668539"/>
            <a:ext cx="574431" cy="59372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52"/>
          <p:cNvSpPr/>
          <p:nvPr>
            <p:ph idx="2" type="pic"/>
          </p:nvPr>
        </p:nvSpPr>
        <p:spPr>
          <a:xfrm>
            <a:off x="738551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212" name="Google Shape;212;p52"/>
          <p:cNvSpPr/>
          <p:nvPr>
            <p:ph idx="3" type="pic"/>
          </p:nvPr>
        </p:nvSpPr>
        <p:spPr>
          <a:xfrm>
            <a:off x="4112204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213" name="Google Shape;213;p52"/>
          <p:cNvSpPr/>
          <p:nvPr>
            <p:ph idx="4" type="pic"/>
          </p:nvPr>
        </p:nvSpPr>
        <p:spPr>
          <a:xfrm>
            <a:off x="7504930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8">
  <p:cSld name="Layout08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3"/>
          <p:cNvSpPr/>
          <p:nvPr/>
        </p:nvSpPr>
        <p:spPr>
          <a:xfrm>
            <a:off x="3708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3"/>
          <p:cNvSpPr/>
          <p:nvPr/>
        </p:nvSpPr>
        <p:spPr>
          <a:xfrm rot="10800000">
            <a:off x="4596135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53"/>
          <p:cNvCxnSpPr/>
          <p:nvPr/>
        </p:nvCxnSpPr>
        <p:spPr>
          <a:xfrm>
            <a:off x="0" y="653415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p5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53"/>
          <p:cNvSpPr/>
          <p:nvPr>
            <p:ph idx="2" type="pic"/>
          </p:nvPr>
        </p:nvSpPr>
        <p:spPr>
          <a:xfrm>
            <a:off x="103240" y="0"/>
            <a:ext cx="5615898" cy="6442797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220" name="Google Shape;220;p53"/>
          <p:cNvSpPr txBox="1"/>
          <p:nvPr>
            <p:ph type="title"/>
          </p:nvPr>
        </p:nvSpPr>
        <p:spPr>
          <a:xfrm>
            <a:off x="6201508" y="2686295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9">
  <p:cSld name="Layout0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4"/>
          <p:cNvSpPr/>
          <p:nvPr/>
        </p:nvSpPr>
        <p:spPr>
          <a:xfrm>
            <a:off x="4778476" y="819148"/>
            <a:ext cx="7413523" cy="4976967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4"/>
          <p:cNvSpPr txBox="1"/>
          <p:nvPr>
            <p:ph type="title"/>
          </p:nvPr>
        </p:nvSpPr>
        <p:spPr>
          <a:xfrm>
            <a:off x="5153891" y="1316968"/>
            <a:ext cx="6480896" cy="1131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4"/>
          <p:cNvSpPr/>
          <p:nvPr>
            <p:ph idx="2" type="pic"/>
          </p:nvPr>
        </p:nvSpPr>
        <p:spPr>
          <a:xfrm>
            <a:off x="0" y="0"/>
            <a:ext cx="4763924" cy="635635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54"/>
          <p:cNvSpPr txBox="1"/>
          <p:nvPr>
            <p:ph idx="1" type="body"/>
          </p:nvPr>
        </p:nvSpPr>
        <p:spPr>
          <a:xfrm>
            <a:off x="5153890" y="2580967"/>
            <a:ext cx="6480897" cy="25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5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0">
  <p:cSld name="Layout10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5"/>
          <p:cNvSpPr/>
          <p:nvPr/>
        </p:nvSpPr>
        <p:spPr>
          <a:xfrm>
            <a:off x="0" y="-13856"/>
            <a:ext cx="8423564" cy="6871855"/>
          </a:xfrm>
          <a:custGeom>
            <a:rect b="b" l="l" r="r" t="t"/>
            <a:pathLst>
              <a:path extrusionOk="0" h="6871855" w="8423564">
                <a:moveTo>
                  <a:pt x="0" y="13855"/>
                </a:moveTo>
                <a:lnTo>
                  <a:pt x="8423564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5"/>
          <p:cNvSpPr txBox="1"/>
          <p:nvPr>
            <p:ph type="title"/>
          </p:nvPr>
        </p:nvSpPr>
        <p:spPr>
          <a:xfrm>
            <a:off x="7120335" y="4237932"/>
            <a:ext cx="4677218" cy="1878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5"/>
          <p:cNvSpPr/>
          <p:nvPr>
            <p:ph idx="2" type="pic"/>
          </p:nvPr>
        </p:nvSpPr>
        <p:spPr>
          <a:xfrm>
            <a:off x="0" y="-13856"/>
            <a:ext cx="7647882" cy="6871856"/>
          </a:xfrm>
          <a:prstGeom prst="parallelogram">
            <a:avLst>
              <a:gd fmla="val 33669" name="adj"/>
            </a:avLst>
          </a:prstGeom>
          <a:noFill/>
          <a:ln>
            <a:noFill/>
          </a:ln>
        </p:spPr>
      </p:sp>
      <p:sp>
        <p:nvSpPr>
          <p:cNvPr id="231" name="Google Shape;231;p5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2" name="Google Shape;232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1">
  <p:cSld name="Layout11">
    <p:bg>
      <p:bgPr>
        <a:solidFill>
          <a:srgbClr val="6C1D35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2">
  <p:cSld name="Layout12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7"/>
          <p:cNvSpPr/>
          <p:nvPr>
            <p:ph idx="2" type="pic"/>
          </p:nvPr>
        </p:nvSpPr>
        <p:spPr>
          <a:xfrm>
            <a:off x="-1" y="-2358"/>
            <a:ext cx="7753847" cy="6863012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57"/>
          <p:cNvSpPr/>
          <p:nvPr/>
        </p:nvSpPr>
        <p:spPr>
          <a:xfrm>
            <a:off x="9476509" y="1"/>
            <a:ext cx="2715490" cy="6880888"/>
          </a:xfrm>
          <a:prstGeom prst="rect">
            <a:avLst/>
          </a:prstGeom>
          <a:solidFill>
            <a:srgbClr val="4B47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7"/>
          <p:cNvSpPr/>
          <p:nvPr/>
        </p:nvSpPr>
        <p:spPr>
          <a:xfrm rot="10800000">
            <a:off x="5250869" y="-1"/>
            <a:ext cx="6858001" cy="688570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7"/>
          <p:cNvSpPr txBox="1"/>
          <p:nvPr>
            <p:ph type="title"/>
          </p:nvPr>
        </p:nvSpPr>
        <p:spPr>
          <a:xfrm>
            <a:off x="5832762" y="1995054"/>
            <a:ext cx="3768438" cy="3089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5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3">
  <p:cSld name="Layout13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8"/>
          <p:cNvSpPr/>
          <p:nvPr/>
        </p:nvSpPr>
        <p:spPr>
          <a:xfrm>
            <a:off x="6350" y="1"/>
            <a:ext cx="4329113" cy="6880888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58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>
            <a:off x="0" y="-1"/>
            <a:ext cx="43369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58"/>
          <p:cNvSpPr/>
          <p:nvPr/>
        </p:nvSpPr>
        <p:spPr>
          <a:xfrm>
            <a:off x="1431389" y="0"/>
            <a:ext cx="1662113" cy="68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58"/>
          <p:cNvSpPr txBox="1"/>
          <p:nvPr>
            <p:ph type="title"/>
          </p:nvPr>
        </p:nvSpPr>
        <p:spPr>
          <a:xfrm>
            <a:off x="352821" y="2616709"/>
            <a:ext cx="3523452" cy="105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58"/>
          <p:cNvSpPr txBox="1"/>
          <p:nvPr>
            <p:ph idx="1" type="body"/>
          </p:nvPr>
        </p:nvSpPr>
        <p:spPr>
          <a:xfrm>
            <a:off x="352821" y="3880241"/>
            <a:ext cx="3523452" cy="1166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b="0" i="0" sz="1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9" name="Google Shape;249;p58"/>
          <p:cNvSpPr/>
          <p:nvPr>
            <p:ph idx="2" type="pic"/>
          </p:nvPr>
        </p:nvSpPr>
        <p:spPr>
          <a:xfrm>
            <a:off x="4322618" y="0"/>
            <a:ext cx="7552707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4">
  <p:cSld name="Layout14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9"/>
          <p:cNvSpPr/>
          <p:nvPr/>
        </p:nvSpPr>
        <p:spPr>
          <a:xfrm>
            <a:off x="-324" y="-2845"/>
            <a:ext cx="2589145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>
              <a:alpha val="7647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5">
  <p:cSld name="Layout15">
    <p:bg>
      <p:bgPr>
        <a:solidFill>
          <a:srgbClr val="6C1D3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0"/>
          <p:cNvSpPr/>
          <p:nvPr/>
        </p:nvSpPr>
        <p:spPr>
          <a:xfrm rot="5400000">
            <a:off x="5964357" y="-1538287"/>
            <a:ext cx="134938" cy="3211512"/>
          </a:xfrm>
          <a:prstGeom prst="rect">
            <a:avLst/>
          </a:pr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6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6">
  <p:cSld name="Layout16">
    <p:bg>
      <p:bgPr>
        <a:solidFill>
          <a:srgbClr val="F2F2F2">
            <a:alpha val="33333"/>
          </a:srgbClr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1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1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1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61"/>
          <p:cNvSpPr txBox="1"/>
          <p:nvPr>
            <p:ph type="title"/>
          </p:nvPr>
        </p:nvSpPr>
        <p:spPr>
          <a:xfrm>
            <a:off x="13893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7">
  <p:cSld name="Layout17">
    <p:bg>
      <p:bgPr>
        <a:solidFill>
          <a:srgbClr val="F2F2F2">
            <a:alpha val="33333"/>
          </a:srgbClr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2"/>
          <p:cNvSpPr/>
          <p:nvPr/>
        </p:nvSpPr>
        <p:spPr>
          <a:xfrm>
            <a:off x="8688288" y="253363"/>
            <a:ext cx="1091121" cy="781258"/>
          </a:xfrm>
          <a:custGeom>
            <a:rect b="b" l="l" r="r" t="t"/>
            <a:pathLst>
              <a:path extrusionOk="0" h="794993" w="1110304">
                <a:moveTo>
                  <a:pt x="0" y="0"/>
                </a:moveTo>
                <a:lnTo>
                  <a:pt x="668996" y="0"/>
                </a:lnTo>
                <a:lnTo>
                  <a:pt x="1110304" y="794993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2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2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2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62"/>
          <p:cNvSpPr txBox="1"/>
          <p:nvPr>
            <p:ph type="title"/>
          </p:nvPr>
        </p:nvSpPr>
        <p:spPr>
          <a:xfrm>
            <a:off x="139109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8">
  <p:cSld name="Layout18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3"/>
          <p:cNvSpPr/>
          <p:nvPr/>
        </p:nvSpPr>
        <p:spPr>
          <a:xfrm flipH="1">
            <a:off x="0" y="0"/>
            <a:ext cx="12192000" cy="6329548"/>
          </a:xfrm>
          <a:custGeom>
            <a:rect b="b" l="l" r="r" t="t"/>
            <a:pathLst>
              <a:path extrusionOk="0" h="10000" w="10003">
                <a:moveTo>
                  <a:pt x="3" y="5641"/>
                </a:moveTo>
                <a:lnTo>
                  <a:pt x="2003" y="0"/>
                </a:ln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-7" y="8290"/>
                  <a:pt x="13" y="7351"/>
                  <a:pt x="3" y="5641"/>
                </a:cubicBezTo>
                <a:close/>
              </a:path>
            </a:pathLst>
          </a:custGeom>
          <a:solidFill>
            <a:srgbClr val="6C1D35"/>
          </a:solidFill>
          <a:ln cap="flat" cmpd="sng" w="12700">
            <a:solidFill>
              <a:srgbClr val="5F19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3"/>
          <p:cNvSpPr txBox="1"/>
          <p:nvPr>
            <p:ph type="title"/>
          </p:nvPr>
        </p:nvSpPr>
        <p:spPr>
          <a:xfrm>
            <a:off x="1804589" y="430242"/>
            <a:ext cx="8686800" cy="966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6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9">
  <p:cSld name="Layout19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4"/>
          <p:cNvSpPr/>
          <p:nvPr/>
        </p:nvSpPr>
        <p:spPr>
          <a:xfrm>
            <a:off x="0" y="3049589"/>
            <a:ext cx="12192000" cy="3808412"/>
          </a:xfrm>
          <a:prstGeom prst="rect">
            <a:avLst/>
          </a:prstGeom>
          <a:solidFill>
            <a:schemeClr val="lt1">
              <a:alpha val="6823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4"/>
          <p:cNvSpPr/>
          <p:nvPr>
            <p:ph idx="2" type="pic"/>
          </p:nvPr>
        </p:nvSpPr>
        <p:spPr>
          <a:xfrm>
            <a:off x="0" y="-11393"/>
            <a:ext cx="12192000" cy="3060981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6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6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2" name="Google Shape;282;p65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1">
  <p:cSld name="Layout21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2">
  <p:cSld name="Layout2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6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67"/>
          <p:cNvSpPr/>
          <p:nvPr/>
        </p:nvSpPr>
        <p:spPr>
          <a:xfrm rot="5400000">
            <a:off x="6013275" y="327219"/>
            <a:ext cx="214683" cy="1164747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6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68"/>
          <p:cNvSpPr/>
          <p:nvPr/>
        </p:nvSpPr>
        <p:spPr>
          <a:xfrm rot="5400000">
            <a:off x="6070760" y="476921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4">
  <p:cSld name="Layout2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9"/>
          <p:cNvSpPr/>
          <p:nvPr/>
        </p:nvSpPr>
        <p:spPr>
          <a:xfrm>
            <a:off x="0" y="-2845"/>
            <a:ext cx="7528884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7435"/>
            <a:ext cx="6356825" cy="549738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69"/>
          <p:cNvSpPr txBox="1"/>
          <p:nvPr>
            <p:ph type="title"/>
          </p:nvPr>
        </p:nvSpPr>
        <p:spPr>
          <a:xfrm>
            <a:off x="6705600" y="2239645"/>
            <a:ext cx="49834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6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69"/>
          <p:cNvSpPr/>
          <p:nvPr>
            <p:ph idx="2" type="pic"/>
          </p:nvPr>
        </p:nvSpPr>
        <p:spPr>
          <a:xfrm>
            <a:off x="270294" y="1112838"/>
            <a:ext cx="5810466" cy="32636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5">
  <p:cSld name="Layout25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0"/>
          <p:cNvSpPr/>
          <p:nvPr/>
        </p:nvSpPr>
        <p:spPr>
          <a:xfrm>
            <a:off x="0" y="-2845"/>
            <a:ext cx="7528884" cy="6486772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7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3" name="Google Shape;303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409" y="2103120"/>
            <a:ext cx="1944123" cy="395606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70"/>
          <p:cNvSpPr/>
          <p:nvPr>
            <p:ph idx="2" type="pic"/>
          </p:nvPr>
        </p:nvSpPr>
        <p:spPr>
          <a:xfrm>
            <a:off x="824948" y="2225675"/>
            <a:ext cx="1709530" cy="3702050"/>
          </a:xfrm>
          <a:prstGeom prst="roundRect">
            <a:avLst>
              <a:gd fmla="val 7790" name="adj"/>
            </a:avLst>
          </a:prstGeom>
          <a:noFill/>
          <a:ln>
            <a:noFill/>
          </a:ln>
        </p:spPr>
      </p:sp>
      <p:pic>
        <p:nvPicPr>
          <p:cNvPr id="305" name="Google Shape;30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7545" y="1816925"/>
            <a:ext cx="3481374" cy="456744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0"/>
          <p:cNvSpPr/>
          <p:nvPr>
            <p:ph idx="3" type="pic"/>
          </p:nvPr>
        </p:nvSpPr>
        <p:spPr>
          <a:xfrm>
            <a:off x="2869284" y="1977842"/>
            <a:ext cx="3185349" cy="4266203"/>
          </a:xfrm>
          <a:prstGeom prst="roundRect">
            <a:avLst>
              <a:gd fmla="val 186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6">
  <p:cSld name="Layout26">
    <p:bg>
      <p:bgPr>
        <a:solidFill>
          <a:srgbClr val="F2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1"/>
          <p:cNvSpPr/>
          <p:nvPr/>
        </p:nvSpPr>
        <p:spPr>
          <a:xfrm rot="10800000">
            <a:off x="6096000" y="0"/>
            <a:ext cx="6096000" cy="6871855"/>
          </a:xfrm>
          <a:custGeom>
            <a:rect b="b" l="l" r="r" t="t"/>
            <a:pathLst>
              <a:path extrusionOk="0" h="6871855" w="6096000">
                <a:moveTo>
                  <a:pt x="0" y="13855"/>
                </a:moveTo>
                <a:lnTo>
                  <a:pt x="4544292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71"/>
          <p:cNvPicPr preferRelativeResize="0"/>
          <p:nvPr/>
        </p:nvPicPr>
        <p:blipFill rotWithShape="1">
          <a:blip r:embed="rId2">
            <a:alphaModFix amt="17000"/>
          </a:blip>
          <a:srcRect b="0" l="0" r="0" t="0"/>
          <a:stretch/>
        </p:blipFill>
        <p:spPr>
          <a:xfrm>
            <a:off x="6082780" y="9216"/>
            <a:ext cx="61092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71"/>
          <p:cNvSpPr/>
          <p:nvPr>
            <p:ph idx="2" type="pic"/>
          </p:nvPr>
        </p:nvSpPr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1" showMasterSp="0">
  <p:cSld name="Layout0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322" name="Google Shape;322;g37b29ecf483_2_10"/>
          <p:cNvPicPr preferRelativeResize="0"/>
          <p:nvPr/>
        </p:nvPicPr>
        <p:blipFill rotWithShape="1">
          <a:blip r:embed="rId2">
            <a:alphaModFix amt="63000"/>
          </a:blip>
          <a:srcRect b="0" l="0" r="0" t="0"/>
          <a:stretch/>
        </p:blipFill>
        <p:spPr>
          <a:xfrm flipH="1" rot="10800000">
            <a:off x="1390488" y="0"/>
            <a:ext cx="108015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7b29ecf483_2_10"/>
          <p:cNvSpPr/>
          <p:nvPr/>
        </p:nvSpPr>
        <p:spPr>
          <a:xfrm>
            <a:off x="130676" y="0"/>
            <a:ext cx="4712547" cy="6880888"/>
          </a:xfrm>
          <a:prstGeom prst="rect">
            <a:avLst/>
          </a:prstGeom>
          <a:gradFill>
            <a:gsLst>
              <a:gs pos="0">
                <a:srgbClr val="444038"/>
              </a:gs>
              <a:gs pos="100000">
                <a:srgbClr val="102C30"/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7b29ecf483_2_10"/>
          <p:cNvSpPr/>
          <p:nvPr/>
        </p:nvSpPr>
        <p:spPr>
          <a:xfrm flipH="1" rot="10800000">
            <a:off x="2395148" y="-4501"/>
            <a:ext cx="4843223" cy="6862501"/>
          </a:xfrm>
          <a:custGeom>
            <a:rect b="b" l="l" r="r" t="t"/>
            <a:pathLst>
              <a:path extrusionOk="0" h="6834887" w="3347129">
                <a:moveTo>
                  <a:pt x="0" y="2327"/>
                </a:moveTo>
                <a:lnTo>
                  <a:pt x="1698434" y="0"/>
                </a:lnTo>
                <a:lnTo>
                  <a:pt x="3347129" y="3429000"/>
                </a:lnTo>
                <a:lnTo>
                  <a:pt x="1712024" y="6828623"/>
                </a:lnTo>
                <a:lnTo>
                  <a:pt x="107546" y="6834887"/>
                </a:lnTo>
                <a:lnTo>
                  <a:pt x="1690835" y="3472890"/>
                </a:lnTo>
                <a:lnTo>
                  <a:pt x="0" y="2327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7b29ecf483_2_10"/>
          <p:cNvSpPr txBox="1"/>
          <p:nvPr>
            <p:ph type="title"/>
          </p:nvPr>
        </p:nvSpPr>
        <p:spPr>
          <a:xfrm>
            <a:off x="584603" y="2120702"/>
            <a:ext cx="4120911" cy="2644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g37b29ecf483_2_10"/>
          <p:cNvSpPr/>
          <p:nvPr/>
        </p:nvSpPr>
        <p:spPr>
          <a:xfrm rot="5400000">
            <a:off x="-765719" y="3361414"/>
            <a:ext cx="1662113" cy="130676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327" name="Google Shape;327;g37b29ecf483_2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467" y="404628"/>
            <a:ext cx="2133841" cy="7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37b29ecf483_2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256" y="6511235"/>
            <a:ext cx="3922822" cy="2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3">
  <p:cSld name="Layout03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b29ecf483_2_18"/>
          <p:cNvSpPr/>
          <p:nvPr/>
        </p:nvSpPr>
        <p:spPr>
          <a:xfrm>
            <a:off x="64158" y="507763"/>
            <a:ext cx="325728" cy="327043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7F2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7b29ecf483_2_1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g37b29ecf483_2_18"/>
          <p:cNvSpPr/>
          <p:nvPr/>
        </p:nvSpPr>
        <p:spPr>
          <a:xfrm>
            <a:off x="201412" y="344385"/>
            <a:ext cx="638687" cy="64126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7b29ecf483_2_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4">
  <p:cSld name="Layout04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7b29ecf483_2_2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" name="Google Shape;336;g37b29ecf483_2_23"/>
          <p:cNvSpPr/>
          <p:nvPr/>
        </p:nvSpPr>
        <p:spPr>
          <a:xfrm>
            <a:off x="-607982" y="448235"/>
            <a:ext cx="1000815" cy="1004858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7b29ecf483_2_23"/>
          <p:cNvSpPr txBox="1"/>
          <p:nvPr>
            <p:ph type="title"/>
          </p:nvPr>
        </p:nvSpPr>
        <p:spPr>
          <a:xfrm>
            <a:off x="497541" y="3113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6">
  <p:cSld name="Layout26">
    <p:bg>
      <p:bgPr>
        <a:solidFill>
          <a:srgbClr val="F2F2F2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b29ecf483_2_27"/>
          <p:cNvSpPr/>
          <p:nvPr/>
        </p:nvSpPr>
        <p:spPr>
          <a:xfrm rot="10800000">
            <a:off x="6096000" y="0"/>
            <a:ext cx="6096000" cy="6871855"/>
          </a:xfrm>
          <a:custGeom>
            <a:rect b="b" l="l" r="r" t="t"/>
            <a:pathLst>
              <a:path extrusionOk="0" h="6871855" w="6096000">
                <a:moveTo>
                  <a:pt x="0" y="13855"/>
                </a:moveTo>
                <a:lnTo>
                  <a:pt x="4544292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g37b29ecf483_2_27"/>
          <p:cNvPicPr preferRelativeResize="0"/>
          <p:nvPr/>
        </p:nvPicPr>
        <p:blipFill rotWithShape="1">
          <a:blip r:embed="rId2">
            <a:alphaModFix amt="17000"/>
          </a:blip>
          <a:srcRect b="0" l="0" r="0" t="0"/>
          <a:stretch/>
        </p:blipFill>
        <p:spPr>
          <a:xfrm>
            <a:off x="6082780" y="9216"/>
            <a:ext cx="61092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7b29ecf483_2_27"/>
          <p:cNvSpPr/>
          <p:nvPr>
            <p:ph idx="2" type="pic"/>
          </p:nvPr>
        </p:nvSpPr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2">
  <p:cSld name="Layout02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b29ecf483_2_3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g37b29ecf483_2_31"/>
          <p:cNvSpPr/>
          <p:nvPr/>
        </p:nvSpPr>
        <p:spPr>
          <a:xfrm>
            <a:off x="3400700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7b29ecf483_2_31"/>
          <p:cNvSpPr/>
          <p:nvPr/>
        </p:nvSpPr>
        <p:spPr>
          <a:xfrm>
            <a:off x="-237846" y="-3393"/>
            <a:ext cx="3801533" cy="344098"/>
          </a:xfrm>
          <a:custGeom>
            <a:rect b="b" l="l" r="r" t="t"/>
            <a:pathLst>
              <a:path extrusionOk="0" h="791286" w="10556322">
                <a:moveTo>
                  <a:pt x="0" y="0"/>
                </a:moveTo>
                <a:lnTo>
                  <a:pt x="9998765" y="0"/>
                </a:lnTo>
                <a:lnTo>
                  <a:pt x="10556322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7b29ecf483_2_31"/>
          <p:cNvSpPr/>
          <p:nvPr/>
        </p:nvSpPr>
        <p:spPr>
          <a:xfrm>
            <a:off x="3724602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7b29ecf483_2_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5">
  <p:cSld name="Layout05">
    <p:bg>
      <p:bgPr>
        <a:solidFill>
          <a:srgbClr val="6C1D35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9" name="Google Shape;349;g37b29ecf483_2_37"/>
          <p:cNvCxnSpPr/>
          <p:nvPr/>
        </p:nvCxnSpPr>
        <p:spPr>
          <a:xfrm>
            <a:off x="480645" y="1172309"/>
            <a:ext cx="11711354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0" name="Google Shape;350;g37b29ecf483_2_37"/>
          <p:cNvSpPr/>
          <p:nvPr/>
        </p:nvSpPr>
        <p:spPr>
          <a:xfrm>
            <a:off x="0" y="1101927"/>
            <a:ext cx="2128058" cy="16625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7b29ecf483_2_37"/>
          <p:cNvSpPr txBox="1"/>
          <p:nvPr>
            <p:ph idx="1" type="body"/>
          </p:nvPr>
        </p:nvSpPr>
        <p:spPr>
          <a:xfrm>
            <a:off x="814385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2" name="Google Shape;352;g37b29ecf483_2_37"/>
          <p:cNvSpPr txBox="1"/>
          <p:nvPr>
            <p:ph type="title"/>
          </p:nvPr>
        </p:nvSpPr>
        <p:spPr>
          <a:xfrm>
            <a:off x="2057393" y="188182"/>
            <a:ext cx="7883842" cy="903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g37b29ecf483_2_37"/>
          <p:cNvSpPr txBox="1"/>
          <p:nvPr>
            <p:ph idx="2" type="body"/>
          </p:nvPr>
        </p:nvSpPr>
        <p:spPr>
          <a:xfrm>
            <a:off x="4386254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g37b29ecf483_2_37"/>
          <p:cNvSpPr txBox="1"/>
          <p:nvPr>
            <p:ph idx="3" type="body"/>
          </p:nvPr>
        </p:nvSpPr>
        <p:spPr>
          <a:xfrm>
            <a:off x="7929556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5" name="Google Shape;355;g37b29ecf483_2_3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6">
  <p:cSld name="Layout06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7" name="Google Shape;357;g37b29ecf483_2_45"/>
          <p:cNvCxnSpPr/>
          <p:nvPr/>
        </p:nvCxnSpPr>
        <p:spPr>
          <a:xfrm>
            <a:off x="480645" y="1465384"/>
            <a:ext cx="117113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8" name="Google Shape;358;g37b29ecf483_2_45"/>
          <p:cNvSpPr txBox="1"/>
          <p:nvPr>
            <p:ph type="title"/>
          </p:nvPr>
        </p:nvSpPr>
        <p:spPr>
          <a:xfrm>
            <a:off x="712787" y="385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g37b29ecf483_2_45"/>
          <p:cNvSpPr txBox="1"/>
          <p:nvPr>
            <p:ph idx="1" type="body"/>
          </p:nvPr>
        </p:nvSpPr>
        <p:spPr>
          <a:xfrm>
            <a:off x="839788" y="1828799"/>
            <a:ext cx="102615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0" i="0" sz="16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0" name="Google Shape;360;g37b29ecf483_2_4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g37b29ecf483_2_45"/>
          <p:cNvSpPr/>
          <p:nvPr/>
        </p:nvSpPr>
        <p:spPr>
          <a:xfrm>
            <a:off x="0" y="1383280"/>
            <a:ext cx="2128058" cy="16625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7">
  <p:cSld name="Layout07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7b29ecf483_2_51"/>
          <p:cNvSpPr/>
          <p:nvPr/>
        </p:nvSpPr>
        <p:spPr>
          <a:xfrm>
            <a:off x="0" y="668539"/>
            <a:ext cx="574431" cy="59372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7b29ecf483_2_5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5" name="Google Shape;365;g37b29ecf483_2_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g37b29ecf483_2_51"/>
          <p:cNvSpPr/>
          <p:nvPr>
            <p:ph idx="2" type="pic"/>
          </p:nvPr>
        </p:nvSpPr>
        <p:spPr>
          <a:xfrm>
            <a:off x="738551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367" name="Google Shape;367;g37b29ecf483_2_51"/>
          <p:cNvSpPr/>
          <p:nvPr>
            <p:ph idx="3" type="pic"/>
          </p:nvPr>
        </p:nvSpPr>
        <p:spPr>
          <a:xfrm>
            <a:off x="4112204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368" name="Google Shape;368;g37b29ecf483_2_51"/>
          <p:cNvSpPr/>
          <p:nvPr>
            <p:ph idx="4" type="pic"/>
          </p:nvPr>
        </p:nvSpPr>
        <p:spPr>
          <a:xfrm>
            <a:off x="7504930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8">
  <p:cSld name="Layout08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b29ecf483_2_58"/>
          <p:cNvSpPr/>
          <p:nvPr/>
        </p:nvSpPr>
        <p:spPr>
          <a:xfrm>
            <a:off x="3708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7b29ecf483_2_58"/>
          <p:cNvSpPr/>
          <p:nvPr/>
        </p:nvSpPr>
        <p:spPr>
          <a:xfrm rot="10800000">
            <a:off x="4596135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g37b29ecf483_2_58"/>
          <p:cNvCxnSpPr/>
          <p:nvPr/>
        </p:nvCxnSpPr>
        <p:spPr>
          <a:xfrm>
            <a:off x="0" y="653415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g37b29ecf483_2_5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g37b29ecf483_2_58"/>
          <p:cNvSpPr/>
          <p:nvPr>
            <p:ph idx="2" type="pic"/>
          </p:nvPr>
        </p:nvSpPr>
        <p:spPr>
          <a:xfrm>
            <a:off x="103240" y="0"/>
            <a:ext cx="5615898" cy="6442797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375" name="Google Shape;375;g37b29ecf483_2_58"/>
          <p:cNvSpPr txBox="1"/>
          <p:nvPr>
            <p:ph type="title"/>
          </p:nvPr>
        </p:nvSpPr>
        <p:spPr>
          <a:xfrm>
            <a:off x="6201508" y="2686295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9">
  <p:cSld name="Layout09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b29ecf483_2_65"/>
          <p:cNvSpPr/>
          <p:nvPr/>
        </p:nvSpPr>
        <p:spPr>
          <a:xfrm>
            <a:off x="4778476" y="819148"/>
            <a:ext cx="7413523" cy="4976967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7b29ecf483_2_65"/>
          <p:cNvSpPr txBox="1"/>
          <p:nvPr>
            <p:ph type="title"/>
          </p:nvPr>
        </p:nvSpPr>
        <p:spPr>
          <a:xfrm>
            <a:off x="5153891" y="1316968"/>
            <a:ext cx="6480896" cy="1131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g37b29ecf483_2_65"/>
          <p:cNvSpPr/>
          <p:nvPr>
            <p:ph idx="2" type="pic"/>
          </p:nvPr>
        </p:nvSpPr>
        <p:spPr>
          <a:xfrm>
            <a:off x="0" y="0"/>
            <a:ext cx="4763924" cy="635635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g37b29ecf483_2_65"/>
          <p:cNvSpPr txBox="1"/>
          <p:nvPr>
            <p:ph idx="1" type="body"/>
          </p:nvPr>
        </p:nvSpPr>
        <p:spPr>
          <a:xfrm>
            <a:off x="5153890" y="2580967"/>
            <a:ext cx="6480897" cy="25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g37b29ecf483_2_6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0">
  <p:cSld name="Layout10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7b29ecf483_2_71"/>
          <p:cNvSpPr/>
          <p:nvPr/>
        </p:nvSpPr>
        <p:spPr>
          <a:xfrm>
            <a:off x="0" y="-13856"/>
            <a:ext cx="8423564" cy="6871855"/>
          </a:xfrm>
          <a:custGeom>
            <a:rect b="b" l="l" r="r" t="t"/>
            <a:pathLst>
              <a:path extrusionOk="0" h="6871855" w="8423564">
                <a:moveTo>
                  <a:pt x="0" y="13855"/>
                </a:moveTo>
                <a:lnTo>
                  <a:pt x="8423564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7b29ecf483_2_71"/>
          <p:cNvSpPr txBox="1"/>
          <p:nvPr>
            <p:ph type="title"/>
          </p:nvPr>
        </p:nvSpPr>
        <p:spPr>
          <a:xfrm>
            <a:off x="7120335" y="4237932"/>
            <a:ext cx="4677218" cy="1878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g37b29ecf483_2_71"/>
          <p:cNvSpPr/>
          <p:nvPr>
            <p:ph idx="2" type="pic"/>
          </p:nvPr>
        </p:nvSpPr>
        <p:spPr>
          <a:xfrm>
            <a:off x="0" y="-13856"/>
            <a:ext cx="7647882" cy="6871856"/>
          </a:xfrm>
          <a:prstGeom prst="parallelogram">
            <a:avLst>
              <a:gd fmla="val 33669" name="adj"/>
            </a:avLst>
          </a:prstGeom>
          <a:noFill/>
          <a:ln>
            <a:noFill/>
          </a:ln>
        </p:spPr>
      </p:sp>
      <p:sp>
        <p:nvSpPr>
          <p:cNvPr id="386" name="Google Shape;386;g37b29ecf483_2_7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7" name="Google Shape;387;g37b29ecf483_2_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1">
  <p:cSld name="Layout11">
    <p:bg>
      <p:bgPr>
        <a:solidFill>
          <a:srgbClr val="6C1D35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7b29ecf483_2_7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g37b29ecf483_2_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2">
  <p:cSld name="Layout12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7b29ecf483_2_80"/>
          <p:cNvSpPr/>
          <p:nvPr>
            <p:ph idx="2" type="pic"/>
          </p:nvPr>
        </p:nvSpPr>
        <p:spPr>
          <a:xfrm>
            <a:off x="-1" y="-2358"/>
            <a:ext cx="7753847" cy="6863012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g37b29ecf483_2_80"/>
          <p:cNvSpPr/>
          <p:nvPr/>
        </p:nvSpPr>
        <p:spPr>
          <a:xfrm>
            <a:off x="9476509" y="1"/>
            <a:ext cx="2715490" cy="6880888"/>
          </a:xfrm>
          <a:prstGeom prst="rect">
            <a:avLst/>
          </a:prstGeom>
          <a:solidFill>
            <a:srgbClr val="4B47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7b29ecf483_2_80"/>
          <p:cNvSpPr/>
          <p:nvPr/>
        </p:nvSpPr>
        <p:spPr>
          <a:xfrm rot="10800000">
            <a:off x="5250869" y="-1"/>
            <a:ext cx="6858001" cy="688570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7b29ecf483_2_80"/>
          <p:cNvSpPr txBox="1"/>
          <p:nvPr>
            <p:ph type="title"/>
          </p:nvPr>
        </p:nvSpPr>
        <p:spPr>
          <a:xfrm>
            <a:off x="5832762" y="1995054"/>
            <a:ext cx="3768438" cy="3089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g37b29ecf483_2_8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3">
  <p:cSld name="Layout13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b29ecf483_2_86"/>
          <p:cNvSpPr/>
          <p:nvPr/>
        </p:nvSpPr>
        <p:spPr>
          <a:xfrm>
            <a:off x="6350" y="1"/>
            <a:ext cx="4329113" cy="6880888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g37b29ecf483_2_86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>
            <a:off x="0" y="-1"/>
            <a:ext cx="43369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7b29ecf483_2_86"/>
          <p:cNvSpPr/>
          <p:nvPr/>
        </p:nvSpPr>
        <p:spPr>
          <a:xfrm>
            <a:off x="1431389" y="0"/>
            <a:ext cx="1662113" cy="68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7b29ecf483_2_8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" name="Google Shape;402;g37b29ecf483_2_86"/>
          <p:cNvSpPr txBox="1"/>
          <p:nvPr>
            <p:ph type="title"/>
          </p:nvPr>
        </p:nvSpPr>
        <p:spPr>
          <a:xfrm>
            <a:off x="352821" y="2616709"/>
            <a:ext cx="3523452" cy="105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g37b29ecf483_2_86"/>
          <p:cNvSpPr txBox="1"/>
          <p:nvPr>
            <p:ph idx="1" type="body"/>
          </p:nvPr>
        </p:nvSpPr>
        <p:spPr>
          <a:xfrm>
            <a:off x="352821" y="3880241"/>
            <a:ext cx="3523452" cy="1166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b="0" i="0" sz="1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04" name="Google Shape;404;g37b29ecf483_2_86"/>
          <p:cNvSpPr/>
          <p:nvPr>
            <p:ph idx="2" type="pic"/>
          </p:nvPr>
        </p:nvSpPr>
        <p:spPr>
          <a:xfrm>
            <a:off x="4322618" y="0"/>
            <a:ext cx="7552707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4">
  <p:cSld name="Layout14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b29ecf483_2_94"/>
          <p:cNvSpPr/>
          <p:nvPr/>
        </p:nvSpPr>
        <p:spPr>
          <a:xfrm>
            <a:off x="-324" y="-2845"/>
            <a:ext cx="2589145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>
              <a:alpha val="7686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7b29ecf483_2_9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8" name="Google Shape;408;g37b29ecf483_2_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5">
  <p:cSld name="Layout15">
    <p:bg>
      <p:bgPr>
        <a:solidFill>
          <a:srgbClr val="6C1D35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b29ecf483_2_98"/>
          <p:cNvSpPr/>
          <p:nvPr/>
        </p:nvSpPr>
        <p:spPr>
          <a:xfrm rot="5400000">
            <a:off x="5964357" y="-1538287"/>
            <a:ext cx="134938" cy="3211512"/>
          </a:xfrm>
          <a:prstGeom prst="rect">
            <a:avLst/>
          </a:pr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7b29ecf483_2_9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g37b29ecf483_2_9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6">
  <p:cSld name="Layout16">
    <p:bg>
      <p:bgPr>
        <a:solidFill>
          <a:srgbClr val="F2F2F2">
            <a:alpha val="33725"/>
          </a:srgbClr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7b29ecf483_2_102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7b29ecf483_2_102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7b29ecf483_2_102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7b29ecf483_2_10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8" name="Google Shape;418;g37b29ecf483_2_102"/>
          <p:cNvSpPr txBox="1"/>
          <p:nvPr>
            <p:ph type="title"/>
          </p:nvPr>
        </p:nvSpPr>
        <p:spPr>
          <a:xfrm>
            <a:off x="13893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7">
  <p:cSld name="Layout17">
    <p:bg>
      <p:bgPr>
        <a:solidFill>
          <a:srgbClr val="F2F2F2">
            <a:alpha val="33725"/>
          </a:srgbClr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7b29ecf483_2_108"/>
          <p:cNvSpPr/>
          <p:nvPr/>
        </p:nvSpPr>
        <p:spPr>
          <a:xfrm>
            <a:off x="8688288" y="253363"/>
            <a:ext cx="1091121" cy="781258"/>
          </a:xfrm>
          <a:custGeom>
            <a:rect b="b" l="l" r="r" t="t"/>
            <a:pathLst>
              <a:path extrusionOk="0" h="794993" w="1110304">
                <a:moveTo>
                  <a:pt x="0" y="0"/>
                </a:moveTo>
                <a:lnTo>
                  <a:pt x="668996" y="0"/>
                </a:lnTo>
                <a:lnTo>
                  <a:pt x="1110304" y="794993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7b29ecf483_2_108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7b29ecf483_2_108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7b29ecf483_2_108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7b29ecf483_2_10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g37b29ecf483_2_108"/>
          <p:cNvSpPr txBox="1"/>
          <p:nvPr>
            <p:ph type="title"/>
          </p:nvPr>
        </p:nvSpPr>
        <p:spPr>
          <a:xfrm>
            <a:off x="139109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8">
  <p:cSld name="Layout18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b29ecf483_2_115"/>
          <p:cNvSpPr/>
          <p:nvPr/>
        </p:nvSpPr>
        <p:spPr>
          <a:xfrm flipH="1">
            <a:off x="0" y="0"/>
            <a:ext cx="12192000" cy="6329548"/>
          </a:xfrm>
          <a:custGeom>
            <a:rect b="b" l="l" r="r" t="t"/>
            <a:pathLst>
              <a:path extrusionOk="0" h="10000" w="10003">
                <a:moveTo>
                  <a:pt x="3" y="5641"/>
                </a:moveTo>
                <a:lnTo>
                  <a:pt x="2003" y="0"/>
                </a:ln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-7" y="8290"/>
                  <a:pt x="13" y="7351"/>
                  <a:pt x="3" y="5641"/>
                </a:cubicBezTo>
                <a:close/>
              </a:path>
            </a:pathLst>
          </a:custGeom>
          <a:solidFill>
            <a:srgbClr val="6C1D35"/>
          </a:solidFill>
          <a:ln cap="flat" cmpd="sng" w="12700">
            <a:solidFill>
              <a:srgbClr val="5F19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7b29ecf483_2_115"/>
          <p:cNvSpPr txBox="1"/>
          <p:nvPr>
            <p:ph type="title"/>
          </p:nvPr>
        </p:nvSpPr>
        <p:spPr>
          <a:xfrm>
            <a:off x="1804589" y="430242"/>
            <a:ext cx="8686800" cy="966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g37b29ecf483_2_11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9">
  <p:cSld name="Layout19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7b29ecf483_2_119"/>
          <p:cNvSpPr/>
          <p:nvPr/>
        </p:nvSpPr>
        <p:spPr>
          <a:xfrm>
            <a:off x="0" y="3049589"/>
            <a:ext cx="12192000" cy="3808412"/>
          </a:xfrm>
          <a:prstGeom prst="rect">
            <a:avLst/>
          </a:prstGeom>
          <a:solidFill>
            <a:schemeClr val="lt1">
              <a:alpha val="6862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7b29ecf483_2_119"/>
          <p:cNvSpPr/>
          <p:nvPr>
            <p:ph idx="2" type="pic"/>
          </p:nvPr>
        </p:nvSpPr>
        <p:spPr>
          <a:xfrm>
            <a:off x="0" y="-11393"/>
            <a:ext cx="12192000" cy="3060981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g37b29ecf483_2_11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7b29ecf483_2_1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g37b29ecf483_2_12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7" name="Google Shape;437;g37b29ecf483_2_123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1">
  <p:cSld name="Layout21">
    <p:bg>
      <p:bgPr>
        <a:solidFill>
          <a:schemeClr val="lt1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7b29ecf483_2_12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2">
  <p:cSld name="Layout22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7b29ecf483_2_1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g37b29ecf483_2_12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g37b29ecf483_2_129"/>
          <p:cNvSpPr/>
          <p:nvPr/>
        </p:nvSpPr>
        <p:spPr>
          <a:xfrm rot="5400000">
            <a:off x="6013275" y="327219"/>
            <a:ext cx="214683" cy="1164747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7b29ecf483_2_1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g37b29ecf483_2_13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7" name="Google Shape;447;g37b29ecf483_2_133"/>
          <p:cNvSpPr/>
          <p:nvPr/>
        </p:nvSpPr>
        <p:spPr>
          <a:xfrm rot="5400000">
            <a:off x="6070760" y="476921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4">
  <p:cSld name="Layout24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7b29ecf483_2_137"/>
          <p:cNvSpPr/>
          <p:nvPr/>
        </p:nvSpPr>
        <p:spPr>
          <a:xfrm>
            <a:off x="0" y="-2845"/>
            <a:ext cx="7528884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g37b29ecf483_2_1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7435"/>
            <a:ext cx="6356825" cy="549738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7b29ecf483_2_137"/>
          <p:cNvSpPr txBox="1"/>
          <p:nvPr>
            <p:ph type="title"/>
          </p:nvPr>
        </p:nvSpPr>
        <p:spPr>
          <a:xfrm>
            <a:off x="6705600" y="2239645"/>
            <a:ext cx="49834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g37b29ecf483_2_13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g37b29ecf483_2_137"/>
          <p:cNvSpPr/>
          <p:nvPr>
            <p:ph idx="2" type="pic"/>
          </p:nvPr>
        </p:nvSpPr>
        <p:spPr>
          <a:xfrm>
            <a:off x="270294" y="1112838"/>
            <a:ext cx="5810466" cy="32636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5">
  <p:cSld name="Layout25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7b29ecf483_2_143"/>
          <p:cNvSpPr/>
          <p:nvPr/>
        </p:nvSpPr>
        <p:spPr>
          <a:xfrm>
            <a:off x="0" y="-2845"/>
            <a:ext cx="7528884" cy="6486772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7b29ecf483_2_1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g37b29ecf483_2_14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8" name="Google Shape;458;g37b29ecf483_2_1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409" y="2103120"/>
            <a:ext cx="1944123" cy="3956064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7b29ecf483_2_143"/>
          <p:cNvSpPr/>
          <p:nvPr>
            <p:ph idx="2" type="pic"/>
          </p:nvPr>
        </p:nvSpPr>
        <p:spPr>
          <a:xfrm>
            <a:off x="824948" y="2225675"/>
            <a:ext cx="1709530" cy="3702050"/>
          </a:xfrm>
          <a:prstGeom prst="roundRect">
            <a:avLst>
              <a:gd fmla="val 7790" name="adj"/>
            </a:avLst>
          </a:prstGeom>
          <a:noFill/>
          <a:ln>
            <a:noFill/>
          </a:ln>
        </p:spPr>
      </p:sp>
      <p:pic>
        <p:nvPicPr>
          <p:cNvPr id="460" name="Google Shape;460;g37b29ecf483_2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7545" y="1816925"/>
            <a:ext cx="3481374" cy="4567444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g37b29ecf483_2_143"/>
          <p:cNvSpPr/>
          <p:nvPr>
            <p:ph idx="3" type="pic"/>
          </p:nvPr>
        </p:nvSpPr>
        <p:spPr>
          <a:xfrm>
            <a:off x="2869284" y="1977842"/>
            <a:ext cx="3185349" cy="4266203"/>
          </a:xfrm>
          <a:prstGeom prst="roundRect">
            <a:avLst>
              <a:gd fmla="val 186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3">
  <p:cSld name="Layout03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7b29ecf483_2_172"/>
          <p:cNvSpPr/>
          <p:nvPr/>
        </p:nvSpPr>
        <p:spPr>
          <a:xfrm>
            <a:off x="64158" y="507763"/>
            <a:ext cx="325728" cy="327043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7F2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7b29ecf483_2_17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g37b29ecf483_2_172"/>
          <p:cNvSpPr/>
          <p:nvPr/>
        </p:nvSpPr>
        <p:spPr>
          <a:xfrm>
            <a:off x="201412" y="344385"/>
            <a:ext cx="638687" cy="64126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7b29ecf483_2_1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4">
  <p:cSld name="Layout04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7b29ecf483_2_17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9" name="Google Shape;479;g37b29ecf483_2_177"/>
          <p:cNvSpPr/>
          <p:nvPr/>
        </p:nvSpPr>
        <p:spPr>
          <a:xfrm>
            <a:off x="-607982" y="448235"/>
            <a:ext cx="1000815" cy="1004858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7b29ecf483_2_177"/>
          <p:cNvSpPr txBox="1"/>
          <p:nvPr>
            <p:ph type="title"/>
          </p:nvPr>
        </p:nvSpPr>
        <p:spPr>
          <a:xfrm>
            <a:off x="497541" y="3113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1" showMasterSp="0">
  <p:cSld name="Layout0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482" name="Google Shape;482;g37b29ecf483_2_181"/>
          <p:cNvPicPr preferRelativeResize="0"/>
          <p:nvPr/>
        </p:nvPicPr>
        <p:blipFill rotWithShape="1">
          <a:blip r:embed="rId2">
            <a:alphaModFix amt="63000"/>
          </a:blip>
          <a:srcRect b="0" l="0" r="0" t="0"/>
          <a:stretch/>
        </p:blipFill>
        <p:spPr>
          <a:xfrm flipH="1" rot="10800000">
            <a:off x="1390488" y="0"/>
            <a:ext cx="108015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37b29ecf483_2_181"/>
          <p:cNvSpPr/>
          <p:nvPr/>
        </p:nvSpPr>
        <p:spPr>
          <a:xfrm>
            <a:off x="130676" y="0"/>
            <a:ext cx="4712547" cy="6880888"/>
          </a:xfrm>
          <a:prstGeom prst="rect">
            <a:avLst/>
          </a:prstGeom>
          <a:gradFill>
            <a:gsLst>
              <a:gs pos="0">
                <a:srgbClr val="444038"/>
              </a:gs>
              <a:gs pos="100000">
                <a:srgbClr val="102C30"/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7b29ecf483_2_181"/>
          <p:cNvSpPr/>
          <p:nvPr/>
        </p:nvSpPr>
        <p:spPr>
          <a:xfrm flipH="1" rot="10800000">
            <a:off x="2395148" y="-4501"/>
            <a:ext cx="4843223" cy="6862501"/>
          </a:xfrm>
          <a:custGeom>
            <a:rect b="b" l="l" r="r" t="t"/>
            <a:pathLst>
              <a:path extrusionOk="0" h="6834887" w="3347129">
                <a:moveTo>
                  <a:pt x="0" y="2327"/>
                </a:moveTo>
                <a:lnTo>
                  <a:pt x="1698434" y="0"/>
                </a:lnTo>
                <a:lnTo>
                  <a:pt x="3347129" y="3429000"/>
                </a:lnTo>
                <a:lnTo>
                  <a:pt x="1712024" y="6828623"/>
                </a:lnTo>
                <a:lnTo>
                  <a:pt x="107546" y="6834887"/>
                </a:lnTo>
                <a:lnTo>
                  <a:pt x="1690835" y="3472890"/>
                </a:lnTo>
                <a:lnTo>
                  <a:pt x="0" y="2327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7b29ecf483_2_181"/>
          <p:cNvSpPr txBox="1"/>
          <p:nvPr>
            <p:ph type="title"/>
          </p:nvPr>
        </p:nvSpPr>
        <p:spPr>
          <a:xfrm>
            <a:off x="584603" y="2120702"/>
            <a:ext cx="4120911" cy="2644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g37b29ecf483_2_181"/>
          <p:cNvSpPr/>
          <p:nvPr/>
        </p:nvSpPr>
        <p:spPr>
          <a:xfrm rot="5400000">
            <a:off x="-765719" y="3361414"/>
            <a:ext cx="1662113" cy="130676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487" name="Google Shape;487;g37b29ecf483_2_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467" y="404628"/>
            <a:ext cx="2133841" cy="7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g37b29ecf483_2_1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256" y="6511235"/>
            <a:ext cx="3922822" cy="2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2">
  <p:cSld name="Layout02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7b29ecf483_2_18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1" name="Google Shape;491;g37b29ecf483_2_189"/>
          <p:cNvSpPr/>
          <p:nvPr/>
        </p:nvSpPr>
        <p:spPr>
          <a:xfrm>
            <a:off x="3400700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7b29ecf483_2_189"/>
          <p:cNvSpPr/>
          <p:nvPr/>
        </p:nvSpPr>
        <p:spPr>
          <a:xfrm>
            <a:off x="-237846" y="-3393"/>
            <a:ext cx="3801533" cy="344098"/>
          </a:xfrm>
          <a:custGeom>
            <a:rect b="b" l="l" r="r" t="t"/>
            <a:pathLst>
              <a:path extrusionOk="0" h="791286" w="10556322">
                <a:moveTo>
                  <a:pt x="0" y="0"/>
                </a:moveTo>
                <a:lnTo>
                  <a:pt x="9998765" y="0"/>
                </a:lnTo>
                <a:lnTo>
                  <a:pt x="10556322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7b29ecf483_2_189"/>
          <p:cNvSpPr/>
          <p:nvPr/>
        </p:nvSpPr>
        <p:spPr>
          <a:xfrm>
            <a:off x="3724602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7b29ecf483_2_1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5">
  <p:cSld name="Layout05">
    <p:bg>
      <p:bgPr>
        <a:solidFill>
          <a:srgbClr val="6C1D35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6" name="Google Shape;496;g37b29ecf483_2_195"/>
          <p:cNvCxnSpPr/>
          <p:nvPr/>
        </p:nvCxnSpPr>
        <p:spPr>
          <a:xfrm>
            <a:off x="480645" y="1172309"/>
            <a:ext cx="11711354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7" name="Google Shape;497;g37b29ecf483_2_195"/>
          <p:cNvSpPr/>
          <p:nvPr/>
        </p:nvSpPr>
        <p:spPr>
          <a:xfrm>
            <a:off x="0" y="1101927"/>
            <a:ext cx="2128058" cy="16625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7b29ecf483_2_195"/>
          <p:cNvSpPr txBox="1"/>
          <p:nvPr>
            <p:ph idx="1" type="body"/>
          </p:nvPr>
        </p:nvSpPr>
        <p:spPr>
          <a:xfrm>
            <a:off x="814385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9" name="Google Shape;499;g37b29ecf483_2_195"/>
          <p:cNvSpPr txBox="1"/>
          <p:nvPr>
            <p:ph type="title"/>
          </p:nvPr>
        </p:nvSpPr>
        <p:spPr>
          <a:xfrm>
            <a:off x="2057393" y="188182"/>
            <a:ext cx="7883842" cy="903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g37b29ecf483_2_195"/>
          <p:cNvSpPr txBox="1"/>
          <p:nvPr>
            <p:ph idx="2" type="body"/>
          </p:nvPr>
        </p:nvSpPr>
        <p:spPr>
          <a:xfrm>
            <a:off x="4386254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1" name="Google Shape;501;g37b29ecf483_2_195"/>
          <p:cNvSpPr txBox="1"/>
          <p:nvPr>
            <p:ph idx="3" type="body"/>
          </p:nvPr>
        </p:nvSpPr>
        <p:spPr>
          <a:xfrm>
            <a:off x="7929556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2" name="Google Shape;502;g37b29ecf483_2_19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6">
  <p:cSld name="Layout06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4" name="Google Shape;504;g37b29ecf483_2_203"/>
          <p:cNvCxnSpPr/>
          <p:nvPr/>
        </p:nvCxnSpPr>
        <p:spPr>
          <a:xfrm>
            <a:off x="480645" y="1465384"/>
            <a:ext cx="117113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5" name="Google Shape;505;g37b29ecf483_2_203"/>
          <p:cNvSpPr txBox="1"/>
          <p:nvPr>
            <p:ph type="title"/>
          </p:nvPr>
        </p:nvSpPr>
        <p:spPr>
          <a:xfrm>
            <a:off x="712787" y="385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g37b29ecf483_2_203"/>
          <p:cNvSpPr txBox="1"/>
          <p:nvPr>
            <p:ph idx="1" type="body"/>
          </p:nvPr>
        </p:nvSpPr>
        <p:spPr>
          <a:xfrm>
            <a:off x="839788" y="1828799"/>
            <a:ext cx="102615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0" i="0" sz="16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7" name="Google Shape;507;g37b29ecf483_2_20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8" name="Google Shape;508;g37b29ecf483_2_203"/>
          <p:cNvSpPr/>
          <p:nvPr/>
        </p:nvSpPr>
        <p:spPr>
          <a:xfrm>
            <a:off x="0" y="1383280"/>
            <a:ext cx="2128058" cy="16625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7">
  <p:cSld name="Layout07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7b29ecf483_2_209"/>
          <p:cNvSpPr/>
          <p:nvPr/>
        </p:nvSpPr>
        <p:spPr>
          <a:xfrm>
            <a:off x="0" y="668539"/>
            <a:ext cx="574431" cy="59372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7b29ecf483_2_20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2" name="Google Shape;512;g37b29ecf483_2_20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g37b29ecf483_2_209"/>
          <p:cNvSpPr/>
          <p:nvPr>
            <p:ph idx="2" type="pic"/>
          </p:nvPr>
        </p:nvSpPr>
        <p:spPr>
          <a:xfrm>
            <a:off x="738551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514" name="Google Shape;514;g37b29ecf483_2_209"/>
          <p:cNvSpPr/>
          <p:nvPr>
            <p:ph idx="3" type="pic"/>
          </p:nvPr>
        </p:nvSpPr>
        <p:spPr>
          <a:xfrm>
            <a:off x="4112204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515" name="Google Shape;515;g37b29ecf483_2_209"/>
          <p:cNvSpPr/>
          <p:nvPr>
            <p:ph idx="4" type="pic"/>
          </p:nvPr>
        </p:nvSpPr>
        <p:spPr>
          <a:xfrm>
            <a:off x="7504930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8">
  <p:cSld name="Layout08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7b29ecf483_2_216"/>
          <p:cNvSpPr/>
          <p:nvPr/>
        </p:nvSpPr>
        <p:spPr>
          <a:xfrm>
            <a:off x="3708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7b29ecf483_2_216"/>
          <p:cNvSpPr/>
          <p:nvPr/>
        </p:nvSpPr>
        <p:spPr>
          <a:xfrm rot="10800000">
            <a:off x="4596135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9" name="Google Shape;519;g37b29ecf483_2_216"/>
          <p:cNvCxnSpPr/>
          <p:nvPr/>
        </p:nvCxnSpPr>
        <p:spPr>
          <a:xfrm>
            <a:off x="0" y="653415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0" name="Google Shape;520;g37b29ecf483_2_21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1" name="Google Shape;521;g37b29ecf483_2_216"/>
          <p:cNvSpPr/>
          <p:nvPr>
            <p:ph idx="2" type="pic"/>
          </p:nvPr>
        </p:nvSpPr>
        <p:spPr>
          <a:xfrm>
            <a:off x="103240" y="0"/>
            <a:ext cx="5615898" cy="6442797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522" name="Google Shape;522;g37b29ecf483_2_216"/>
          <p:cNvSpPr txBox="1"/>
          <p:nvPr>
            <p:ph type="title"/>
          </p:nvPr>
        </p:nvSpPr>
        <p:spPr>
          <a:xfrm>
            <a:off x="6201508" y="2686295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9">
  <p:cSld name="Layout09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7b29ecf483_2_223"/>
          <p:cNvSpPr/>
          <p:nvPr/>
        </p:nvSpPr>
        <p:spPr>
          <a:xfrm>
            <a:off x="4778476" y="819148"/>
            <a:ext cx="7413523" cy="4976967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7b29ecf483_2_223"/>
          <p:cNvSpPr txBox="1"/>
          <p:nvPr>
            <p:ph type="title"/>
          </p:nvPr>
        </p:nvSpPr>
        <p:spPr>
          <a:xfrm>
            <a:off x="5153891" y="1316968"/>
            <a:ext cx="6480896" cy="1131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g37b29ecf483_2_223"/>
          <p:cNvSpPr/>
          <p:nvPr>
            <p:ph idx="2" type="pic"/>
          </p:nvPr>
        </p:nvSpPr>
        <p:spPr>
          <a:xfrm>
            <a:off x="0" y="0"/>
            <a:ext cx="4763924" cy="635635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g37b29ecf483_2_223"/>
          <p:cNvSpPr txBox="1"/>
          <p:nvPr>
            <p:ph idx="1" type="body"/>
          </p:nvPr>
        </p:nvSpPr>
        <p:spPr>
          <a:xfrm>
            <a:off x="5153890" y="2580967"/>
            <a:ext cx="6480897" cy="25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8" name="Google Shape;528;g37b29ecf483_2_22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0">
  <p:cSld name="Layout10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7b29ecf483_2_229"/>
          <p:cNvSpPr/>
          <p:nvPr/>
        </p:nvSpPr>
        <p:spPr>
          <a:xfrm>
            <a:off x="0" y="-13856"/>
            <a:ext cx="8423564" cy="6871855"/>
          </a:xfrm>
          <a:custGeom>
            <a:rect b="b" l="l" r="r" t="t"/>
            <a:pathLst>
              <a:path extrusionOk="0" h="6871855" w="8423564">
                <a:moveTo>
                  <a:pt x="0" y="13855"/>
                </a:moveTo>
                <a:lnTo>
                  <a:pt x="8423564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7b29ecf483_2_229"/>
          <p:cNvSpPr txBox="1"/>
          <p:nvPr>
            <p:ph type="title"/>
          </p:nvPr>
        </p:nvSpPr>
        <p:spPr>
          <a:xfrm>
            <a:off x="7120335" y="4237932"/>
            <a:ext cx="4677218" cy="1878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g37b29ecf483_2_229"/>
          <p:cNvSpPr/>
          <p:nvPr>
            <p:ph idx="2" type="pic"/>
          </p:nvPr>
        </p:nvSpPr>
        <p:spPr>
          <a:xfrm>
            <a:off x="0" y="-13856"/>
            <a:ext cx="7647882" cy="6871856"/>
          </a:xfrm>
          <a:prstGeom prst="parallelogram">
            <a:avLst>
              <a:gd fmla="val 33669" name="adj"/>
            </a:avLst>
          </a:prstGeom>
          <a:noFill/>
          <a:ln>
            <a:noFill/>
          </a:ln>
        </p:spPr>
      </p:sp>
      <p:sp>
        <p:nvSpPr>
          <p:cNvPr id="533" name="Google Shape;533;g37b29ecf483_2_22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4" name="Google Shape;534;g37b29ecf483_2_2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1">
  <p:cSld name="Layout11">
    <p:bg>
      <p:bgPr>
        <a:solidFill>
          <a:srgbClr val="6C1D35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7b29ecf483_2_23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" name="Google Shape;537;g37b29ecf483_2_2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2">
  <p:cSld name="Layout12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7b29ecf483_2_238"/>
          <p:cNvSpPr/>
          <p:nvPr>
            <p:ph idx="2" type="pic"/>
          </p:nvPr>
        </p:nvSpPr>
        <p:spPr>
          <a:xfrm>
            <a:off x="-1" y="-2358"/>
            <a:ext cx="7753847" cy="6863012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g37b29ecf483_2_238"/>
          <p:cNvSpPr/>
          <p:nvPr/>
        </p:nvSpPr>
        <p:spPr>
          <a:xfrm>
            <a:off x="9476509" y="1"/>
            <a:ext cx="2715490" cy="6880888"/>
          </a:xfrm>
          <a:prstGeom prst="rect">
            <a:avLst/>
          </a:prstGeom>
          <a:solidFill>
            <a:srgbClr val="4B47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7b29ecf483_2_238"/>
          <p:cNvSpPr/>
          <p:nvPr/>
        </p:nvSpPr>
        <p:spPr>
          <a:xfrm rot="10800000">
            <a:off x="5250869" y="-1"/>
            <a:ext cx="6858001" cy="688570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7b29ecf483_2_238"/>
          <p:cNvSpPr txBox="1"/>
          <p:nvPr>
            <p:ph type="title"/>
          </p:nvPr>
        </p:nvSpPr>
        <p:spPr>
          <a:xfrm>
            <a:off x="5832762" y="1995054"/>
            <a:ext cx="3768438" cy="3089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g37b29ecf483_2_23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3">
  <p:cSld name="Layout13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7b29ecf483_2_244"/>
          <p:cNvSpPr/>
          <p:nvPr/>
        </p:nvSpPr>
        <p:spPr>
          <a:xfrm>
            <a:off x="6350" y="1"/>
            <a:ext cx="4329113" cy="6880888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6" name="Google Shape;546;g37b29ecf483_2_244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>
            <a:off x="0" y="-1"/>
            <a:ext cx="43369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37b29ecf483_2_244"/>
          <p:cNvSpPr/>
          <p:nvPr/>
        </p:nvSpPr>
        <p:spPr>
          <a:xfrm>
            <a:off x="1431389" y="0"/>
            <a:ext cx="1662113" cy="68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7b29ecf483_2_24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9" name="Google Shape;549;g37b29ecf483_2_244"/>
          <p:cNvSpPr txBox="1"/>
          <p:nvPr>
            <p:ph type="title"/>
          </p:nvPr>
        </p:nvSpPr>
        <p:spPr>
          <a:xfrm>
            <a:off x="352821" y="2616709"/>
            <a:ext cx="3523452" cy="105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g37b29ecf483_2_244"/>
          <p:cNvSpPr txBox="1"/>
          <p:nvPr>
            <p:ph idx="1" type="body"/>
          </p:nvPr>
        </p:nvSpPr>
        <p:spPr>
          <a:xfrm>
            <a:off x="352821" y="3880241"/>
            <a:ext cx="3523452" cy="1166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b="0" i="0" sz="1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51" name="Google Shape;551;g37b29ecf483_2_244"/>
          <p:cNvSpPr/>
          <p:nvPr>
            <p:ph idx="2" type="pic"/>
          </p:nvPr>
        </p:nvSpPr>
        <p:spPr>
          <a:xfrm>
            <a:off x="4322618" y="0"/>
            <a:ext cx="7552707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4">
  <p:cSld name="Layout14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7b29ecf483_2_252"/>
          <p:cNvSpPr/>
          <p:nvPr/>
        </p:nvSpPr>
        <p:spPr>
          <a:xfrm>
            <a:off x="-324" y="-2845"/>
            <a:ext cx="2589145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>
              <a:alpha val="7686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7b29ecf483_2_25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5" name="Google Shape;555;g37b29ecf483_2_2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5">
  <p:cSld name="Layout15">
    <p:bg>
      <p:bgPr>
        <a:solidFill>
          <a:srgbClr val="6C1D35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7b29ecf483_2_256"/>
          <p:cNvSpPr/>
          <p:nvPr/>
        </p:nvSpPr>
        <p:spPr>
          <a:xfrm rot="5400000">
            <a:off x="5964357" y="-1538287"/>
            <a:ext cx="134938" cy="3211512"/>
          </a:xfrm>
          <a:prstGeom prst="rect">
            <a:avLst/>
          </a:pr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7b29ecf483_2_2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g37b29ecf483_2_25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6">
  <p:cSld name="Layout16">
    <p:bg>
      <p:bgPr>
        <a:solidFill>
          <a:srgbClr val="F2F2F2">
            <a:alpha val="33725"/>
          </a:srgbClr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7b29ecf483_2_260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7b29ecf483_2_260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7b29ecf483_2_260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7b29ecf483_2_26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5" name="Google Shape;565;g37b29ecf483_2_260"/>
          <p:cNvSpPr txBox="1"/>
          <p:nvPr>
            <p:ph type="title"/>
          </p:nvPr>
        </p:nvSpPr>
        <p:spPr>
          <a:xfrm>
            <a:off x="13893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7">
  <p:cSld name="Layout17">
    <p:bg>
      <p:bgPr>
        <a:solidFill>
          <a:srgbClr val="F2F2F2">
            <a:alpha val="33725"/>
          </a:srgbClr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7b29ecf483_2_266"/>
          <p:cNvSpPr/>
          <p:nvPr/>
        </p:nvSpPr>
        <p:spPr>
          <a:xfrm>
            <a:off x="8688288" y="253363"/>
            <a:ext cx="1091121" cy="781258"/>
          </a:xfrm>
          <a:custGeom>
            <a:rect b="b" l="l" r="r" t="t"/>
            <a:pathLst>
              <a:path extrusionOk="0" h="794993" w="1110304">
                <a:moveTo>
                  <a:pt x="0" y="0"/>
                </a:moveTo>
                <a:lnTo>
                  <a:pt x="668996" y="0"/>
                </a:lnTo>
                <a:lnTo>
                  <a:pt x="1110304" y="794993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7b29ecf483_2_266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7b29ecf483_2_266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7b29ecf483_2_266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7b29ecf483_2_26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2" name="Google Shape;572;g37b29ecf483_2_266"/>
          <p:cNvSpPr txBox="1"/>
          <p:nvPr>
            <p:ph type="title"/>
          </p:nvPr>
        </p:nvSpPr>
        <p:spPr>
          <a:xfrm>
            <a:off x="139109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8">
  <p:cSld name="Layout18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7b29ecf483_2_273"/>
          <p:cNvSpPr/>
          <p:nvPr/>
        </p:nvSpPr>
        <p:spPr>
          <a:xfrm flipH="1">
            <a:off x="0" y="0"/>
            <a:ext cx="12192000" cy="6329548"/>
          </a:xfrm>
          <a:custGeom>
            <a:rect b="b" l="l" r="r" t="t"/>
            <a:pathLst>
              <a:path extrusionOk="0" h="10000" w="10003">
                <a:moveTo>
                  <a:pt x="3" y="5641"/>
                </a:moveTo>
                <a:lnTo>
                  <a:pt x="2003" y="0"/>
                </a:ln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-7" y="8290"/>
                  <a:pt x="13" y="7351"/>
                  <a:pt x="3" y="5641"/>
                </a:cubicBezTo>
                <a:close/>
              </a:path>
            </a:pathLst>
          </a:custGeom>
          <a:solidFill>
            <a:srgbClr val="6C1D35"/>
          </a:solidFill>
          <a:ln cap="flat" cmpd="sng" w="12700">
            <a:solidFill>
              <a:srgbClr val="5F19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7b29ecf483_2_273"/>
          <p:cNvSpPr txBox="1"/>
          <p:nvPr>
            <p:ph type="title"/>
          </p:nvPr>
        </p:nvSpPr>
        <p:spPr>
          <a:xfrm>
            <a:off x="1804589" y="430242"/>
            <a:ext cx="8686800" cy="966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6" name="Google Shape;576;g37b29ecf483_2_27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9">
  <p:cSld name="Layout19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7b29ecf483_2_277"/>
          <p:cNvSpPr/>
          <p:nvPr/>
        </p:nvSpPr>
        <p:spPr>
          <a:xfrm>
            <a:off x="0" y="3049589"/>
            <a:ext cx="12192000" cy="3808412"/>
          </a:xfrm>
          <a:prstGeom prst="rect">
            <a:avLst/>
          </a:prstGeom>
          <a:solidFill>
            <a:schemeClr val="lt1">
              <a:alpha val="6862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7b29ecf483_2_277"/>
          <p:cNvSpPr/>
          <p:nvPr>
            <p:ph idx="2" type="pic"/>
          </p:nvPr>
        </p:nvSpPr>
        <p:spPr>
          <a:xfrm>
            <a:off x="0" y="-11393"/>
            <a:ext cx="12192000" cy="3060981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g37b29ecf483_2_27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7b29ecf483_2_2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g37b29ecf483_2_28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84" name="Google Shape;584;g37b29ecf483_2_281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1">
  <p:cSld name="Layout21">
    <p:bg>
      <p:bgPr>
        <a:solidFill>
          <a:schemeClr val="lt1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7b29ecf483_2_28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2">
  <p:cSld name="Layout22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7b29ecf483_2_2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g37b29ecf483_2_28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0" name="Google Shape;590;g37b29ecf483_2_287"/>
          <p:cNvSpPr/>
          <p:nvPr/>
        </p:nvSpPr>
        <p:spPr>
          <a:xfrm rot="5400000">
            <a:off x="6013275" y="327219"/>
            <a:ext cx="214683" cy="1164747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7b29ecf483_2_2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g37b29ecf483_2_29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4" name="Google Shape;594;g37b29ecf483_2_291"/>
          <p:cNvSpPr/>
          <p:nvPr/>
        </p:nvSpPr>
        <p:spPr>
          <a:xfrm rot="5400000">
            <a:off x="6070760" y="476921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4">
  <p:cSld name="Layout24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7b29ecf483_2_295"/>
          <p:cNvSpPr/>
          <p:nvPr/>
        </p:nvSpPr>
        <p:spPr>
          <a:xfrm>
            <a:off x="0" y="-2845"/>
            <a:ext cx="7528884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7" name="Google Shape;597;g37b29ecf483_2_2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7435"/>
            <a:ext cx="6356825" cy="5497382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g37b29ecf483_2_295"/>
          <p:cNvSpPr txBox="1"/>
          <p:nvPr>
            <p:ph type="title"/>
          </p:nvPr>
        </p:nvSpPr>
        <p:spPr>
          <a:xfrm>
            <a:off x="6705600" y="2239645"/>
            <a:ext cx="49834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9" name="Google Shape;599;g37b29ecf483_2_29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0" name="Google Shape;600;g37b29ecf483_2_295"/>
          <p:cNvSpPr/>
          <p:nvPr>
            <p:ph idx="2" type="pic"/>
          </p:nvPr>
        </p:nvSpPr>
        <p:spPr>
          <a:xfrm>
            <a:off x="270294" y="1112838"/>
            <a:ext cx="5810466" cy="32636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5">
  <p:cSld name="Layout25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7b29ecf483_2_301"/>
          <p:cNvSpPr/>
          <p:nvPr/>
        </p:nvSpPr>
        <p:spPr>
          <a:xfrm>
            <a:off x="0" y="-2845"/>
            <a:ext cx="7528884" cy="6486772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7b29ecf483_2_30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4" name="Google Shape;604;g37b29ecf483_2_30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5" name="Google Shape;605;g37b29ecf483_2_3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409" y="2103120"/>
            <a:ext cx="1944123" cy="3956064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37b29ecf483_2_301"/>
          <p:cNvSpPr/>
          <p:nvPr>
            <p:ph idx="2" type="pic"/>
          </p:nvPr>
        </p:nvSpPr>
        <p:spPr>
          <a:xfrm>
            <a:off x="824948" y="2225675"/>
            <a:ext cx="1709530" cy="3702050"/>
          </a:xfrm>
          <a:prstGeom prst="roundRect">
            <a:avLst>
              <a:gd fmla="val 7790" name="adj"/>
            </a:avLst>
          </a:prstGeom>
          <a:noFill/>
          <a:ln>
            <a:noFill/>
          </a:ln>
        </p:spPr>
      </p:sp>
      <p:pic>
        <p:nvPicPr>
          <p:cNvPr id="607" name="Google Shape;607;g37b29ecf483_2_3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7545" y="1816925"/>
            <a:ext cx="3481374" cy="4567444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7b29ecf483_2_301"/>
          <p:cNvSpPr/>
          <p:nvPr>
            <p:ph idx="3" type="pic"/>
          </p:nvPr>
        </p:nvSpPr>
        <p:spPr>
          <a:xfrm>
            <a:off x="2869284" y="1977842"/>
            <a:ext cx="3185349" cy="4266203"/>
          </a:xfrm>
          <a:prstGeom prst="roundRect">
            <a:avLst>
              <a:gd fmla="val 186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6">
  <p:cSld name="Layout26">
    <p:bg>
      <p:bgPr>
        <a:solidFill>
          <a:srgbClr val="F2F2F2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7b29ecf483_2_309"/>
          <p:cNvSpPr/>
          <p:nvPr/>
        </p:nvSpPr>
        <p:spPr>
          <a:xfrm rot="10800000">
            <a:off x="6096000" y="0"/>
            <a:ext cx="6096000" cy="6871855"/>
          </a:xfrm>
          <a:custGeom>
            <a:rect b="b" l="l" r="r" t="t"/>
            <a:pathLst>
              <a:path extrusionOk="0" h="6871855" w="6096000">
                <a:moveTo>
                  <a:pt x="0" y="13855"/>
                </a:moveTo>
                <a:lnTo>
                  <a:pt x="4544292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1" name="Google Shape;611;g37b29ecf483_2_309"/>
          <p:cNvPicPr preferRelativeResize="0"/>
          <p:nvPr/>
        </p:nvPicPr>
        <p:blipFill rotWithShape="1">
          <a:blip r:embed="rId2">
            <a:alphaModFix amt="17000"/>
          </a:blip>
          <a:srcRect b="0" l="0" r="0" t="0"/>
          <a:stretch/>
        </p:blipFill>
        <p:spPr>
          <a:xfrm>
            <a:off x="6082780" y="9216"/>
            <a:ext cx="61092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g37b29ecf483_2_309"/>
          <p:cNvSpPr/>
          <p:nvPr>
            <p:ph idx="2" type="pic"/>
          </p:nvPr>
        </p:nvSpPr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5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29" Type="http://schemas.openxmlformats.org/officeDocument/2006/relationships/theme" Target="../theme/theme5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7.xml"/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1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29" Type="http://schemas.openxmlformats.org/officeDocument/2006/relationships/theme" Target="../theme/theme3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2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3.xml"/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7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29" Type="http://schemas.openxmlformats.org/officeDocument/2006/relationships/theme" Target="../theme/theme4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68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98.xml"/><Relationship Id="rId21" Type="http://schemas.openxmlformats.org/officeDocument/2006/relationships/slideLayout" Target="../slideLayouts/slideLayout97.xml"/><Relationship Id="rId24" Type="http://schemas.openxmlformats.org/officeDocument/2006/relationships/slideLayout" Target="../slideLayouts/slideLayout100.xml"/><Relationship Id="rId23" Type="http://schemas.openxmlformats.org/officeDocument/2006/relationships/slideLayout" Target="../slideLayouts/slideLayout99.xml"/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9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26" Type="http://schemas.openxmlformats.org/officeDocument/2006/relationships/slideLayout" Target="../slideLayouts/slideLayout102.xml"/><Relationship Id="rId25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4.xml"/><Relationship Id="rId27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2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83.xml"/><Relationship Id="rId8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1.xml"/><Relationship Id="rId14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92.xml"/><Relationship Id="rId19" Type="http://schemas.openxmlformats.org/officeDocument/2006/relationships/slideLayout" Target="../slideLayouts/slideLayout95.xml"/><Relationship Id="rId18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33333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628226" y="6484103"/>
            <a:ext cx="3185744" cy="212676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18"/>
          <p:cNvCxnSpPr/>
          <p:nvPr/>
        </p:nvCxnSpPr>
        <p:spPr>
          <a:xfrm>
            <a:off x="0" y="6580451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" name="Google Shape;12;p18"/>
          <p:cNvSpPr/>
          <p:nvPr/>
        </p:nvSpPr>
        <p:spPr>
          <a:xfrm>
            <a:off x="10637134" y="6470465"/>
            <a:ext cx="756421" cy="260177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8"/>
          <p:cNvSpPr/>
          <p:nvPr/>
        </p:nvSpPr>
        <p:spPr>
          <a:xfrm>
            <a:off x="10328961" y="1"/>
            <a:ext cx="1860468" cy="780222"/>
          </a:xfrm>
          <a:custGeom>
            <a:rect b="b" l="l" r="r" t="t"/>
            <a:pathLst>
              <a:path extrusionOk="0" h="997527" w="1860468">
                <a:moveTo>
                  <a:pt x="0" y="0"/>
                </a:moveTo>
                <a:lnTo>
                  <a:pt x="1860468" y="0"/>
                </a:lnTo>
                <a:lnTo>
                  <a:pt x="1860468" y="997527"/>
                </a:lnTo>
                <a:lnTo>
                  <a:pt x="521805" y="9975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8" name="Google Shape;1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2685" y="161365"/>
            <a:ext cx="1344353" cy="4541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33333"/>
          </a:srgbClr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628226" y="6484103"/>
            <a:ext cx="3185744" cy="212676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21"/>
          <p:cNvCxnSpPr/>
          <p:nvPr/>
        </p:nvCxnSpPr>
        <p:spPr>
          <a:xfrm>
            <a:off x="0" y="6580451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21"/>
          <p:cNvSpPr/>
          <p:nvPr/>
        </p:nvSpPr>
        <p:spPr>
          <a:xfrm>
            <a:off x="10637134" y="6470465"/>
            <a:ext cx="756421" cy="260177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7" name="Google Shape;167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/>
          <p:nvPr/>
        </p:nvSpPr>
        <p:spPr>
          <a:xfrm>
            <a:off x="10328961" y="1"/>
            <a:ext cx="1860468" cy="780222"/>
          </a:xfrm>
          <a:custGeom>
            <a:rect b="b" l="l" r="r" t="t"/>
            <a:pathLst>
              <a:path extrusionOk="0" h="997527" w="1860468">
                <a:moveTo>
                  <a:pt x="0" y="0"/>
                </a:moveTo>
                <a:lnTo>
                  <a:pt x="1860468" y="0"/>
                </a:lnTo>
                <a:lnTo>
                  <a:pt x="1860468" y="997527"/>
                </a:lnTo>
                <a:lnTo>
                  <a:pt x="521805" y="9975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69" name="Google Shape;16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2685" y="161365"/>
            <a:ext cx="1344353" cy="4541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33725"/>
          </a:srgbClr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b29ecf483_2_0"/>
          <p:cNvSpPr/>
          <p:nvPr/>
        </p:nvSpPr>
        <p:spPr>
          <a:xfrm>
            <a:off x="628226" y="6484103"/>
            <a:ext cx="3185744" cy="212676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g37b29ecf483_2_0"/>
          <p:cNvCxnSpPr/>
          <p:nvPr/>
        </p:nvCxnSpPr>
        <p:spPr>
          <a:xfrm>
            <a:off x="0" y="6580451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" name="Google Shape;314;g37b29ecf483_2_0"/>
          <p:cNvSpPr/>
          <p:nvPr/>
        </p:nvSpPr>
        <p:spPr>
          <a:xfrm>
            <a:off x="10637134" y="6470465"/>
            <a:ext cx="756421" cy="260177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7b29ecf483_2_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6" name="Google Shape;316;g37b29ecf483_2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7" name="Google Shape;317;g37b29ecf483_2_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8" name="Google Shape;318;g37b29ecf483_2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7b29ecf483_2_0"/>
          <p:cNvSpPr/>
          <p:nvPr/>
        </p:nvSpPr>
        <p:spPr>
          <a:xfrm>
            <a:off x="10328961" y="1"/>
            <a:ext cx="1860468" cy="780222"/>
          </a:xfrm>
          <a:custGeom>
            <a:rect b="b" l="l" r="r" t="t"/>
            <a:pathLst>
              <a:path extrusionOk="0" h="997527" w="1860468">
                <a:moveTo>
                  <a:pt x="0" y="0"/>
                </a:moveTo>
                <a:lnTo>
                  <a:pt x="1860468" y="0"/>
                </a:lnTo>
                <a:lnTo>
                  <a:pt x="1860468" y="997527"/>
                </a:lnTo>
                <a:lnTo>
                  <a:pt x="521805" y="9975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320" name="Google Shape;320;g37b29ecf483_2_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2685" y="161365"/>
            <a:ext cx="1344353" cy="4541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33725"/>
          </a:srgbClr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7b29ecf483_2_162"/>
          <p:cNvSpPr/>
          <p:nvPr/>
        </p:nvSpPr>
        <p:spPr>
          <a:xfrm>
            <a:off x="628226" y="6484103"/>
            <a:ext cx="3185744" cy="212676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g37b29ecf483_2_162"/>
          <p:cNvCxnSpPr/>
          <p:nvPr/>
        </p:nvCxnSpPr>
        <p:spPr>
          <a:xfrm>
            <a:off x="0" y="6580451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5" name="Google Shape;465;g37b29ecf483_2_162"/>
          <p:cNvSpPr/>
          <p:nvPr/>
        </p:nvSpPr>
        <p:spPr>
          <a:xfrm>
            <a:off x="10637134" y="6470465"/>
            <a:ext cx="756421" cy="260177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7b29ecf483_2_1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7" name="Google Shape;467;g37b29ecf483_2_16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8" name="Google Shape;468;g37b29ecf483_2_16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9" name="Google Shape;469;g37b29ecf483_2_16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7b29ecf483_2_162"/>
          <p:cNvSpPr/>
          <p:nvPr/>
        </p:nvSpPr>
        <p:spPr>
          <a:xfrm>
            <a:off x="10328961" y="1"/>
            <a:ext cx="1860468" cy="780222"/>
          </a:xfrm>
          <a:custGeom>
            <a:rect b="b" l="l" r="r" t="t"/>
            <a:pathLst>
              <a:path extrusionOk="0" h="997527" w="1860468">
                <a:moveTo>
                  <a:pt x="0" y="0"/>
                </a:moveTo>
                <a:lnTo>
                  <a:pt x="1860468" y="0"/>
                </a:lnTo>
                <a:lnTo>
                  <a:pt x="1860468" y="997527"/>
                </a:lnTo>
                <a:lnTo>
                  <a:pt x="521805" y="9975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471" name="Google Shape;471;g37b29ecf483_2_1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2685" y="161365"/>
            <a:ext cx="1344353" cy="4541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57.png"/><Relationship Id="rId5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7.png"/><Relationship Id="rId4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3.jpg"/><Relationship Id="rId4" Type="http://schemas.openxmlformats.org/officeDocument/2006/relationships/image" Target="../media/image49.png"/><Relationship Id="rId9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6.png"/><Relationship Id="rId7" Type="http://schemas.openxmlformats.org/officeDocument/2006/relationships/image" Target="../media/image51.png"/><Relationship Id="rId8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"/>
          <p:cNvSpPr txBox="1"/>
          <p:nvPr>
            <p:ph type="title"/>
          </p:nvPr>
        </p:nvSpPr>
        <p:spPr>
          <a:xfrm>
            <a:off x="584825" y="1827525"/>
            <a:ext cx="5511300" cy="3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Practical Application of Agile PM Principles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7b29ecf483_2_15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3" name="Google Shape;623;g37b29ecf483_2_156"/>
          <p:cNvSpPr txBox="1"/>
          <p:nvPr>
            <p:ph type="title"/>
          </p:nvPr>
        </p:nvSpPr>
        <p:spPr>
          <a:xfrm>
            <a:off x="994775" y="245875"/>
            <a:ext cx="105156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624" name="Google Shape;624;g37b29ecf483_2_156"/>
          <p:cNvSpPr txBox="1"/>
          <p:nvPr/>
        </p:nvSpPr>
        <p:spPr>
          <a:xfrm>
            <a:off x="1247575" y="1348685"/>
            <a:ext cx="92178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●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DSDM Practice : MoSCoW Prioritization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Introduction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The MoSCoW Rules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MoSCow relating to a Specific Timeframe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" name="Google Shape;625;g37b29ecf483_2_156"/>
          <p:cNvSpPr txBox="1"/>
          <p:nvPr/>
        </p:nvSpPr>
        <p:spPr>
          <a:xfrm>
            <a:off x="1247575" y="3505235"/>
            <a:ext cx="92178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●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DSDM Practice : Timeboxing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Timeboxing Options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The Daily Stand Up (Scrum)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Char char="○"/>
            </a:pPr>
            <a:r>
              <a:rPr lang="en-US" sz="2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Timeboxes - The Wider Context</a:t>
            </a:r>
            <a:endParaRPr sz="28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7b29ecf483_0_5"/>
          <p:cNvSpPr txBox="1"/>
          <p:nvPr>
            <p:ph type="title"/>
          </p:nvPr>
        </p:nvSpPr>
        <p:spPr>
          <a:xfrm>
            <a:off x="584825" y="1827525"/>
            <a:ext cx="5305500" cy="3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DSDM Practice : MoSCoW Prioritisation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455c474be7_0_0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6" name="Google Shape;636;g3455c474be7_0_0"/>
          <p:cNvSpPr txBox="1"/>
          <p:nvPr>
            <p:ph type="title"/>
          </p:nvPr>
        </p:nvSpPr>
        <p:spPr>
          <a:xfrm>
            <a:off x="994775" y="214575"/>
            <a:ext cx="105156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DSDM Practice - MoSCoW Prioritisation</a:t>
            </a:r>
            <a:endParaRPr/>
          </a:p>
        </p:txBody>
      </p:sp>
      <p:sp>
        <p:nvSpPr>
          <p:cNvPr id="637" name="Google Shape;637;g3455c474be7_0_0"/>
          <p:cNvSpPr txBox="1"/>
          <p:nvPr/>
        </p:nvSpPr>
        <p:spPr>
          <a:xfrm>
            <a:off x="1231900" y="1156335"/>
            <a:ext cx="9217800" cy="5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30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43308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b="1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ust have = Minimum Usable SubseT (Guaranteed)</a:t>
            </a:r>
            <a:endParaRPr b="1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	</a:t>
            </a:r>
            <a:r>
              <a:rPr lang="en-US" sz="23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Without</a:t>
            </a:r>
            <a:r>
              <a:rPr b="0" i="0" lang="en-US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this requirement . no point on this date or not 		legal or unsafe or not a viable solution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30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43308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b="1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hould have</a:t>
            </a: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i="0" lang="en-US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Important but not vital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	</a:t>
            </a:r>
            <a:r>
              <a:rPr b="0" i="0" lang="en-US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May be painful to leave out but solution still viable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	May need workaround, which may be temporary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30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43308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b="1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ould have</a:t>
            </a: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i="0" lang="en-US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Wanted or desirable but less important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	Less impact if left out (compared with a Should)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30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4330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30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43308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b="1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on't have this time</a:t>
            </a:r>
            <a:endParaRPr b="1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	</a:t>
            </a:r>
            <a:r>
              <a:rPr b="0" i="0" lang="en-US" sz="23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Will not be delivered in this timeframe</a:t>
            </a:r>
            <a:endParaRPr b="0" i="0" sz="23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38" name="Google Shape;638;g3455c474be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5200" y="1156325"/>
            <a:ext cx="1438225" cy="50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4" name="Google Shape;644;p3"/>
          <p:cNvSpPr txBox="1"/>
          <p:nvPr>
            <p:ph type="title"/>
          </p:nvPr>
        </p:nvSpPr>
        <p:spPr>
          <a:xfrm>
            <a:off x="838200" y="239875"/>
            <a:ext cx="105156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MoSCoW Relating to a Specific Timeframe</a:t>
            </a:r>
            <a:endParaRPr/>
          </a:p>
        </p:txBody>
      </p:sp>
      <p:pic>
        <p:nvPicPr>
          <p:cNvPr id="645" name="Google Shape;6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6265" y="1281430"/>
            <a:ext cx="5919470" cy="4552315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"/>
          <p:cNvSpPr/>
          <p:nvPr/>
        </p:nvSpPr>
        <p:spPr>
          <a:xfrm>
            <a:off x="5112385" y="2500630"/>
            <a:ext cx="1334135" cy="134175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"/>
          <p:cNvSpPr/>
          <p:nvPr/>
        </p:nvSpPr>
        <p:spPr>
          <a:xfrm>
            <a:off x="5220970" y="4613275"/>
            <a:ext cx="1334135" cy="134175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3" name="Google Shape;653;p4"/>
          <p:cNvSpPr txBox="1"/>
          <p:nvPr>
            <p:ph type="title"/>
          </p:nvPr>
        </p:nvSpPr>
        <p:spPr>
          <a:xfrm>
            <a:off x="650265" y="436400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Making MoSCoW Work</a:t>
            </a:r>
            <a:endParaRPr/>
          </a:p>
        </p:txBody>
      </p:sp>
      <p:sp>
        <p:nvSpPr>
          <p:cNvPr id="654" name="Google Shape;654;p4"/>
          <p:cNvSpPr txBox="1"/>
          <p:nvPr/>
        </p:nvSpPr>
        <p:spPr>
          <a:xfrm>
            <a:off x="650275" y="1465975"/>
            <a:ext cx="75105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Agree up-front how priorities will work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Must Haves non-negotiable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Should Haves and Could Haves are subjective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571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Discussion facilitated by the Project Manager and    Business Analyst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Majority of prioritisation starts at Foundations but priorities continually reviewed - they change over time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When new requirements added, check impact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On project and on balance of MoSCoW effort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55" name="Google Shape;65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0775" y="1964125"/>
            <a:ext cx="3669750" cy="292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455c474be7_0_8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1" name="Google Shape;661;g3455c474be7_0_8"/>
          <p:cNvSpPr txBox="1"/>
          <p:nvPr>
            <p:ph type="title"/>
          </p:nvPr>
        </p:nvSpPr>
        <p:spPr>
          <a:xfrm>
            <a:off x="650265" y="436400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Making MoSCoW Work</a:t>
            </a:r>
            <a:endParaRPr/>
          </a:p>
        </p:txBody>
      </p:sp>
      <p:sp>
        <p:nvSpPr>
          <p:cNvPr id="662" name="Google Shape;662;g3455c474be7_0_8"/>
          <p:cNvSpPr txBox="1"/>
          <p:nvPr/>
        </p:nvSpPr>
        <p:spPr>
          <a:xfrm>
            <a:off x="650285" y="1575585"/>
            <a:ext cx="9908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Lato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At end of Increment, all requirements not met are re-prioritised according to the need of the next Increment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Lato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Use MoSCoW to manage business expectations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High % of Should Haves and Could Haves provide optimum contingency to ensure delivery of Must Haves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Lato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PM responsible for ensuring Delivery Plan is realistic and achievable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8" name="Google Shape;668;p5"/>
          <p:cNvSpPr txBox="1"/>
          <p:nvPr>
            <p:ph type="title"/>
          </p:nvPr>
        </p:nvSpPr>
        <p:spPr>
          <a:xfrm>
            <a:off x="591765" y="456750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Prioritisation - Who Decides?</a:t>
            </a:r>
            <a:endParaRPr/>
          </a:p>
        </p:txBody>
      </p:sp>
      <p:sp>
        <p:nvSpPr>
          <p:cNvPr id="669" name="Google Shape;669;p5"/>
          <p:cNvSpPr txBox="1"/>
          <p:nvPr/>
        </p:nvSpPr>
        <p:spPr>
          <a:xfrm>
            <a:off x="591774" y="1168475"/>
            <a:ext cx="106434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Lato"/>
              <a:buChar char="•"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Are all Must Haves non-negotiable?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Must Have = "Deliver this or we cancel the project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PM or Business Analyst may challenge less obvious Must Haves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Can this requirement be broken down further?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A high-level Must may contain a mix of Musts, Shoulds, Coulds, Won'ts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Lato"/>
              <a:buChar char="•"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Business Visionary and Ambassador have final say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Lato"/>
              <a:buChar char="•"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The Business Sponsor perspective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Expects all Must Haves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Typically also expects most / all Should Haves to be delivered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DSDM's recommended % split gives at least 20% "contingency" for Could Haves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NB 10% contingency is the normal contingency on traditional projects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70" name="Google Shape;67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7875" y="3499494"/>
            <a:ext cx="2434475" cy="2069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6" name="Google Shape;676;p6"/>
          <p:cNvSpPr txBox="1"/>
          <p:nvPr>
            <p:ph type="title"/>
          </p:nvPr>
        </p:nvSpPr>
        <p:spPr>
          <a:xfrm>
            <a:off x="529165" y="504675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Assigning Priorities - AgilePM Top Tips</a:t>
            </a:r>
            <a:endParaRPr/>
          </a:p>
        </p:txBody>
      </p:sp>
      <p:sp>
        <p:nvSpPr>
          <p:cNvPr id="677" name="Google Shape;677;p6"/>
          <p:cNvSpPr txBox="1"/>
          <p:nvPr/>
        </p:nvSpPr>
        <p:spPr>
          <a:xfrm>
            <a:off x="529175" y="1579875"/>
            <a:ext cx="103716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Ensure business roles understand why and how DSDM priorities requirements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Consider starting all requirements as Won't Have, then justify why priority is higher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Question Must Haves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"If on night before Deployment, this requirement is not ready, would you cancel project?"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"Is there a workaround, even if it is painful?" If Yes, then it is not a Must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Ask why this requirement is needed? For Project? For Increment?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455c474be7_0_17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3" name="Google Shape;683;g3455c474be7_0_17"/>
          <p:cNvSpPr txBox="1"/>
          <p:nvPr>
            <p:ph type="title"/>
          </p:nvPr>
        </p:nvSpPr>
        <p:spPr>
          <a:xfrm>
            <a:off x="529165" y="504675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Assigning Priorities - AgilePM Top Tips</a:t>
            </a:r>
            <a:endParaRPr/>
          </a:p>
        </p:txBody>
      </p:sp>
      <p:sp>
        <p:nvSpPr>
          <p:cNvPr id="684" name="Google Shape;684;g3455c474be7_0_17"/>
          <p:cNvSpPr txBox="1"/>
          <p:nvPr/>
        </p:nvSpPr>
        <p:spPr>
          <a:xfrm>
            <a:off x="529174" y="1454775"/>
            <a:ext cx="105156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Is this requirement dependent on completion of other requirements?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A Must cannot depend on a Should Have, Could Have or Won't Have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Allow for different priorities of acceptance criteria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Can this requirement be decomposed?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Decomposed elements may have different priorities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Tie requirements to a project objective :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If objective not a Must, then requirement cannot be a Must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MoSCoW helps prevent effort spent on "interesting" rather than "important" things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85" name="Google Shape;685;g3455c474be7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738" y="2463825"/>
            <a:ext cx="2486025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7b29ecf483_0_9"/>
          <p:cNvSpPr txBox="1"/>
          <p:nvPr>
            <p:ph type="title"/>
          </p:nvPr>
        </p:nvSpPr>
        <p:spPr>
          <a:xfrm>
            <a:off x="584825" y="1827525"/>
            <a:ext cx="5305500" cy="3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DSDM Practice : Timeboxing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6" name="Google Shape;696;p7"/>
          <p:cNvSpPr txBox="1"/>
          <p:nvPr>
            <p:ph type="title"/>
          </p:nvPr>
        </p:nvSpPr>
        <p:spPr>
          <a:xfrm>
            <a:off x="497840" y="470825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Timeboxes - How Long?</a:t>
            </a:r>
            <a:endParaRPr/>
          </a:p>
        </p:txBody>
      </p:sp>
      <p:sp>
        <p:nvSpPr>
          <p:cNvPr id="697" name="Google Shape;697;p7"/>
          <p:cNvSpPr txBox="1"/>
          <p:nvPr/>
        </p:nvSpPr>
        <p:spPr>
          <a:xfrm>
            <a:off x="728735" y="1420935"/>
            <a:ext cx="99084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During Foundations, Agile PM helps Solution Development Team agree preferred length of Timebox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Short enough to keep team focused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Long enough to achieve something complete and meaningful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Usually between 2 and 4 weeks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Longer Timeboxes should be avoided unless really necessary</a:t>
            </a:r>
            <a:endParaRPr b="0" i="0" sz="21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98" name="Google Shape;6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5035" y="4520850"/>
            <a:ext cx="7701916" cy="1294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4" name="Google Shape;704;p8"/>
          <p:cNvSpPr txBox="1"/>
          <p:nvPr>
            <p:ph type="title"/>
          </p:nvPr>
        </p:nvSpPr>
        <p:spPr>
          <a:xfrm>
            <a:off x="877950" y="264725"/>
            <a:ext cx="105156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Timeboxing - Which style?</a:t>
            </a:r>
            <a:endParaRPr/>
          </a:p>
        </p:txBody>
      </p:sp>
      <p:sp>
        <p:nvSpPr>
          <p:cNvPr id="705" name="Google Shape;705;p8"/>
          <p:cNvSpPr txBox="1"/>
          <p:nvPr/>
        </p:nvSpPr>
        <p:spPr>
          <a:xfrm>
            <a:off x="680085" y="1156335"/>
            <a:ext cx="9540240" cy="3415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DSDM Structured Timebox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Free Format Timebox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06" name="Google Shape;7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1365" y="1721485"/>
            <a:ext cx="5646420" cy="188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2325" y="4220210"/>
            <a:ext cx="5524500" cy="1653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5870" y="4293870"/>
            <a:ext cx="610870" cy="586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4" name="Google Shape;714;p9"/>
          <p:cNvSpPr txBox="1"/>
          <p:nvPr>
            <p:ph type="title"/>
          </p:nvPr>
        </p:nvSpPr>
        <p:spPr>
          <a:xfrm>
            <a:off x="838200" y="239875"/>
            <a:ext cx="81525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DSDM Structured Timebox</a:t>
            </a:r>
            <a:endParaRPr/>
          </a:p>
        </p:txBody>
      </p:sp>
      <p:pic>
        <p:nvPicPr>
          <p:cNvPr id="715" name="Google Shape;7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6020" y="2299970"/>
            <a:ext cx="7280910" cy="243713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9"/>
          <p:cNvSpPr/>
          <p:nvPr/>
        </p:nvSpPr>
        <p:spPr>
          <a:xfrm>
            <a:off x="1313325" y="1092100"/>
            <a:ext cx="3411300" cy="18021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Check TB objectives in Delivery Plan still feasible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Agree acceptance criteria, where possible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Review availability of SDT members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Highlight known dependencies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9"/>
          <p:cNvSpPr/>
          <p:nvPr/>
        </p:nvSpPr>
        <p:spPr>
          <a:xfrm>
            <a:off x="7529195" y="964565"/>
            <a:ext cx="3411220" cy="180213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Sign-off what has been delivered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Assess impact of what has not been "done"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Build on good experience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Avoid repeating same mistakes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Define issues to be resolved for next TB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9"/>
          <p:cNvSpPr/>
          <p:nvPr/>
        </p:nvSpPr>
        <p:spPr>
          <a:xfrm>
            <a:off x="2299335" y="4328795"/>
            <a:ext cx="2051050" cy="1912620"/>
          </a:xfrm>
          <a:prstGeom prst="up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Understand detail and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priorities of work to be done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Review dependencies,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Timebox Plan and risks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9"/>
          <p:cNvSpPr/>
          <p:nvPr/>
        </p:nvSpPr>
        <p:spPr>
          <a:xfrm>
            <a:off x="4406900" y="4328795"/>
            <a:ext cx="1974215" cy="1958975"/>
          </a:xfrm>
          <a:prstGeom prst="up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Work on the Solution in line with agreed MoSCoW priorities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Review at end of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Refinement (work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should be nearly ready)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9"/>
          <p:cNvSpPr/>
          <p:nvPr/>
        </p:nvSpPr>
        <p:spPr>
          <a:xfrm>
            <a:off x="6437630" y="4255135"/>
            <a:ext cx="4741545" cy="2394585"/>
          </a:xfrm>
          <a:prstGeom prst="upArrowCallout">
            <a:avLst>
              <a:gd fmla="val 23396" name="adj1"/>
              <a:gd fmla="val 25006" name="adj2"/>
              <a:gd fmla="val 25000" name="adj3"/>
              <a:gd fmla="val 64977" name="adj4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Complete actions from Refinement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Complete final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Ensure organisational or project standards have been met, with any final quality checks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Review at end of Consolidation, ensuring TB objectives are met.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Any products not meeting acceptance criteria deemed as "Not Delivered"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6" name="Google Shape;726;p10"/>
          <p:cNvSpPr txBox="1"/>
          <p:nvPr>
            <p:ph type="title"/>
          </p:nvPr>
        </p:nvSpPr>
        <p:spPr>
          <a:xfrm>
            <a:off x="838200" y="227350"/>
            <a:ext cx="105156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Timeboxing - Which style?</a:t>
            </a:r>
            <a:endParaRPr/>
          </a:p>
        </p:txBody>
      </p:sp>
      <p:sp>
        <p:nvSpPr>
          <p:cNvPr id="727" name="Google Shape;727;p10"/>
          <p:cNvSpPr txBox="1"/>
          <p:nvPr/>
        </p:nvSpPr>
        <p:spPr>
          <a:xfrm>
            <a:off x="928375" y="3004175"/>
            <a:ext cx="105987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Reflects style used by other popular Agile approaches e.g. Scrum Sprint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Used when DSDM Structured Timebox not possible or not helpful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Starts with Kick-off and finishes with Close-out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In between, any number of formal or informal review points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SDT pick up one or more products or requirements/User Stories and evolve these iteratively until completed and meet agreed acceptance criteria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SDT then pick up the next product or requirement/User Story and repeat the process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Free format style relies on Business Ambassador being available consistently to review and provide feedback on ongoing basis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28" name="Google Shape;7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845" y="1212850"/>
            <a:ext cx="5524500" cy="1653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6835" y="1554480"/>
            <a:ext cx="954405" cy="916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5" name="Google Shape;735;p11"/>
          <p:cNvSpPr txBox="1"/>
          <p:nvPr>
            <p:ph type="title"/>
          </p:nvPr>
        </p:nvSpPr>
        <p:spPr>
          <a:xfrm>
            <a:off x="497840" y="311150"/>
            <a:ext cx="10515600" cy="9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Timeboxing - Agile PM Top Tips</a:t>
            </a:r>
            <a:endParaRPr/>
          </a:p>
        </p:txBody>
      </p:sp>
      <p:sp>
        <p:nvSpPr>
          <p:cNvPr id="736" name="Google Shape;736;p11"/>
          <p:cNvSpPr txBox="1"/>
          <p:nvPr/>
        </p:nvSpPr>
        <p:spPr>
          <a:xfrm>
            <a:off x="633135" y="1391185"/>
            <a:ext cx="99084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Ask "How soon can Tester start testing?" and "When is the earliest we can complete a User Story?" Early completion (within a few days) demonstrates tangible progress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Believe in the TB : encourage SDT to finish on time by prioritising work to be done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Never let TB "overrun"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Insist works stops at agreed time and work out what is "done"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Even if TB has correct balance of priorities, individual skills and capabilities of SDT may still make achieving objectives difficult / impossible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455c474be7_0_24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2" name="Google Shape;742;g3455c474be7_0_24"/>
          <p:cNvSpPr txBox="1"/>
          <p:nvPr>
            <p:ph type="title"/>
          </p:nvPr>
        </p:nvSpPr>
        <p:spPr>
          <a:xfrm>
            <a:off x="497840" y="311150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Timeboxing - Agile PM Top Tips</a:t>
            </a:r>
            <a:endParaRPr/>
          </a:p>
        </p:txBody>
      </p:sp>
      <p:sp>
        <p:nvSpPr>
          <p:cNvPr id="743" name="Google Shape;743;g3455c474be7_0_24"/>
          <p:cNvSpPr txBox="1"/>
          <p:nvPr/>
        </p:nvSpPr>
        <p:spPr>
          <a:xfrm>
            <a:off x="604225" y="1338275"/>
            <a:ext cx="106410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Check TB progress by observing daily Stand-Ups and enabling SDT to react quickly to problems raised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Build environment of trust and no-blame, to ensure SDT are open about progress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Ensure TB Kick-off involves right people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Ensure acceptance criteria for successful TB completion are clear at Kick-off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Ensure key risks affecting TB are identified at Kick-off, and monitored during TB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Ensure Close-out performs a Retrospective to feed learnings into next TBs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44" name="Google Shape;744;g3455c474be7_0_24"/>
          <p:cNvPicPr preferRelativeResize="0"/>
          <p:nvPr/>
        </p:nvPicPr>
        <p:blipFill rotWithShape="1">
          <a:blip r:embed="rId3">
            <a:alphaModFix/>
          </a:blip>
          <a:srcRect b="11386" l="12832" r="12473" t="14285"/>
          <a:stretch/>
        </p:blipFill>
        <p:spPr>
          <a:xfrm>
            <a:off x="4867849" y="4816775"/>
            <a:ext cx="2024298" cy="18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0" name="Google Shape;750;p12"/>
          <p:cNvSpPr txBox="1"/>
          <p:nvPr>
            <p:ph type="title"/>
          </p:nvPr>
        </p:nvSpPr>
        <p:spPr>
          <a:xfrm>
            <a:off x="497840" y="311150"/>
            <a:ext cx="10515600" cy="9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Timeboxing - Which style?</a:t>
            </a:r>
            <a:endParaRPr/>
          </a:p>
        </p:txBody>
      </p:sp>
      <p:sp>
        <p:nvSpPr>
          <p:cNvPr id="751" name="Google Shape;751;p12"/>
          <p:cNvSpPr txBox="1"/>
          <p:nvPr/>
        </p:nvSpPr>
        <p:spPr>
          <a:xfrm>
            <a:off x="680085" y="1156335"/>
            <a:ext cx="9908540" cy="2861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Combining Timeboxing with MoSCoW enables consistent and predictable on-time delivery of projects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Project and Increment delivery founded on delivery of Development TBs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Development Timeboxes: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Provide control at lowest level - on-going validation of Delivery Plan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Provide clear indication of project health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Prove estimating is working (or quickly highlight if not working)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Prove SDT is working effectively (or quickly highlight if not effective)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Confidence feeds upwards to Increment and Project levels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52" name="Google Shape;7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715" y="3978275"/>
            <a:ext cx="5657850" cy="2775585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12"/>
          <p:cNvSpPr/>
          <p:nvPr/>
        </p:nvSpPr>
        <p:spPr>
          <a:xfrm>
            <a:off x="5669915" y="3978275"/>
            <a:ext cx="2914650" cy="8731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455c474be7_0_32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9" name="Google Shape;759;g3455c474be7_0_32"/>
          <p:cNvSpPr txBox="1"/>
          <p:nvPr>
            <p:ph type="title"/>
          </p:nvPr>
        </p:nvSpPr>
        <p:spPr>
          <a:xfrm>
            <a:off x="497840" y="311150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MoSCoW - Integral Part of Planning Process</a:t>
            </a:r>
            <a:endParaRPr/>
          </a:p>
        </p:txBody>
      </p:sp>
      <p:sp>
        <p:nvSpPr>
          <p:cNvPr id="760" name="Google Shape;760;g3455c474be7_0_32"/>
          <p:cNvSpPr txBox="1"/>
          <p:nvPr/>
        </p:nvSpPr>
        <p:spPr>
          <a:xfrm>
            <a:off x="617426" y="1391200"/>
            <a:ext cx="68544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Getting sensible MoSCoW balance at Project and Increment levels achieved through collaboration between whole team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- Business roles work together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•To ensure priorities reflect true business needs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685800" lvl="0" marL="685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   </a:t>
            </a: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• To group requirements to provide effective and 	</a:t>
            </a: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valuable solution to meet business deadlines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- Solution / Technical roles work together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685800" lvl="0" marL="685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   </a:t>
            </a:r>
            <a:r>
              <a:rPr b="0" i="0" lang="en-US" sz="20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• To ensure plans to deliver these priorities are realistic, achievable reflect any technical constraints and 	are being planned in most efficient way</a:t>
            </a:r>
            <a:endParaRPr b="0" i="0" sz="20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61" name="Google Shape;761;g3455c474be7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0955" y="1810385"/>
            <a:ext cx="4209416" cy="323723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g3455c474be7_0_32"/>
          <p:cNvSpPr/>
          <p:nvPr/>
        </p:nvSpPr>
        <p:spPr>
          <a:xfrm>
            <a:off x="7640955" y="1810385"/>
            <a:ext cx="2397900" cy="34746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8" name="Google Shape;768;p13"/>
          <p:cNvSpPr txBox="1"/>
          <p:nvPr>
            <p:ph type="title"/>
          </p:nvPr>
        </p:nvSpPr>
        <p:spPr>
          <a:xfrm>
            <a:off x="497840" y="311150"/>
            <a:ext cx="10515600" cy="94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MoSCoW - Integral Part of Planning Process</a:t>
            </a:r>
            <a:endParaRPr/>
          </a:p>
        </p:txBody>
      </p:sp>
      <p:sp>
        <p:nvSpPr>
          <p:cNvPr id="769" name="Google Shape;769;p13"/>
          <p:cNvSpPr txBox="1"/>
          <p:nvPr/>
        </p:nvSpPr>
        <p:spPr>
          <a:xfrm>
            <a:off x="398260" y="1808497"/>
            <a:ext cx="73812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- Business Analyst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685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Considers links between requirements and availability of information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Helps to identify viable groups of requirements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       - </a:t>
            </a: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Agile Project Manager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Ensures balance of priorities reflects level of known 	risks on this specific project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70" name="Google Shape;7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0955" y="1810385"/>
            <a:ext cx="4209415" cy="323723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13"/>
          <p:cNvSpPr/>
          <p:nvPr/>
        </p:nvSpPr>
        <p:spPr>
          <a:xfrm>
            <a:off x="7640955" y="1810385"/>
            <a:ext cx="2397760" cy="347472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7" name="Google Shape;777;p14"/>
          <p:cNvSpPr txBox="1"/>
          <p:nvPr>
            <p:ph type="title"/>
          </p:nvPr>
        </p:nvSpPr>
        <p:spPr>
          <a:xfrm>
            <a:off x="513515" y="483375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Daily Stand-up and the AgilePM</a:t>
            </a:r>
            <a:endParaRPr/>
          </a:p>
        </p:txBody>
      </p:sp>
      <p:sp>
        <p:nvSpPr>
          <p:cNvPr id="778" name="Google Shape;778;p14"/>
          <p:cNvSpPr txBox="1"/>
          <p:nvPr/>
        </p:nvSpPr>
        <p:spPr>
          <a:xfrm>
            <a:off x="664435" y="1433485"/>
            <a:ext cx="99084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Opportunity for Solution Development Team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To share information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To carry out day-day re-planning and </a:t>
            </a: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re</a:t>
            </a:r>
            <a:r>
              <a:rPr lang="en-US" sz="2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organising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This is in addition to daily ongoing informal SDT communication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Agile PM regularly attends, primarily as observer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To understand progress and pick up on escalated issues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But always remember Stand-up is run by SDT and for SDT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They are not "Reporting" to PM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Visionary and Technical Coordinator also observe to keep in touch with progress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Visionary is also providing visible ongoing support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Technical Coordinator is keeping up with technical decisions and picking up escalated technical issues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7b29ecf483_2_33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4" name="Google Shape;784;g37b29ecf483_2_333"/>
          <p:cNvSpPr txBox="1"/>
          <p:nvPr>
            <p:ph type="title"/>
          </p:nvPr>
        </p:nvSpPr>
        <p:spPr>
          <a:xfrm>
            <a:off x="482190" y="503850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Daily Stand-up and the AgilePM</a:t>
            </a:r>
            <a:endParaRPr/>
          </a:p>
        </p:txBody>
      </p:sp>
      <p:sp>
        <p:nvSpPr>
          <p:cNvPr id="785" name="Google Shape;785;g37b29ecf483_2_333"/>
          <p:cNvSpPr txBox="1"/>
          <p:nvPr/>
        </p:nvSpPr>
        <p:spPr>
          <a:xfrm>
            <a:off x="664435" y="1453810"/>
            <a:ext cx="99084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Lato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 key part of all Timeboxes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Lato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Takes place same time, same place every day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Lato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SDT share information to enable any day-to-day replanning and reorganising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Lato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Simple format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1. What I have done since the last stand-up to help achieve the Timebox objectives?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2. What I will be doing until the next stand-up to help achieve the Timebox objectives?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3. What problems, risks or issues (blockers) do I have that will prevent me or the team achieving the Timebox objectives?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Lato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As a guide, allow 2 minutes per person + 2 minutes</a:t>
            </a:r>
            <a:endParaRPr b="0" i="0" sz="24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1" name="Google Shape;791;p15"/>
          <p:cNvSpPr txBox="1"/>
          <p:nvPr>
            <p:ph type="title"/>
          </p:nvPr>
        </p:nvSpPr>
        <p:spPr>
          <a:xfrm>
            <a:off x="513490" y="503850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Empowered Teams and Change in Timeboxes</a:t>
            </a:r>
            <a:endParaRPr/>
          </a:p>
        </p:txBody>
      </p:sp>
      <p:sp>
        <p:nvSpPr>
          <p:cNvPr id="792" name="Google Shape;792;p15"/>
          <p:cNvSpPr txBox="1"/>
          <p:nvPr/>
        </p:nvSpPr>
        <p:spPr>
          <a:xfrm>
            <a:off x="696749" y="1453938"/>
            <a:ext cx="10798500" cy="47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SDT must be appropriately empowered to handle any change falling within agreed TB objectives without formal change control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i.e. without needing to go outside SDT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As a guide, following scenarios mean change of scope and therefore need to be handled more formally (outside the SDT)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- Changing breadth of solution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Adding to high level requirements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Removing Must Have requirements (Increment or Project Level)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      - Increasing % of Must Haves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	• By adding new Musts or upgrading Won'ts, Coulds or Shoulds to Must Have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Lato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SDT always empowered to operate within previously agreed boundaries without need to escalate to PM</a:t>
            </a:r>
            <a:endParaRPr b="0" i="0" sz="2200" u="none" cap="none" strike="noStrike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7b29ecf483_2_33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8" name="Google Shape;798;g37b29ecf483_2_339"/>
          <p:cNvSpPr txBox="1"/>
          <p:nvPr>
            <p:ph type="title"/>
          </p:nvPr>
        </p:nvSpPr>
        <p:spPr>
          <a:xfrm>
            <a:off x="497840" y="467725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Timeboxing - The Wider Context</a:t>
            </a:r>
            <a:endParaRPr/>
          </a:p>
        </p:txBody>
      </p:sp>
      <p:pic>
        <p:nvPicPr>
          <p:cNvPr id="799" name="Google Shape;799;g37b29ecf483_2_3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5038" y="1508382"/>
            <a:ext cx="7701916" cy="1294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g37b29ecf483_2_3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6750" y="2893075"/>
            <a:ext cx="6907530" cy="3388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6" name="Google Shape;806;p16"/>
          <p:cNvSpPr txBox="1"/>
          <p:nvPr>
            <p:ph type="title"/>
          </p:nvPr>
        </p:nvSpPr>
        <p:spPr>
          <a:xfrm>
            <a:off x="497840" y="483375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Questions on Prioritisation and Timeboxing ?</a:t>
            </a:r>
            <a:endParaRPr/>
          </a:p>
        </p:txBody>
      </p:sp>
      <p:pic>
        <p:nvPicPr>
          <p:cNvPr id="807" name="Google Shape;8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4070" y="1672590"/>
            <a:ext cx="5484495" cy="4276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455c474be7_0_40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3" name="Google Shape;813;g3455c474be7_0_40"/>
          <p:cNvSpPr txBox="1"/>
          <p:nvPr>
            <p:ph type="title"/>
          </p:nvPr>
        </p:nvSpPr>
        <p:spPr>
          <a:xfrm>
            <a:off x="497840" y="483375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814" name="Google Shape;814;g3455c474be7_0_40"/>
          <p:cNvSpPr txBox="1"/>
          <p:nvPr/>
        </p:nvSpPr>
        <p:spPr>
          <a:xfrm>
            <a:off x="573900" y="1582525"/>
            <a:ext cx="10363500" cy="41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AutoNum type="arabicPeriod"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In a DSDM project, what does the W' in 'MoSCoW' stand for?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 Want this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 Won't have this time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 Would have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 Wish list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AutoNum type="arabicPeriod"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In a structured Timebox when does the Solution Development Team seek to understand the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Timebox objectives and accept them as realistic? 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 Investigation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 Kick-Off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 Consolidation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 Refinement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455c474be7_0_50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0" name="Google Shape;820;g3455c474be7_0_50"/>
          <p:cNvSpPr txBox="1"/>
          <p:nvPr>
            <p:ph type="title"/>
          </p:nvPr>
        </p:nvSpPr>
        <p:spPr>
          <a:xfrm>
            <a:off x="497840" y="483375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821" name="Google Shape;821;g3455c474be7_0_50"/>
          <p:cNvSpPr txBox="1"/>
          <p:nvPr/>
        </p:nvSpPr>
        <p:spPr>
          <a:xfrm>
            <a:off x="573900" y="1582525"/>
            <a:ext cx="10363500" cy="41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3. 	Which approach correctly reflects the use of MoSCoW prioritisation?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Relates to a specific timeframe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Applied and fixed during Foundations 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Only applied at project level 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Is optional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4. 	</a:t>
            </a: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How often should a Timebox Plan be updated?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Hourly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Daily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Weekly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Monthly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455c474be7_0_58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7" name="Google Shape;827;g3455c474be7_0_58"/>
          <p:cNvSpPr txBox="1"/>
          <p:nvPr>
            <p:ph type="title"/>
          </p:nvPr>
        </p:nvSpPr>
        <p:spPr>
          <a:xfrm>
            <a:off x="497840" y="483375"/>
            <a:ext cx="105156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828" name="Google Shape;828;g3455c474be7_0_58"/>
          <p:cNvSpPr txBox="1"/>
          <p:nvPr/>
        </p:nvSpPr>
        <p:spPr>
          <a:xfrm>
            <a:off x="573900" y="1582525"/>
            <a:ext cx="10363500" cy="41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5. 	Under the DSDM MoSCoW rule, which definition describes the Must Have requirement?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Important but not vital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Solution not viable without it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Painful to leave out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May need some kind of workaround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6. 	</a:t>
            </a: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How long should the Daily Stand-up take?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a) As long as it takes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b) Fifteen minutes per participant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c) No more than half an hour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d) Two minutes per participant, plus two minutes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outdoor, sky, building, grass&#10;&#10;Description automatically generated" id="833" name="Google Shape;833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17"/>
          <p:cNvSpPr txBox="1"/>
          <p:nvPr/>
        </p:nvSpPr>
        <p:spPr>
          <a:xfrm>
            <a:off x="7645171" y="1935981"/>
            <a:ext cx="4511400" cy="17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 b="1" i="0" sz="5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35" name="Google Shape;8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08800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5030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7181" y="5788338"/>
            <a:ext cx="396963" cy="39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69641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53411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17"/>
          <p:cNvSpPr txBox="1"/>
          <p:nvPr/>
        </p:nvSpPr>
        <p:spPr>
          <a:xfrm>
            <a:off x="7136987" y="5197713"/>
            <a:ext cx="4730605" cy="319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www.utm.my</a:t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1" name="Google Shape;841;p17"/>
          <p:cNvSpPr txBox="1"/>
          <p:nvPr/>
        </p:nvSpPr>
        <p:spPr>
          <a:xfrm>
            <a:off x="7136987" y="4916078"/>
            <a:ext cx="4730605" cy="319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the Name of God for Mankind</a:t>
            </a:r>
            <a:endParaRPr b="0" i="0" sz="1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black and white logo&#10;&#10;Description automatically generated with low confidence" id="842" name="Google Shape;84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6582" y="4092848"/>
            <a:ext cx="1883012" cy="639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Custom 2">
      <a:dk1>
        <a:srgbClr val="000000"/>
      </a:dk1>
      <a:lt1>
        <a:srgbClr val="FFFFFF"/>
      </a:lt1>
      <a:dk2>
        <a:srgbClr val="7E2551"/>
      </a:dk2>
      <a:lt2>
        <a:srgbClr val="E7E6E6"/>
      </a:lt2>
      <a:accent1>
        <a:srgbClr val="83233D"/>
      </a:accent1>
      <a:accent2>
        <a:srgbClr val="952C5E"/>
      </a:accent2>
      <a:accent3>
        <a:srgbClr val="BF996E"/>
      </a:accent3>
      <a:accent4>
        <a:srgbClr val="E8B783"/>
      </a:accent4>
      <a:accent5>
        <a:srgbClr val="E1C8B4"/>
      </a:accent5>
      <a:accent6>
        <a:srgbClr val="929292"/>
      </a:accent6>
      <a:hlink>
        <a:srgbClr val="5E5E5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Custom 2">
      <a:dk1>
        <a:srgbClr val="000000"/>
      </a:dk1>
      <a:lt1>
        <a:srgbClr val="FFFFFF"/>
      </a:lt1>
      <a:dk2>
        <a:srgbClr val="7E2551"/>
      </a:dk2>
      <a:lt2>
        <a:srgbClr val="E7E6E6"/>
      </a:lt2>
      <a:accent1>
        <a:srgbClr val="83233D"/>
      </a:accent1>
      <a:accent2>
        <a:srgbClr val="952C5E"/>
      </a:accent2>
      <a:accent3>
        <a:srgbClr val="BF996E"/>
      </a:accent3>
      <a:accent4>
        <a:srgbClr val="E8B783"/>
      </a:accent4>
      <a:accent5>
        <a:srgbClr val="E1C8B4"/>
      </a:accent5>
      <a:accent6>
        <a:srgbClr val="929292"/>
      </a:accent6>
      <a:hlink>
        <a:srgbClr val="5E5E5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7E2551"/>
      </a:dk2>
      <a:lt2>
        <a:srgbClr val="E7E6E6"/>
      </a:lt2>
      <a:accent1>
        <a:srgbClr val="83233D"/>
      </a:accent1>
      <a:accent2>
        <a:srgbClr val="952C5E"/>
      </a:accent2>
      <a:accent3>
        <a:srgbClr val="BF996E"/>
      </a:accent3>
      <a:accent4>
        <a:srgbClr val="E8B783"/>
      </a:accent4>
      <a:accent5>
        <a:srgbClr val="E1C8B4"/>
      </a:accent5>
      <a:accent6>
        <a:srgbClr val="929292"/>
      </a:accent6>
      <a:hlink>
        <a:srgbClr val="5E5E5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7E2551"/>
      </a:dk2>
      <a:lt2>
        <a:srgbClr val="E7E6E6"/>
      </a:lt2>
      <a:accent1>
        <a:srgbClr val="83233D"/>
      </a:accent1>
      <a:accent2>
        <a:srgbClr val="952C5E"/>
      </a:accent2>
      <a:accent3>
        <a:srgbClr val="BF996E"/>
      </a:accent3>
      <a:accent4>
        <a:srgbClr val="E8B783"/>
      </a:accent4>
      <a:accent5>
        <a:srgbClr val="E1C8B4"/>
      </a:accent5>
      <a:accent6>
        <a:srgbClr val="929292"/>
      </a:accent6>
      <a:hlink>
        <a:srgbClr val="5E5E5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2021-08-03T04:10:00Z</dcterms:created>
  <dc:creator>Microsoft Office 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154FB47272004041918330B5BDFBE787</vt:lpwstr>
  </property>
  <property fmtid="{D5CDD505-2E9C-101B-9397-08002B2CF9AE}" pid="3" name="KSOProductBuildVer">
    <vt:lpwstr>1033-11.2.0.10382</vt:lpwstr>
  </property>
</Properties>
</file>